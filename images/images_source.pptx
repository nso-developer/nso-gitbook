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7"/>
  </p:notesMasterIdLst>
  <p:sldIdLst>
    <p:sldId id="390" r:id="rId2"/>
    <p:sldId id="450" r:id="rId3"/>
    <p:sldId id="490" r:id="rId4"/>
    <p:sldId id="507" r:id="rId5"/>
    <p:sldId id="508" r:id="rId6"/>
    <p:sldId id="455" r:id="rId7"/>
    <p:sldId id="454" r:id="rId8"/>
    <p:sldId id="382" r:id="rId9"/>
    <p:sldId id="375" r:id="rId10"/>
    <p:sldId id="378" r:id="rId11"/>
    <p:sldId id="393" r:id="rId12"/>
    <p:sldId id="465" r:id="rId13"/>
    <p:sldId id="427" r:id="rId14"/>
    <p:sldId id="389" r:id="rId15"/>
    <p:sldId id="388" r:id="rId16"/>
    <p:sldId id="391" r:id="rId17"/>
    <p:sldId id="392" r:id="rId18"/>
    <p:sldId id="466" r:id="rId19"/>
    <p:sldId id="422" r:id="rId20"/>
    <p:sldId id="446" r:id="rId21"/>
    <p:sldId id="447" r:id="rId22"/>
    <p:sldId id="448" r:id="rId23"/>
    <p:sldId id="449" r:id="rId24"/>
    <p:sldId id="451" r:id="rId25"/>
    <p:sldId id="452" r:id="rId26"/>
    <p:sldId id="421" r:id="rId27"/>
    <p:sldId id="420" r:id="rId28"/>
    <p:sldId id="419" r:id="rId29"/>
    <p:sldId id="485" r:id="rId30"/>
    <p:sldId id="417" r:id="rId31"/>
    <p:sldId id="416" r:id="rId32"/>
    <p:sldId id="415" r:id="rId33"/>
    <p:sldId id="414" r:id="rId34"/>
    <p:sldId id="536" r:id="rId35"/>
    <p:sldId id="412" r:id="rId36"/>
    <p:sldId id="409" r:id="rId37"/>
    <p:sldId id="528" r:id="rId38"/>
    <p:sldId id="405" r:id="rId39"/>
    <p:sldId id="494" r:id="rId40"/>
    <p:sldId id="539" r:id="rId41"/>
    <p:sldId id="535" r:id="rId42"/>
    <p:sldId id="296" r:id="rId43"/>
    <p:sldId id="297" r:id="rId44"/>
    <p:sldId id="298" r:id="rId45"/>
    <p:sldId id="300" r:id="rId46"/>
    <p:sldId id="301" r:id="rId47"/>
    <p:sldId id="302" r:id="rId48"/>
    <p:sldId id="303" r:id="rId49"/>
    <p:sldId id="304" r:id="rId50"/>
    <p:sldId id="299" r:id="rId51"/>
    <p:sldId id="305" r:id="rId52"/>
    <p:sldId id="408" r:id="rId53"/>
    <p:sldId id="486" r:id="rId54"/>
    <p:sldId id="407" r:id="rId55"/>
    <p:sldId id="309" r:id="rId56"/>
    <p:sldId id="310" r:id="rId57"/>
    <p:sldId id="377" r:id="rId58"/>
    <p:sldId id="406" r:id="rId59"/>
    <p:sldId id="313" r:id="rId60"/>
    <p:sldId id="401" r:id="rId61"/>
    <p:sldId id="400" r:id="rId62"/>
    <p:sldId id="399" r:id="rId63"/>
    <p:sldId id="484" r:id="rId64"/>
    <p:sldId id="318" r:id="rId65"/>
    <p:sldId id="319" r:id="rId66"/>
    <p:sldId id="320" r:id="rId67"/>
    <p:sldId id="321" r:id="rId68"/>
    <p:sldId id="322" r:id="rId69"/>
    <p:sldId id="327" r:id="rId70"/>
    <p:sldId id="328" r:id="rId71"/>
    <p:sldId id="397" r:id="rId72"/>
    <p:sldId id="396" r:id="rId73"/>
    <p:sldId id="350" r:id="rId74"/>
    <p:sldId id="332" r:id="rId75"/>
    <p:sldId id="333" r:id="rId76"/>
    <p:sldId id="395" r:id="rId77"/>
    <p:sldId id="387" r:id="rId78"/>
    <p:sldId id="386" r:id="rId79"/>
    <p:sldId id="456" r:id="rId80"/>
    <p:sldId id="511" r:id="rId81"/>
    <p:sldId id="463" r:id="rId82"/>
    <p:sldId id="464" r:id="rId83"/>
    <p:sldId id="385" r:id="rId84"/>
    <p:sldId id="376" r:id="rId85"/>
    <p:sldId id="533" r:id="rId86"/>
    <p:sldId id="423" r:id="rId87"/>
    <p:sldId id="424" r:id="rId88"/>
    <p:sldId id="480" r:id="rId89"/>
    <p:sldId id="428" r:id="rId90"/>
    <p:sldId id="429" r:id="rId91"/>
    <p:sldId id="430" r:id="rId92"/>
    <p:sldId id="432" r:id="rId93"/>
    <p:sldId id="433" r:id="rId94"/>
    <p:sldId id="434" r:id="rId95"/>
    <p:sldId id="435" r:id="rId96"/>
    <p:sldId id="436" r:id="rId97"/>
    <p:sldId id="437" r:id="rId98"/>
    <p:sldId id="438" r:id="rId99"/>
    <p:sldId id="439" r:id="rId100"/>
    <p:sldId id="487" r:id="rId101"/>
    <p:sldId id="441" r:id="rId102"/>
    <p:sldId id="442" r:id="rId103"/>
    <p:sldId id="444" r:id="rId104"/>
    <p:sldId id="445" r:id="rId105"/>
    <p:sldId id="461" r:id="rId106"/>
    <p:sldId id="467" r:id="rId107"/>
    <p:sldId id="471" r:id="rId108"/>
    <p:sldId id="469" r:id="rId109"/>
    <p:sldId id="470" r:id="rId110"/>
    <p:sldId id="473" r:id="rId111"/>
    <p:sldId id="475" r:id="rId112"/>
    <p:sldId id="476" r:id="rId113"/>
    <p:sldId id="479" r:id="rId114"/>
    <p:sldId id="477" r:id="rId115"/>
    <p:sldId id="481" r:id="rId1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93"/>
    <a:srgbClr val="3FB4E0"/>
    <a:srgbClr val="EDF6FA"/>
    <a:srgbClr val="FF7E79"/>
    <a:srgbClr val="FF85FF"/>
    <a:srgbClr val="FFD579"/>
    <a:srgbClr val="1E4570"/>
    <a:srgbClr val="FFFC00"/>
    <a:srgbClr val="ECECFF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08"/>
    <p:restoredTop sz="94518"/>
  </p:normalViewPr>
  <p:slideViewPr>
    <p:cSldViewPr snapToGrid="0">
      <p:cViewPr>
        <p:scale>
          <a:sx n="150" d="100"/>
          <a:sy n="150" d="100"/>
        </p:scale>
        <p:origin x="-296" y="14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BF0B6-3EE7-C54F-914E-6CC93B1BC702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5F60BA-8A89-F044-811C-D74F3DE4D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32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2D110-A236-F9B6-EF59-B9752B3DE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2644B-08F5-6AFD-EB00-7F85599BA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1203C0-B706-1114-C05A-0B9CA4DF6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9DEC8-56EE-AF6F-6FE4-B4B94EFE0E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23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7D865-619F-4E66-52ED-3A900A1FC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A0C2D-AA96-E248-F8BE-5AE0ECDE9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F9B62-7C24-9B27-C6BA-D20009FFB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EB81B-AED3-528F-EB61-E3F7609D4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15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8CA94-D48F-6E15-6987-9124E2F41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75319D-8CE7-CC14-E7B1-10E1C3DF2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E42A7-A307-ABEB-5442-7BDEF534A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D6E6D-D020-996A-AD23-792754167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18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85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3A62A-C99C-3564-98AE-FEA9EC438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CE17F-2DE0-7E2E-2D79-E766A8E96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A71E6-B9E6-3899-75BD-FE7FE013C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D83A4-5731-33E3-5194-C4C250558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94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EA1F6-23B1-418E-57CF-05DCF0354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3A737-0D2B-C284-1694-1C2372570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149393-530D-F1EE-229D-D184B1B48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29032-1D06-D00B-0076-F082DB63D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31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0337B-E032-1841-B4EE-6FF193D9E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A4901-8FA3-4846-B33C-0AEB23445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05021-CBF3-D1ED-AFDF-395056A64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8830A-F2DD-F218-D928-9FEF4A977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88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9A24D-9FB2-EAC4-20EA-F1D5CA70E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CEEBC-9C1D-D893-9B0B-DE66CA95E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2EC13-38AE-ECC1-B5D0-700DCD7D0A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7962D-45ED-502A-964F-E11DBC2F8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10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330D1-D4A2-1525-3EA3-3A8539E1A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F7566D-4D1A-8DE8-68B4-141887747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371F3-1646-782A-C962-C6349C617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30825-B46F-182C-3C03-8D18D71A9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14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16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265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540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13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185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7B9B7-61CB-8A38-F277-B0EC42EA5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A13F2-DCEB-15BB-534C-B7861F60E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94458-25AF-83E8-A46F-2D68E564D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1FD8F-1156-A515-6EAD-64D85E540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2707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433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2479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426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63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04E75-09A5-F24B-341F-D2BFE22BD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9F4AE7-0AA9-8C67-B62D-9A0522CCD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8A3BB-A73A-148B-DD00-CFEEAC519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B9663-A514-326D-EE57-291F14C50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132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0302F-AD9B-0F3F-22AA-EB5E43F2E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25C7E-0B9C-2C65-6CE9-3ED44C6C1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DFF12-EC4A-882C-9C97-299100406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AAF60-89B9-ABDA-D62A-12573B0D3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007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ABB9-2B55-6EE1-53C9-3913F1DA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0402E-58CF-E64A-0E77-85AFB66DF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8F7BB-F07F-B367-0716-E80EEEBAE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4EACB-CA86-3150-CACE-EE7A6D1ED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12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85D7E-17C0-20E4-F632-550E8273B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4D77D-56FF-2064-FD81-561B9AF3C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AC496E-0050-2106-DF43-9CADEAB96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C1DC4-F481-EC65-1C6D-97A8D19DF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971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E98DD-64F4-B367-E06E-0D6D10240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55A81A-D819-DD15-928E-D7A5F908E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F32FA-CE63-56EB-33FA-EF05AB3E4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EF6C0-76CF-9529-AC59-CF7276024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619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E817-A789-48BB-88C8-3EB31ED1F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0E61CA-2E93-C3BB-72B5-BBD17C0CC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EE8F1-9615-CE9F-FF92-8533D952F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9665B-B042-0B15-E4DE-1731516F1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347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46378-C251-215E-315C-DE28B8A38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2359E-03AE-AEDA-268B-D14EB2114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18E063-723A-8881-61DF-38AA1D75E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1E5C6-411C-7F6F-1FD8-2F9EB72D3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168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B3CEA-8954-03E8-9C02-ACFE38FAC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411FA-D946-0815-5502-9F86A56DC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B2C08-BB14-78A3-E6D5-A898018FD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96E83-EF4D-C810-7148-76FD1A2BFC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338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D06E1-5938-32BB-47C1-8BC29E780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13DED3-3446-81AF-D122-D0D69824B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5E7B8-8DCC-D090-2EF3-7BBB2197F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4BDA6-8EA2-D1C0-C06B-56B71667D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526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1F0BA-EA7A-0D30-DF0C-8C733477B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D577D-8CD7-AA73-0F68-84A7DF81E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31D7C-02DB-D491-C210-49171CACE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E3FAA-2FEE-860D-E7A6-397FA0D2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1077B-5F9D-6066-05CF-7E7C94FF7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66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6D8D1-6816-3800-3F27-A6FD8FCD2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1D42E-7AD9-EEC7-D92C-528A50F56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0364C-BEBD-EFBC-3551-90B2A5F05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149EE-D52B-7EE5-9B80-5345C52F0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1B8B8-A102-85E2-24E4-525E2A0D0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53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1C470-2406-B14C-0186-CDB584B51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62412-E743-98FD-DE68-9C264B4CE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64D8B-DF40-BD05-AD89-AB5413C14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712D9-4212-1C36-736F-D40692FCC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E83AD-865F-4C05-9C80-2E76C88E1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4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9D6D5-0AE0-2807-D59B-52D407785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468E4-6A14-4A57-5DFE-3DBCCFEB8F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FA51D-CCC1-A931-FE60-C0A25D90C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BE249-69DF-7CDF-E6AA-96D9BDD46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4AC58-530F-C182-E02B-5C712678A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1480D-E924-6EA6-4FE0-017BC015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13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20CB7-6806-1DA8-D02A-9C7D73DA0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9A60D-C0BB-1749-0432-865D8B228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764123-0B12-ADDB-1966-4BDCB61B3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A913CD-1BD0-6232-BC77-B027A098F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ED326C-81C7-0130-93E8-5CA907133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C38592-69CA-9936-4CFC-145F3E936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5AEBC0-3423-A757-32F8-E9558D70E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95D6EC-5E29-F02F-BE9E-7F1A009D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84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F987C-FB97-6488-B466-8456FE9F8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0B79BF-3446-A8D9-B62E-B8F91216D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AD2D3F-BEB8-551E-87B9-71E345E98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A6FA6-D626-9442-F7C8-59A57626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73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1EC17E-408A-CC61-C786-4DF71EF36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11/8/25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8F18B-99EC-4938-6084-18A79FD13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F22E8-7C4A-5821-B787-6C4752F1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45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259E6-8A48-4DF7-50BC-7C48634B3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135F3-D780-04B6-7D52-EB456DD44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A647E-3A5C-487B-F840-966DF423F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0F1CD-EF91-F0C7-FBE2-0CEAC462D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4FA83-1DDA-FDEC-F707-D81C2D8A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E3411-2DC4-2F99-5413-851001EE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35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9F41-5C75-F100-4579-D756BBE33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713044-FA41-77EE-8062-C55D4B5E8E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B0C54-8F70-8356-E89C-C2A245A5A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CD513-4645-07C1-F6C7-3099E64C6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900C3-A23E-75CC-6C76-342DBB6BF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DFEA3-DE4E-0E6B-5558-0C6B34CFC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4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2B00-C909-81A3-F672-805B5066D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0826BA-2385-5B4C-B905-830F2A843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D0CDB-61C9-892C-9ED0-CC98E6999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713DA-C788-FA0F-AFA6-B20A68BC1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893C3-333F-6E12-36B9-0C091FF5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7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34FEB6-8EB3-D15F-B843-7334DC652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4052E-34EA-BBBB-E428-A80B69A42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81ED9-E409-33F3-EDFC-AAF9EAA2F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0239F-480B-69AE-2F83-6B5C60445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60C0E-0251-DEF2-BF57-094B5B88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4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43E647-131D-E5C0-1BC4-399866B3E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B9DAC-C8F7-1E86-2FCD-A3F98027B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6AF2D-83A8-BEAF-C459-DD307EA9D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0FDB9A-8A99-0F4E-9A82-B71A2DD38C32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D6F1-5E1C-DAF1-CC30-6276FE88D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AAC22-A0EC-5CD7-122E-EE3BFD62D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sv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svg"/><Relationship Id="rId4" Type="http://schemas.openxmlformats.org/officeDocument/2006/relationships/image" Target="../media/image65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://abc.com/ns/xyz" TargetMode="Externa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sv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svg"/><Relationship Id="rId4" Type="http://schemas.openxmlformats.org/officeDocument/2006/relationships/image" Target="../media/image7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7" Type="http://schemas.openxmlformats.org/officeDocument/2006/relationships/image" Target="../media/image73.sv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svg"/><Relationship Id="rId4" Type="http://schemas.openxmlformats.org/officeDocument/2006/relationships/image" Target="../media/image70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66264-CF2A-C0B0-FE48-7DA6CDD1E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4CE0D1-60C8-B5E8-AF0E-228B4F85C5FF}"/>
              </a:ext>
            </a:extLst>
          </p:cNvPr>
          <p:cNvSpPr/>
          <p:nvPr/>
        </p:nvSpPr>
        <p:spPr>
          <a:xfrm>
            <a:off x="3767327" y="2843785"/>
            <a:ext cx="3959353" cy="1261872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887FEB-B3CF-6CE8-E5D8-3BAD4AD626AA}"/>
              </a:ext>
            </a:extLst>
          </p:cNvPr>
          <p:cNvSpPr/>
          <p:nvPr/>
        </p:nvSpPr>
        <p:spPr>
          <a:xfrm>
            <a:off x="3611879" y="2642616"/>
            <a:ext cx="4297681" cy="1673352"/>
          </a:xfrm>
          <a:prstGeom prst="rect">
            <a:avLst/>
          </a:prstGeom>
          <a:noFill/>
          <a:ln w="12700" cap="flat">
            <a:solidFill>
              <a:schemeClr val="tx1">
                <a:lumMod val="50000"/>
                <a:lumOff val="50000"/>
                <a:alpha val="20053"/>
              </a:schemeClr>
            </a:solidFill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5E44C5-F327-0D6C-B4C4-6FF45D01D0A2}"/>
              </a:ext>
            </a:extLst>
          </p:cNvPr>
          <p:cNvCxnSpPr>
            <a:cxnSpLocks/>
          </p:cNvCxnSpPr>
          <p:nvPr/>
        </p:nvCxnSpPr>
        <p:spPr>
          <a:xfrm>
            <a:off x="3950208" y="3097941"/>
            <a:ext cx="3575304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B9DBCB7-F883-3CB0-F874-AFDBAD7AEACE}"/>
              </a:ext>
            </a:extLst>
          </p:cNvPr>
          <p:cNvSpPr/>
          <p:nvPr/>
        </p:nvSpPr>
        <p:spPr>
          <a:xfrm>
            <a:off x="4328802" y="3464350"/>
            <a:ext cx="1283197" cy="429683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ea typeface="Helvetica Neue" panose="02000503000000020004" pitchFamily="2" charset="0"/>
                <a:cs typeface="Arial" panose="020B0604020202020204" pitchFamily="34" charset="0"/>
              </a:rPr>
              <a:t>Primary/Active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E965A-ECBE-057C-1131-9A634FAE8850}"/>
              </a:ext>
            </a:extLst>
          </p:cNvPr>
          <p:cNvSpPr/>
          <p:nvPr/>
        </p:nvSpPr>
        <p:spPr>
          <a:xfrm>
            <a:off x="5868185" y="3451449"/>
            <a:ext cx="1283208" cy="441358"/>
          </a:xfrm>
          <a:prstGeom prst="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Secondary/Standby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40BF71-49BB-73C5-6850-63DF7894216C}"/>
              </a:ext>
            </a:extLst>
          </p:cNvPr>
          <p:cNvCxnSpPr>
            <a:cxnSpLocks/>
          </p:cNvCxnSpPr>
          <p:nvPr/>
        </p:nvCxnSpPr>
        <p:spPr>
          <a:xfrm>
            <a:off x="4970401" y="3103416"/>
            <a:ext cx="0" cy="34307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899834-4F78-40C4-5287-A8A761AFDB5B}"/>
              </a:ext>
            </a:extLst>
          </p:cNvPr>
          <p:cNvCxnSpPr/>
          <p:nvPr/>
        </p:nvCxnSpPr>
        <p:spPr>
          <a:xfrm>
            <a:off x="6509789" y="3114915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938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9719E-7A47-65CC-F769-AEA81B0B1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3D9C59-C172-9FA1-A5B6-442EE8F48B24}"/>
              </a:ext>
            </a:extLst>
          </p:cNvPr>
          <p:cNvSpPr/>
          <p:nvPr/>
        </p:nvSpPr>
        <p:spPr>
          <a:xfrm>
            <a:off x="3430381" y="2381330"/>
            <a:ext cx="4998916" cy="1261872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65EC86-1486-DEC2-4FF3-4110DBD0FB6F}"/>
              </a:ext>
            </a:extLst>
          </p:cNvPr>
          <p:cNvSpPr/>
          <p:nvPr/>
        </p:nvSpPr>
        <p:spPr>
          <a:xfrm>
            <a:off x="3224981" y="2180161"/>
            <a:ext cx="5360220" cy="1647121"/>
          </a:xfrm>
          <a:prstGeom prst="rect">
            <a:avLst/>
          </a:prstGeom>
          <a:noFill/>
          <a:ln w="12700" cap="flat">
            <a:solidFill>
              <a:schemeClr val="tx1">
                <a:lumMod val="50000"/>
                <a:lumOff val="50000"/>
                <a:alpha val="19725"/>
              </a:schemeClr>
            </a:solidFill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E4902A-21CF-5C05-0615-CEBB7F5562A9}"/>
              </a:ext>
            </a:extLst>
          </p:cNvPr>
          <p:cNvCxnSpPr>
            <a:cxnSpLocks/>
          </p:cNvCxnSpPr>
          <p:nvPr/>
        </p:nvCxnSpPr>
        <p:spPr>
          <a:xfrm>
            <a:off x="3614687" y="2640961"/>
            <a:ext cx="4562645" cy="6525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E32C469-5C8A-EE51-5E03-250FDD285A59}"/>
              </a:ext>
            </a:extLst>
          </p:cNvPr>
          <p:cNvSpPr/>
          <p:nvPr/>
        </p:nvSpPr>
        <p:spPr>
          <a:xfrm>
            <a:off x="3614687" y="2990220"/>
            <a:ext cx="861606" cy="429683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ea typeface="Helvetica Neue" panose="02000503000000020004" pitchFamily="2" charset="0"/>
                <a:cs typeface="Arial" panose="020B0604020202020204" pitchFamily="34" charset="0"/>
              </a:rPr>
              <a:t>host-1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46527F-3B4B-B4B0-5285-7F5977E698D7}"/>
              </a:ext>
            </a:extLst>
          </p:cNvPr>
          <p:cNvSpPr/>
          <p:nvPr/>
        </p:nvSpPr>
        <p:spPr>
          <a:xfrm>
            <a:off x="4781434" y="2978545"/>
            <a:ext cx="861601" cy="441358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host-2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AE8C6D-C282-A7ED-3045-B0148178B09D}"/>
              </a:ext>
            </a:extLst>
          </p:cNvPr>
          <p:cNvCxnSpPr>
            <a:cxnSpLocks/>
          </p:cNvCxnSpPr>
          <p:nvPr/>
        </p:nvCxnSpPr>
        <p:spPr>
          <a:xfrm>
            <a:off x="4045490" y="2640961"/>
            <a:ext cx="0" cy="34307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D37F90-A7F5-E42F-1E4F-0C58968DD134}"/>
              </a:ext>
            </a:extLst>
          </p:cNvPr>
          <p:cNvCxnSpPr/>
          <p:nvPr/>
        </p:nvCxnSpPr>
        <p:spPr>
          <a:xfrm>
            <a:off x="5184938" y="2647486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1948019-D205-1ACE-49F0-BF432DDAA71A}"/>
              </a:ext>
            </a:extLst>
          </p:cNvPr>
          <p:cNvSpPr/>
          <p:nvPr/>
        </p:nvSpPr>
        <p:spPr>
          <a:xfrm>
            <a:off x="5948177" y="2978545"/>
            <a:ext cx="861601" cy="441358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host-3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8508FB-4215-C42A-AC65-1C35FE877BB1}"/>
              </a:ext>
            </a:extLst>
          </p:cNvPr>
          <p:cNvSpPr/>
          <p:nvPr/>
        </p:nvSpPr>
        <p:spPr>
          <a:xfrm>
            <a:off x="7315731" y="2974342"/>
            <a:ext cx="861601" cy="441358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host-n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B6C27F-AF92-8C8A-429B-19BB545C7668}"/>
              </a:ext>
            </a:extLst>
          </p:cNvPr>
          <p:cNvCxnSpPr/>
          <p:nvPr/>
        </p:nvCxnSpPr>
        <p:spPr>
          <a:xfrm>
            <a:off x="6378977" y="2647486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9D930D0-9EFC-0970-5524-4F40A30AA9DF}"/>
              </a:ext>
            </a:extLst>
          </p:cNvPr>
          <p:cNvSpPr txBox="1"/>
          <p:nvPr/>
        </p:nvSpPr>
        <p:spPr>
          <a:xfrm>
            <a:off x="6838782" y="2990220"/>
            <a:ext cx="447945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3FB4E0"/>
                </a:solidFill>
              </a:rPr>
              <a:t>. . 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B40731-A2EA-221C-9C00-2419E71789A0}"/>
              </a:ext>
            </a:extLst>
          </p:cNvPr>
          <p:cNvCxnSpPr/>
          <p:nvPr/>
        </p:nvCxnSpPr>
        <p:spPr>
          <a:xfrm>
            <a:off x="7746531" y="2647723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500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48131-6B32-3FB5-5DD9-696746F71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F158F3-9225-E7FA-B676-10BE7DBA7D20}"/>
              </a:ext>
            </a:extLst>
          </p:cNvPr>
          <p:cNvSpPr/>
          <p:nvPr/>
        </p:nvSpPr>
        <p:spPr>
          <a:xfrm>
            <a:off x="1802661" y="1345391"/>
            <a:ext cx="7689682" cy="4184551"/>
          </a:xfrm>
          <a:prstGeom prst="rect">
            <a:avLst/>
          </a:prstGeom>
          <a:solidFill>
            <a:srgbClr val="3FB4E0">
              <a:alpha val="1995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A85EB2-91A7-A3EA-29EB-4769E4F8A657}"/>
              </a:ext>
            </a:extLst>
          </p:cNvPr>
          <p:cNvSpPr/>
          <p:nvPr/>
        </p:nvSpPr>
        <p:spPr>
          <a:xfrm>
            <a:off x="1644074" y="1193962"/>
            <a:ext cx="8031149" cy="4479725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926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3A0346-7A0E-2353-92A6-70E173C24E1E}"/>
              </a:ext>
            </a:extLst>
          </p:cNvPr>
          <p:cNvSpPr/>
          <p:nvPr/>
        </p:nvSpPr>
        <p:spPr>
          <a:xfrm>
            <a:off x="2748893" y="1538678"/>
            <a:ext cx="1442473" cy="2484231"/>
          </a:xfrm>
          <a:prstGeom prst="rect">
            <a:avLst/>
          </a:prstGeom>
          <a:noFill/>
          <a:ln w="25400">
            <a:solidFill>
              <a:srgbClr val="FFC000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B79E2F-E527-C4D9-E28B-7AA6B6792517}"/>
              </a:ext>
            </a:extLst>
          </p:cNvPr>
          <p:cNvSpPr/>
          <p:nvPr/>
        </p:nvSpPr>
        <p:spPr>
          <a:xfrm>
            <a:off x="4985349" y="1600554"/>
            <a:ext cx="1264367" cy="2733935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NSO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0A033-C176-DE0B-BBA6-FE9F56ADA91F}"/>
              </a:ext>
            </a:extLst>
          </p:cNvPr>
          <p:cNvSpPr/>
          <p:nvPr/>
        </p:nvSpPr>
        <p:spPr>
          <a:xfrm>
            <a:off x="2839607" y="1600554"/>
            <a:ext cx="1247358" cy="1129275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Generic NED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B70E13-97D4-D5A9-03FD-3487022CC069}"/>
              </a:ext>
            </a:extLst>
          </p:cNvPr>
          <p:cNvSpPr/>
          <p:nvPr/>
        </p:nvSpPr>
        <p:spPr>
          <a:xfrm>
            <a:off x="2938620" y="1924190"/>
            <a:ext cx="1031868" cy="317501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Driver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9026B6-225B-D79D-FC73-B53EFD4F65EA}"/>
              </a:ext>
            </a:extLst>
          </p:cNvPr>
          <p:cNvSpPr/>
          <p:nvPr/>
        </p:nvSpPr>
        <p:spPr>
          <a:xfrm>
            <a:off x="2938620" y="2294237"/>
            <a:ext cx="1031868" cy="322227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YANG Model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4441EF-347B-EB8A-FE2D-493579603A74}"/>
              </a:ext>
            </a:extLst>
          </p:cNvPr>
          <p:cNvSpPr/>
          <p:nvPr/>
        </p:nvSpPr>
        <p:spPr>
          <a:xfrm>
            <a:off x="2834206" y="2817505"/>
            <a:ext cx="1258160" cy="11292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CLI NED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71AB384-4B45-4AD4-8EB0-F7C512287A51}"/>
              </a:ext>
            </a:extLst>
          </p:cNvPr>
          <p:cNvSpPr/>
          <p:nvPr/>
        </p:nvSpPr>
        <p:spPr>
          <a:xfrm>
            <a:off x="2927416" y="2896937"/>
            <a:ext cx="1031868" cy="322227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Driver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5C8C5BB-948A-0716-24FE-1980A890394A}"/>
              </a:ext>
            </a:extLst>
          </p:cNvPr>
          <p:cNvSpPr/>
          <p:nvPr/>
        </p:nvSpPr>
        <p:spPr>
          <a:xfrm>
            <a:off x="2921613" y="3274935"/>
            <a:ext cx="1031868" cy="322227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YANG Model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BA6CC16-6829-84CC-3F13-4658F7881072}"/>
              </a:ext>
            </a:extLst>
          </p:cNvPr>
          <p:cNvSpPr/>
          <p:nvPr/>
        </p:nvSpPr>
        <p:spPr>
          <a:xfrm>
            <a:off x="5145522" y="3839145"/>
            <a:ext cx="961696" cy="377552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NETCONF Client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FB1C782-8495-2062-BB34-6B88BBD9C063}"/>
              </a:ext>
            </a:extLst>
          </p:cNvPr>
          <p:cNvSpPr/>
          <p:nvPr/>
        </p:nvSpPr>
        <p:spPr>
          <a:xfrm>
            <a:off x="5196748" y="1924190"/>
            <a:ext cx="858577" cy="1672972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Device Manager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40F1F89-10A3-94E7-F40E-CC64F48F9244}"/>
              </a:ext>
            </a:extLst>
          </p:cNvPr>
          <p:cNvSpPr/>
          <p:nvPr/>
        </p:nvSpPr>
        <p:spPr>
          <a:xfrm>
            <a:off x="4985349" y="4517501"/>
            <a:ext cx="1264367" cy="85164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bg1"/>
                </a:solidFill>
                <a:cs typeface="Arial" panose="020B0604020202020204" pitchFamily="34" charset="0"/>
              </a:rPr>
              <a:t>NETCONF Package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CE261A77-B1D5-757D-7045-A20F98A95B1A}"/>
              </a:ext>
            </a:extLst>
          </p:cNvPr>
          <p:cNvCxnSpPr/>
          <p:nvPr/>
        </p:nvCxnSpPr>
        <p:spPr>
          <a:xfrm>
            <a:off x="3970488" y="2087109"/>
            <a:ext cx="122626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5ED387E-258D-214B-8FC9-9B6E47C6AB46}"/>
              </a:ext>
            </a:extLst>
          </p:cNvPr>
          <p:cNvCxnSpPr/>
          <p:nvPr/>
        </p:nvCxnSpPr>
        <p:spPr>
          <a:xfrm>
            <a:off x="3970488" y="2458170"/>
            <a:ext cx="122626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E3B75FEC-16FF-610C-5A44-F9C6EDA98CE3}"/>
              </a:ext>
            </a:extLst>
          </p:cNvPr>
          <p:cNvCxnSpPr/>
          <p:nvPr/>
        </p:nvCxnSpPr>
        <p:spPr>
          <a:xfrm>
            <a:off x="3970488" y="3059488"/>
            <a:ext cx="122626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F98E778-0581-B115-117A-9B8F1B08D5F0}"/>
              </a:ext>
            </a:extLst>
          </p:cNvPr>
          <p:cNvCxnSpPr/>
          <p:nvPr/>
        </p:nvCxnSpPr>
        <p:spPr>
          <a:xfrm>
            <a:off x="3970488" y="3417296"/>
            <a:ext cx="122626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F6316C0-303E-AC59-AF39-9F98E0321339}"/>
              </a:ext>
            </a:extLst>
          </p:cNvPr>
          <p:cNvSpPr/>
          <p:nvPr/>
        </p:nvSpPr>
        <p:spPr>
          <a:xfrm>
            <a:off x="7148101" y="1611829"/>
            <a:ext cx="1264367" cy="1129275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Generic NED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B57D6DE-1E6F-F6B4-8F80-7F6E825619DD}"/>
              </a:ext>
            </a:extLst>
          </p:cNvPr>
          <p:cNvSpPr/>
          <p:nvPr/>
        </p:nvSpPr>
        <p:spPr>
          <a:xfrm>
            <a:off x="7281585" y="1932240"/>
            <a:ext cx="1031868" cy="317501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Driver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A00053B-70F0-003C-1240-2AE45FCFE159}"/>
              </a:ext>
            </a:extLst>
          </p:cNvPr>
          <p:cNvSpPr/>
          <p:nvPr/>
        </p:nvSpPr>
        <p:spPr>
          <a:xfrm>
            <a:off x="7281585" y="2291321"/>
            <a:ext cx="1031868" cy="322227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YANG Model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EE80760-E669-960A-6755-D289C7F6A141}"/>
              </a:ext>
            </a:extLst>
          </p:cNvPr>
          <p:cNvSpPr/>
          <p:nvPr/>
        </p:nvSpPr>
        <p:spPr>
          <a:xfrm>
            <a:off x="7142700" y="2828780"/>
            <a:ext cx="1264367" cy="11292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CLI NED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0D9F927-31B2-D4E8-31CB-3B0CB2D4329E}"/>
              </a:ext>
            </a:extLst>
          </p:cNvPr>
          <p:cNvSpPr/>
          <p:nvPr/>
        </p:nvSpPr>
        <p:spPr>
          <a:xfrm>
            <a:off x="7290623" y="2896937"/>
            <a:ext cx="1031868" cy="322227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Driver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EE99F6B-7F31-8F22-BEA8-EC9695ED0F50}"/>
              </a:ext>
            </a:extLst>
          </p:cNvPr>
          <p:cNvSpPr/>
          <p:nvPr/>
        </p:nvSpPr>
        <p:spPr>
          <a:xfrm>
            <a:off x="7281585" y="3293035"/>
            <a:ext cx="1031868" cy="322227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YANG Model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ECF7312-173A-4563-E50C-3B5F63A535AA}"/>
              </a:ext>
            </a:extLst>
          </p:cNvPr>
          <p:cNvCxnSpPr/>
          <p:nvPr/>
        </p:nvCxnSpPr>
        <p:spPr>
          <a:xfrm>
            <a:off x="6055325" y="2087109"/>
            <a:ext cx="122626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9F62144F-F3C3-7C89-73FC-8F203F941273}"/>
              </a:ext>
            </a:extLst>
          </p:cNvPr>
          <p:cNvCxnSpPr/>
          <p:nvPr/>
        </p:nvCxnSpPr>
        <p:spPr>
          <a:xfrm>
            <a:off x="6055325" y="2452434"/>
            <a:ext cx="122626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A6FD1E13-EC1B-C1B3-BB0B-11A1E5B99936}"/>
              </a:ext>
            </a:extLst>
          </p:cNvPr>
          <p:cNvCxnSpPr/>
          <p:nvPr/>
        </p:nvCxnSpPr>
        <p:spPr>
          <a:xfrm>
            <a:off x="6055325" y="3056849"/>
            <a:ext cx="122626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044CA60-D389-C6CA-79C1-A9CFC8B4054F}"/>
              </a:ext>
            </a:extLst>
          </p:cNvPr>
          <p:cNvCxnSpPr/>
          <p:nvPr/>
        </p:nvCxnSpPr>
        <p:spPr>
          <a:xfrm>
            <a:off x="6055325" y="3436048"/>
            <a:ext cx="122626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0C44E68-1E30-0D24-7C6C-299F13FB1429}"/>
              </a:ext>
            </a:extLst>
          </p:cNvPr>
          <p:cNvSpPr/>
          <p:nvPr/>
        </p:nvSpPr>
        <p:spPr>
          <a:xfrm>
            <a:off x="5036719" y="4952123"/>
            <a:ext cx="1156621" cy="322227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YANG Models</a:t>
            </a:r>
          </a:p>
        </p:txBody>
      </p:sp>
      <p:cxnSp>
        <p:nvCxnSpPr>
          <p:cNvPr id="142" name="Elbow Connector 141">
            <a:extLst>
              <a:ext uri="{FF2B5EF4-FFF2-40B4-BE49-F238E27FC236}">
                <a16:creationId xmlns:a16="http://schemas.microsoft.com/office/drawing/2014/main" id="{0874B52C-5E38-EBB8-E518-92FB7B60C5B0}"/>
              </a:ext>
            </a:extLst>
          </p:cNvPr>
          <p:cNvCxnSpPr/>
          <p:nvPr/>
        </p:nvCxnSpPr>
        <p:spPr>
          <a:xfrm rot="10800000" flipH="1">
            <a:off x="5036718" y="4027921"/>
            <a:ext cx="108803" cy="1085316"/>
          </a:xfrm>
          <a:prstGeom prst="bentConnector3">
            <a:avLst>
              <a:gd name="adj1" fmla="val -210105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4FCAE831-9069-6BEF-E7D6-624D232D8BA4}"/>
              </a:ext>
            </a:extLst>
          </p:cNvPr>
          <p:cNvSpPr txBox="1"/>
          <p:nvPr/>
        </p:nvSpPr>
        <p:spPr>
          <a:xfrm>
            <a:off x="2818235" y="4026391"/>
            <a:ext cx="135846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Cisco-provided NEDs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8A37706-F779-1C14-761D-9AEEFD916F52}"/>
              </a:ext>
            </a:extLst>
          </p:cNvPr>
          <p:cNvSpPr txBox="1"/>
          <p:nvPr/>
        </p:nvSpPr>
        <p:spPr>
          <a:xfrm>
            <a:off x="7212367" y="4022909"/>
            <a:ext cx="1170303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Non-Cisco NEDs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6CF06665-D713-2C6E-2F73-EDCE297DD191}"/>
              </a:ext>
            </a:extLst>
          </p:cNvPr>
          <p:cNvCxnSpPr>
            <a:cxnSpLocks/>
          </p:cNvCxnSpPr>
          <p:nvPr/>
        </p:nvCxnSpPr>
        <p:spPr>
          <a:xfrm>
            <a:off x="5626370" y="3597162"/>
            <a:ext cx="0" cy="241983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C61E3B56-5ABF-6836-8DE1-26B8DBA45644}"/>
              </a:ext>
            </a:extLst>
          </p:cNvPr>
          <p:cNvSpPr/>
          <p:nvPr/>
        </p:nvSpPr>
        <p:spPr>
          <a:xfrm>
            <a:off x="8634882" y="1967837"/>
            <a:ext cx="618290" cy="23020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AD46612-BBC5-0841-A39F-CFC9F5C32B0F}"/>
              </a:ext>
            </a:extLst>
          </p:cNvPr>
          <p:cNvSpPr/>
          <p:nvPr/>
        </p:nvSpPr>
        <p:spPr>
          <a:xfrm>
            <a:off x="8634882" y="2941746"/>
            <a:ext cx="618290" cy="23020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1CE89080-4503-1157-D173-649D6D39579D}"/>
              </a:ext>
            </a:extLst>
          </p:cNvPr>
          <p:cNvSpPr/>
          <p:nvPr/>
        </p:nvSpPr>
        <p:spPr>
          <a:xfrm>
            <a:off x="2002600" y="1998317"/>
            <a:ext cx="618290" cy="23020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4323E62E-1CCB-0101-D3AC-72D1454CFA90}"/>
              </a:ext>
            </a:extLst>
          </p:cNvPr>
          <p:cNvSpPr/>
          <p:nvPr/>
        </p:nvSpPr>
        <p:spPr>
          <a:xfrm>
            <a:off x="1995462" y="2933790"/>
            <a:ext cx="618290" cy="23020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9DCC4AD2-2FE7-612A-CA6F-624746054C61}"/>
              </a:ext>
            </a:extLst>
          </p:cNvPr>
          <p:cNvCxnSpPr>
            <a:cxnSpLocks/>
          </p:cNvCxnSpPr>
          <p:nvPr/>
        </p:nvCxnSpPr>
        <p:spPr>
          <a:xfrm flipV="1">
            <a:off x="2622586" y="3041641"/>
            <a:ext cx="302083" cy="7252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4076E442-0D91-819E-1581-00EE64CC0A18}"/>
              </a:ext>
            </a:extLst>
          </p:cNvPr>
          <p:cNvCxnSpPr>
            <a:cxnSpLocks/>
          </p:cNvCxnSpPr>
          <p:nvPr/>
        </p:nvCxnSpPr>
        <p:spPr>
          <a:xfrm flipV="1">
            <a:off x="2621673" y="2113420"/>
            <a:ext cx="302083" cy="7252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D9D723B6-D50F-444E-14CE-ADB0F85EC2D9}"/>
              </a:ext>
            </a:extLst>
          </p:cNvPr>
          <p:cNvCxnSpPr>
            <a:cxnSpLocks/>
          </p:cNvCxnSpPr>
          <p:nvPr/>
        </p:nvCxnSpPr>
        <p:spPr>
          <a:xfrm flipV="1">
            <a:off x="8318908" y="2082638"/>
            <a:ext cx="302083" cy="7252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EEB0C47A-BAA7-652A-1919-D2BC0A4BC9A9}"/>
              </a:ext>
            </a:extLst>
          </p:cNvPr>
          <p:cNvCxnSpPr>
            <a:cxnSpLocks/>
          </p:cNvCxnSpPr>
          <p:nvPr/>
        </p:nvCxnSpPr>
        <p:spPr>
          <a:xfrm flipV="1">
            <a:off x="8321522" y="3083807"/>
            <a:ext cx="302083" cy="7252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27F9E59D-3612-9BD5-D35D-B19F68F83784}"/>
              </a:ext>
            </a:extLst>
          </p:cNvPr>
          <p:cNvSpPr/>
          <p:nvPr/>
        </p:nvSpPr>
        <p:spPr>
          <a:xfrm>
            <a:off x="6423368" y="3873596"/>
            <a:ext cx="618290" cy="23020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BFC022C8-BF77-EF51-18BE-02148FE1F9CD}"/>
              </a:ext>
            </a:extLst>
          </p:cNvPr>
          <p:cNvCxnSpPr>
            <a:cxnSpLocks/>
          </p:cNvCxnSpPr>
          <p:nvPr/>
        </p:nvCxnSpPr>
        <p:spPr>
          <a:xfrm flipV="1">
            <a:off x="6110654" y="4015657"/>
            <a:ext cx="302083" cy="7252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203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EF8AC-E37C-1203-439D-1D44220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C06744-3346-2D9F-CB14-DBFB51C0A699}"/>
              </a:ext>
            </a:extLst>
          </p:cNvPr>
          <p:cNvSpPr/>
          <p:nvPr/>
        </p:nvSpPr>
        <p:spPr>
          <a:xfrm>
            <a:off x="6096000" y="1905101"/>
            <a:ext cx="3390453" cy="2438298"/>
          </a:xfrm>
          <a:prstGeom prst="rect">
            <a:avLst/>
          </a:prstGeom>
          <a:solidFill>
            <a:srgbClr val="3FB4E0">
              <a:alpha val="2024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3775BD-9DEA-8A5E-3AAE-16252E85480E}"/>
              </a:ext>
            </a:extLst>
          </p:cNvPr>
          <p:cNvSpPr/>
          <p:nvPr/>
        </p:nvSpPr>
        <p:spPr>
          <a:xfrm>
            <a:off x="2286651" y="1893986"/>
            <a:ext cx="3390453" cy="2449413"/>
          </a:xfrm>
          <a:prstGeom prst="rect">
            <a:avLst/>
          </a:prstGeom>
          <a:solidFill>
            <a:srgbClr val="3FB4E0">
              <a:alpha val="2024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4BEFE7-0202-256C-3B4F-D0CE985E0F01}"/>
              </a:ext>
            </a:extLst>
          </p:cNvPr>
          <p:cNvSpPr/>
          <p:nvPr/>
        </p:nvSpPr>
        <p:spPr>
          <a:xfrm>
            <a:off x="5973195" y="1759131"/>
            <a:ext cx="3648892" cy="2734491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52934E-51F8-0262-4684-DAE292FC31ED}"/>
              </a:ext>
            </a:extLst>
          </p:cNvPr>
          <p:cNvSpPr/>
          <p:nvPr/>
        </p:nvSpPr>
        <p:spPr>
          <a:xfrm>
            <a:off x="2151017" y="1759131"/>
            <a:ext cx="3648892" cy="273449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AFD29F-2124-FF9C-5310-F77C5094EF8A}"/>
              </a:ext>
            </a:extLst>
          </p:cNvPr>
          <p:cNvSpPr/>
          <p:nvPr/>
        </p:nvSpPr>
        <p:spPr>
          <a:xfrm>
            <a:off x="2523333" y="2157165"/>
            <a:ext cx="2918554" cy="155959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CLI NED</a:t>
            </a:r>
          </a:p>
        </p:txBody>
      </p:sp>
      <p:sp>
        <p:nvSpPr>
          <p:cNvPr id="5" name="Snip Single Corner Rectangle 4">
            <a:extLst>
              <a:ext uri="{FF2B5EF4-FFF2-40B4-BE49-F238E27FC236}">
                <a16:creationId xmlns:a16="http://schemas.microsoft.com/office/drawing/2014/main" id="{1EF96A65-0397-A206-9574-16482F8A8448}"/>
              </a:ext>
            </a:extLst>
          </p:cNvPr>
          <p:cNvSpPr/>
          <p:nvPr/>
        </p:nvSpPr>
        <p:spPr>
          <a:xfrm>
            <a:off x="2701186" y="2477576"/>
            <a:ext cx="1220023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Data Transformer</a:t>
            </a:r>
          </a:p>
        </p:txBody>
      </p:sp>
      <p:sp>
        <p:nvSpPr>
          <p:cNvPr id="6" name="Snip Single Corner Rectangle 5">
            <a:extLst>
              <a:ext uri="{FF2B5EF4-FFF2-40B4-BE49-F238E27FC236}">
                <a16:creationId xmlns:a16="http://schemas.microsoft.com/office/drawing/2014/main" id="{F50925D5-84C0-4C71-8D62-F3BB23EEA1E3}"/>
              </a:ext>
            </a:extLst>
          </p:cNvPr>
          <p:cNvSpPr/>
          <p:nvPr/>
        </p:nvSpPr>
        <p:spPr>
          <a:xfrm>
            <a:off x="2701187" y="2850238"/>
            <a:ext cx="1220022" cy="322227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CLI Parser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E05BDA-3E46-5AF9-0B9B-44005A3C9E18}"/>
              </a:ext>
            </a:extLst>
          </p:cNvPr>
          <p:cNvSpPr/>
          <p:nvPr/>
        </p:nvSpPr>
        <p:spPr>
          <a:xfrm>
            <a:off x="3040347" y="3947391"/>
            <a:ext cx="618290" cy="23020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D39DEB-B726-A2BA-CB87-EA1CD210223B}"/>
              </a:ext>
            </a:extLst>
          </p:cNvPr>
          <p:cNvCxnSpPr>
            <a:cxnSpLocks/>
          </p:cNvCxnSpPr>
          <p:nvPr/>
        </p:nvCxnSpPr>
        <p:spPr>
          <a:xfrm flipV="1">
            <a:off x="3349492" y="3563198"/>
            <a:ext cx="0" cy="358066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nip Single Corner Rectangle 11">
            <a:extLst>
              <a:ext uri="{FF2B5EF4-FFF2-40B4-BE49-F238E27FC236}">
                <a16:creationId xmlns:a16="http://schemas.microsoft.com/office/drawing/2014/main" id="{FC21447F-5B17-640F-1904-FD8476E4C317}"/>
              </a:ext>
            </a:extLst>
          </p:cNvPr>
          <p:cNvSpPr/>
          <p:nvPr/>
        </p:nvSpPr>
        <p:spPr>
          <a:xfrm>
            <a:off x="2701187" y="3225224"/>
            <a:ext cx="1220022" cy="322227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Protocol Client</a:t>
            </a:r>
          </a:p>
        </p:txBody>
      </p:sp>
      <p:sp>
        <p:nvSpPr>
          <p:cNvPr id="15" name="Snip Single Corner Rectangle 14">
            <a:extLst>
              <a:ext uri="{FF2B5EF4-FFF2-40B4-BE49-F238E27FC236}">
                <a16:creationId xmlns:a16="http://schemas.microsoft.com/office/drawing/2014/main" id="{2BBE1AA2-F007-A99A-43F2-78F5DADF78F2}"/>
              </a:ext>
            </a:extLst>
          </p:cNvPr>
          <p:cNvSpPr/>
          <p:nvPr/>
        </p:nvSpPr>
        <p:spPr>
          <a:xfrm>
            <a:off x="4046171" y="2477576"/>
            <a:ext cx="1220022" cy="1072239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YANG Models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F657D6-9C0A-E5AF-D4F4-E47A163C42E4}"/>
              </a:ext>
            </a:extLst>
          </p:cNvPr>
          <p:cNvSpPr/>
          <p:nvPr/>
        </p:nvSpPr>
        <p:spPr>
          <a:xfrm>
            <a:off x="6303441" y="2157165"/>
            <a:ext cx="2918554" cy="155959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Generic NED</a:t>
            </a:r>
          </a:p>
        </p:txBody>
      </p:sp>
      <p:sp>
        <p:nvSpPr>
          <p:cNvPr id="20" name="Snip Single Corner Rectangle 19">
            <a:extLst>
              <a:ext uri="{FF2B5EF4-FFF2-40B4-BE49-F238E27FC236}">
                <a16:creationId xmlns:a16="http://schemas.microsoft.com/office/drawing/2014/main" id="{ECF60D93-ABBE-2002-2B2B-0813C62F5E4B}"/>
              </a:ext>
            </a:extLst>
          </p:cNvPr>
          <p:cNvSpPr/>
          <p:nvPr/>
        </p:nvSpPr>
        <p:spPr>
          <a:xfrm>
            <a:off x="6481294" y="2477576"/>
            <a:ext cx="1220023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Data Transformer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2F87E4-4D46-B6E0-50FB-11377A3BA9AB}"/>
              </a:ext>
            </a:extLst>
          </p:cNvPr>
          <p:cNvSpPr/>
          <p:nvPr/>
        </p:nvSpPr>
        <p:spPr>
          <a:xfrm>
            <a:off x="6820455" y="3947391"/>
            <a:ext cx="618290" cy="23020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C9818C4-6A9B-7625-344B-246071741078}"/>
              </a:ext>
            </a:extLst>
          </p:cNvPr>
          <p:cNvCxnSpPr>
            <a:cxnSpLocks/>
          </p:cNvCxnSpPr>
          <p:nvPr/>
        </p:nvCxnSpPr>
        <p:spPr>
          <a:xfrm flipV="1">
            <a:off x="7129600" y="3563198"/>
            <a:ext cx="0" cy="358066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nip Single Corner Rectangle 23">
            <a:extLst>
              <a:ext uri="{FF2B5EF4-FFF2-40B4-BE49-F238E27FC236}">
                <a16:creationId xmlns:a16="http://schemas.microsoft.com/office/drawing/2014/main" id="{F4189202-308A-1D37-BD55-296EBB71BC00}"/>
              </a:ext>
            </a:extLst>
          </p:cNvPr>
          <p:cNvSpPr/>
          <p:nvPr/>
        </p:nvSpPr>
        <p:spPr>
          <a:xfrm>
            <a:off x="6481295" y="3225224"/>
            <a:ext cx="1220022" cy="322227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Protocol Client</a:t>
            </a:r>
          </a:p>
        </p:txBody>
      </p:sp>
      <p:sp>
        <p:nvSpPr>
          <p:cNvPr id="25" name="Snip Single Corner Rectangle 24">
            <a:extLst>
              <a:ext uri="{FF2B5EF4-FFF2-40B4-BE49-F238E27FC236}">
                <a16:creationId xmlns:a16="http://schemas.microsoft.com/office/drawing/2014/main" id="{28E17FA6-722B-0624-20AD-DF6FD73491F5}"/>
              </a:ext>
            </a:extLst>
          </p:cNvPr>
          <p:cNvSpPr/>
          <p:nvPr/>
        </p:nvSpPr>
        <p:spPr>
          <a:xfrm>
            <a:off x="7826279" y="2477576"/>
            <a:ext cx="1220022" cy="1072239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YANG Models</a:t>
            </a:r>
          </a:p>
        </p:txBody>
      </p:sp>
    </p:spTree>
    <p:extLst>
      <p:ext uri="{BB962C8B-B14F-4D97-AF65-F5344CB8AC3E}">
        <p14:creationId xmlns:p14="http://schemas.microsoft.com/office/powerpoint/2010/main" val="194249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3C685-CDA1-5E72-0A0C-0FA0A6760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B9228D-65CF-7F1B-5F0A-8839E0BD0F8A}"/>
              </a:ext>
            </a:extLst>
          </p:cNvPr>
          <p:cNvSpPr/>
          <p:nvPr/>
        </p:nvSpPr>
        <p:spPr>
          <a:xfrm>
            <a:off x="1776248" y="1933902"/>
            <a:ext cx="9475226" cy="2409497"/>
          </a:xfrm>
          <a:prstGeom prst="rect">
            <a:avLst/>
          </a:prstGeom>
          <a:solidFill>
            <a:srgbClr val="3FB4E0">
              <a:alpha val="2024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8A224C-44F3-D1BE-2804-AED7B209B225}"/>
              </a:ext>
            </a:extLst>
          </p:cNvPr>
          <p:cNvSpPr/>
          <p:nvPr/>
        </p:nvSpPr>
        <p:spPr>
          <a:xfrm>
            <a:off x="1608083" y="1734207"/>
            <a:ext cx="9782727" cy="278524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35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E0C7DD-8195-0632-5BA8-A20668347429}"/>
              </a:ext>
            </a:extLst>
          </p:cNvPr>
          <p:cNvSpPr/>
          <p:nvPr/>
        </p:nvSpPr>
        <p:spPr>
          <a:xfrm>
            <a:off x="1942563" y="2157165"/>
            <a:ext cx="2970095" cy="155959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3rd Party YANG RESTCONF NED</a:t>
            </a:r>
          </a:p>
        </p:txBody>
      </p:sp>
      <p:sp>
        <p:nvSpPr>
          <p:cNvPr id="7" name="Snip Single Corner Rectangle 6">
            <a:extLst>
              <a:ext uri="{FF2B5EF4-FFF2-40B4-BE49-F238E27FC236}">
                <a16:creationId xmlns:a16="http://schemas.microsoft.com/office/drawing/2014/main" id="{439BE493-7922-C290-FBD8-FDE7B733F1D2}"/>
              </a:ext>
            </a:extLst>
          </p:cNvPr>
          <p:cNvSpPr/>
          <p:nvPr/>
        </p:nvSpPr>
        <p:spPr>
          <a:xfrm>
            <a:off x="2052920" y="2477576"/>
            <a:ext cx="1287519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Data Transformer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6573A2-6A91-8827-3EB8-C6E296CD3635}"/>
              </a:ext>
            </a:extLst>
          </p:cNvPr>
          <p:cNvSpPr/>
          <p:nvPr/>
        </p:nvSpPr>
        <p:spPr>
          <a:xfrm>
            <a:off x="2459577" y="3947391"/>
            <a:ext cx="618290" cy="23020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3AED8D-7771-8A83-42BC-8ECC21FAD0FF}"/>
              </a:ext>
            </a:extLst>
          </p:cNvPr>
          <p:cNvCxnSpPr>
            <a:cxnSpLocks/>
          </p:cNvCxnSpPr>
          <p:nvPr/>
        </p:nvCxnSpPr>
        <p:spPr>
          <a:xfrm flipV="1">
            <a:off x="2768722" y="3563198"/>
            <a:ext cx="0" cy="358066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nip Single Corner Rectangle 10">
            <a:extLst>
              <a:ext uri="{FF2B5EF4-FFF2-40B4-BE49-F238E27FC236}">
                <a16:creationId xmlns:a16="http://schemas.microsoft.com/office/drawing/2014/main" id="{AD2BEAFA-A40E-53C0-3432-27B32BC51A87}"/>
              </a:ext>
            </a:extLst>
          </p:cNvPr>
          <p:cNvSpPr/>
          <p:nvPr/>
        </p:nvSpPr>
        <p:spPr>
          <a:xfrm>
            <a:off x="2052920" y="3225224"/>
            <a:ext cx="1287519" cy="322227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RESTCONF Client</a:t>
            </a:r>
          </a:p>
        </p:txBody>
      </p:sp>
      <p:sp>
        <p:nvSpPr>
          <p:cNvPr id="12" name="Snip Single Corner Rectangle 11">
            <a:extLst>
              <a:ext uri="{FF2B5EF4-FFF2-40B4-BE49-F238E27FC236}">
                <a16:creationId xmlns:a16="http://schemas.microsoft.com/office/drawing/2014/main" id="{02F52AF9-C6E3-F0E8-F298-E504C80804E0}"/>
              </a:ext>
            </a:extLst>
          </p:cNvPr>
          <p:cNvSpPr/>
          <p:nvPr/>
        </p:nvSpPr>
        <p:spPr>
          <a:xfrm>
            <a:off x="3465400" y="2477576"/>
            <a:ext cx="1333111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Internal YANG Models</a:t>
            </a:r>
          </a:p>
        </p:txBody>
      </p:sp>
      <p:sp>
        <p:nvSpPr>
          <p:cNvPr id="22" name="Snip Single Corner Rectangle 21">
            <a:extLst>
              <a:ext uri="{FF2B5EF4-FFF2-40B4-BE49-F238E27FC236}">
                <a16:creationId xmlns:a16="http://schemas.microsoft.com/office/drawing/2014/main" id="{E646C73F-0D5C-4A1C-8ABE-EB352F532B59}"/>
              </a:ext>
            </a:extLst>
          </p:cNvPr>
          <p:cNvSpPr/>
          <p:nvPr/>
        </p:nvSpPr>
        <p:spPr>
          <a:xfrm>
            <a:off x="3465401" y="3223120"/>
            <a:ext cx="1333110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Device YANG Models</a:t>
            </a:r>
          </a:p>
        </p:txBody>
      </p:sp>
      <p:sp>
        <p:nvSpPr>
          <p:cNvPr id="23" name="Snip Single Corner Rectangle 22">
            <a:extLst>
              <a:ext uri="{FF2B5EF4-FFF2-40B4-BE49-F238E27FC236}">
                <a16:creationId xmlns:a16="http://schemas.microsoft.com/office/drawing/2014/main" id="{10389193-BF41-A2FE-75AC-2DAD0923BBC5}"/>
              </a:ext>
            </a:extLst>
          </p:cNvPr>
          <p:cNvSpPr/>
          <p:nvPr/>
        </p:nvSpPr>
        <p:spPr>
          <a:xfrm>
            <a:off x="3465400" y="2836670"/>
            <a:ext cx="414921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YR</a:t>
            </a:r>
          </a:p>
        </p:txBody>
      </p:sp>
      <p:sp>
        <p:nvSpPr>
          <p:cNvPr id="24" name="Snip Single Corner Rectangle 23">
            <a:extLst>
              <a:ext uri="{FF2B5EF4-FFF2-40B4-BE49-F238E27FC236}">
                <a16:creationId xmlns:a16="http://schemas.microsoft.com/office/drawing/2014/main" id="{AB634B99-6A69-DDAC-37FB-415D9CD2A9D8}"/>
              </a:ext>
            </a:extLst>
          </p:cNvPr>
          <p:cNvSpPr/>
          <p:nvPr/>
        </p:nvSpPr>
        <p:spPr>
          <a:xfrm>
            <a:off x="3930988" y="2842489"/>
            <a:ext cx="414921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DR</a:t>
            </a:r>
          </a:p>
        </p:txBody>
      </p:sp>
      <p:sp>
        <p:nvSpPr>
          <p:cNvPr id="25" name="Snip Single Corner Rectangle 24">
            <a:extLst>
              <a:ext uri="{FF2B5EF4-FFF2-40B4-BE49-F238E27FC236}">
                <a16:creationId xmlns:a16="http://schemas.microsoft.com/office/drawing/2014/main" id="{B452AD73-976C-33EE-7B98-E76EEF910AB3}"/>
              </a:ext>
            </a:extLst>
          </p:cNvPr>
          <p:cNvSpPr/>
          <p:nvPr/>
        </p:nvSpPr>
        <p:spPr>
          <a:xfrm>
            <a:off x="4383590" y="2847139"/>
            <a:ext cx="414921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RR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C2AEDF-945A-B0FE-8BC8-22050AD86034}"/>
              </a:ext>
            </a:extLst>
          </p:cNvPr>
          <p:cNvSpPr/>
          <p:nvPr/>
        </p:nvSpPr>
        <p:spPr>
          <a:xfrm>
            <a:off x="5023015" y="2157165"/>
            <a:ext cx="2970095" cy="155959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3rd Party YANG gNMI NED</a:t>
            </a:r>
          </a:p>
        </p:txBody>
      </p:sp>
      <p:sp>
        <p:nvSpPr>
          <p:cNvPr id="27" name="Snip Single Corner Rectangle 26">
            <a:extLst>
              <a:ext uri="{FF2B5EF4-FFF2-40B4-BE49-F238E27FC236}">
                <a16:creationId xmlns:a16="http://schemas.microsoft.com/office/drawing/2014/main" id="{545A934B-9BEE-8039-51FF-4438D248E1C4}"/>
              </a:ext>
            </a:extLst>
          </p:cNvPr>
          <p:cNvSpPr/>
          <p:nvPr/>
        </p:nvSpPr>
        <p:spPr>
          <a:xfrm>
            <a:off x="5133372" y="2477576"/>
            <a:ext cx="1287519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Data Transformer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31AE0F-D908-E406-F565-3F9E17FD8C42}"/>
              </a:ext>
            </a:extLst>
          </p:cNvPr>
          <p:cNvSpPr/>
          <p:nvPr/>
        </p:nvSpPr>
        <p:spPr>
          <a:xfrm>
            <a:off x="5540029" y="3947391"/>
            <a:ext cx="618290" cy="23020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DDDF703-249C-A85B-E10F-99371AE54B02}"/>
              </a:ext>
            </a:extLst>
          </p:cNvPr>
          <p:cNvCxnSpPr>
            <a:cxnSpLocks/>
          </p:cNvCxnSpPr>
          <p:nvPr/>
        </p:nvCxnSpPr>
        <p:spPr>
          <a:xfrm flipV="1">
            <a:off x="5849174" y="3563198"/>
            <a:ext cx="0" cy="358066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nip Single Corner Rectangle 29">
            <a:extLst>
              <a:ext uri="{FF2B5EF4-FFF2-40B4-BE49-F238E27FC236}">
                <a16:creationId xmlns:a16="http://schemas.microsoft.com/office/drawing/2014/main" id="{B8EF31DB-AD9F-BDC8-8F42-50E8C95DECEB}"/>
              </a:ext>
            </a:extLst>
          </p:cNvPr>
          <p:cNvSpPr/>
          <p:nvPr/>
        </p:nvSpPr>
        <p:spPr>
          <a:xfrm>
            <a:off x="5133372" y="3225224"/>
            <a:ext cx="1287519" cy="322227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gNMI Client</a:t>
            </a:r>
          </a:p>
        </p:txBody>
      </p:sp>
      <p:sp>
        <p:nvSpPr>
          <p:cNvPr id="31" name="Snip Single Corner Rectangle 30">
            <a:extLst>
              <a:ext uri="{FF2B5EF4-FFF2-40B4-BE49-F238E27FC236}">
                <a16:creationId xmlns:a16="http://schemas.microsoft.com/office/drawing/2014/main" id="{CE42695F-670D-D72D-939A-2CACB835301B}"/>
              </a:ext>
            </a:extLst>
          </p:cNvPr>
          <p:cNvSpPr/>
          <p:nvPr/>
        </p:nvSpPr>
        <p:spPr>
          <a:xfrm>
            <a:off x="6545852" y="2477576"/>
            <a:ext cx="1333111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Internal YANG Models</a:t>
            </a:r>
          </a:p>
        </p:txBody>
      </p:sp>
      <p:sp>
        <p:nvSpPr>
          <p:cNvPr id="32" name="Snip Single Corner Rectangle 31">
            <a:extLst>
              <a:ext uri="{FF2B5EF4-FFF2-40B4-BE49-F238E27FC236}">
                <a16:creationId xmlns:a16="http://schemas.microsoft.com/office/drawing/2014/main" id="{CD683DF8-E142-227B-59E5-6D4AEAC64EB9}"/>
              </a:ext>
            </a:extLst>
          </p:cNvPr>
          <p:cNvSpPr/>
          <p:nvPr/>
        </p:nvSpPr>
        <p:spPr>
          <a:xfrm>
            <a:off x="6545853" y="3223120"/>
            <a:ext cx="1333110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Device YANG Models</a:t>
            </a:r>
          </a:p>
        </p:txBody>
      </p:sp>
      <p:sp>
        <p:nvSpPr>
          <p:cNvPr id="33" name="Snip Single Corner Rectangle 32">
            <a:extLst>
              <a:ext uri="{FF2B5EF4-FFF2-40B4-BE49-F238E27FC236}">
                <a16:creationId xmlns:a16="http://schemas.microsoft.com/office/drawing/2014/main" id="{F424C16F-6434-3F5D-A4D7-07803F296F48}"/>
              </a:ext>
            </a:extLst>
          </p:cNvPr>
          <p:cNvSpPr/>
          <p:nvPr/>
        </p:nvSpPr>
        <p:spPr>
          <a:xfrm>
            <a:off x="6545852" y="2836670"/>
            <a:ext cx="414921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YR</a:t>
            </a:r>
          </a:p>
        </p:txBody>
      </p:sp>
      <p:sp>
        <p:nvSpPr>
          <p:cNvPr id="34" name="Snip Single Corner Rectangle 33">
            <a:extLst>
              <a:ext uri="{FF2B5EF4-FFF2-40B4-BE49-F238E27FC236}">
                <a16:creationId xmlns:a16="http://schemas.microsoft.com/office/drawing/2014/main" id="{E3E2C7ED-BC38-876B-3AAB-3E145DFF7CFF}"/>
              </a:ext>
            </a:extLst>
          </p:cNvPr>
          <p:cNvSpPr/>
          <p:nvPr/>
        </p:nvSpPr>
        <p:spPr>
          <a:xfrm>
            <a:off x="7011440" y="2842489"/>
            <a:ext cx="414921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DR</a:t>
            </a:r>
          </a:p>
        </p:txBody>
      </p:sp>
      <p:sp>
        <p:nvSpPr>
          <p:cNvPr id="35" name="Snip Single Corner Rectangle 34">
            <a:extLst>
              <a:ext uri="{FF2B5EF4-FFF2-40B4-BE49-F238E27FC236}">
                <a16:creationId xmlns:a16="http://schemas.microsoft.com/office/drawing/2014/main" id="{21E2C3DA-FC2E-98D2-4F50-7A0889183C6F}"/>
              </a:ext>
            </a:extLst>
          </p:cNvPr>
          <p:cNvSpPr/>
          <p:nvPr/>
        </p:nvSpPr>
        <p:spPr>
          <a:xfrm>
            <a:off x="7464042" y="2847139"/>
            <a:ext cx="414921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RR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E42BD47-29E6-DC1D-402B-5CD630B0E6AB}"/>
              </a:ext>
            </a:extLst>
          </p:cNvPr>
          <p:cNvSpPr/>
          <p:nvPr/>
        </p:nvSpPr>
        <p:spPr>
          <a:xfrm>
            <a:off x="8103467" y="2157165"/>
            <a:ext cx="2970095" cy="155959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3rd Party YANG NETCONF NED</a:t>
            </a:r>
          </a:p>
        </p:txBody>
      </p:sp>
      <p:sp>
        <p:nvSpPr>
          <p:cNvPr id="37" name="Snip Single Corner Rectangle 36">
            <a:extLst>
              <a:ext uri="{FF2B5EF4-FFF2-40B4-BE49-F238E27FC236}">
                <a16:creationId xmlns:a16="http://schemas.microsoft.com/office/drawing/2014/main" id="{0E9399AF-B304-5D54-15BC-87734C2E8BA6}"/>
              </a:ext>
            </a:extLst>
          </p:cNvPr>
          <p:cNvSpPr/>
          <p:nvPr/>
        </p:nvSpPr>
        <p:spPr>
          <a:xfrm>
            <a:off x="8213824" y="2477576"/>
            <a:ext cx="1287519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Data Transformer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485CCE4-153B-DFDA-233A-9EB40D365B95}"/>
              </a:ext>
            </a:extLst>
          </p:cNvPr>
          <p:cNvSpPr/>
          <p:nvPr/>
        </p:nvSpPr>
        <p:spPr>
          <a:xfrm>
            <a:off x="8620481" y="3947391"/>
            <a:ext cx="618290" cy="23020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F852633-16BE-BA1F-EF85-4CA9FC541FF6}"/>
              </a:ext>
            </a:extLst>
          </p:cNvPr>
          <p:cNvCxnSpPr>
            <a:cxnSpLocks/>
          </p:cNvCxnSpPr>
          <p:nvPr/>
        </p:nvCxnSpPr>
        <p:spPr>
          <a:xfrm flipV="1">
            <a:off x="8929626" y="3563198"/>
            <a:ext cx="0" cy="358066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nip Single Corner Rectangle 39">
            <a:extLst>
              <a:ext uri="{FF2B5EF4-FFF2-40B4-BE49-F238E27FC236}">
                <a16:creationId xmlns:a16="http://schemas.microsoft.com/office/drawing/2014/main" id="{4C788A62-2EA5-3E74-B96C-BB26A18E8497}"/>
              </a:ext>
            </a:extLst>
          </p:cNvPr>
          <p:cNvSpPr/>
          <p:nvPr/>
        </p:nvSpPr>
        <p:spPr>
          <a:xfrm>
            <a:off x="8213824" y="3225224"/>
            <a:ext cx="1287519" cy="322227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NETCONF Client</a:t>
            </a:r>
          </a:p>
        </p:txBody>
      </p:sp>
      <p:sp>
        <p:nvSpPr>
          <p:cNvPr id="41" name="Snip Single Corner Rectangle 40">
            <a:extLst>
              <a:ext uri="{FF2B5EF4-FFF2-40B4-BE49-F238E27FC236}">
                <a16:creationId xmlns:a16="http://schemas.microsoft.com/office/drawing/2014/main" id="{6659197C-540B-9F73-F6D0-32C97141FE31}"/>
              </a:ext>
            </a:extLst>
          </p:cNvPr>
          <p:cNvSpPr/>
          <p:nvPr/>
        </p:nvSpPr>
        <p:spPr>
          <a:xfrm>
            <a:off x="9626304" y="2477576"/>
            <a:ext cx="1333111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Internal YANG Models</a:t>
            </a:r>
          </a:p>
        </p:txBody>
      </p:sp>
      <p:sp>
        <p:nvSpPr>
          <p:cNvPr id="42" name="Snip Single Corner Rectangle 41">
            <a:extLst>
              <a:ext uri="{FF2B5EF4-FFF2-40B4-BE49-F238E27FC236}">
                <a16:creationId xmlns:a16="http://schemas.microsoft.com/office/drawing/2014/main" id="{33AB6AC7-C5D0-1D7E-2BA7-C59D6AD0A7F4}"/>
              </a:ext>
            </a:extLst>
          </p:cNvPr>
          <p:cNvSpPr/>
          <p:nvPr/>
        </p:nvSpPr>
        <p:spPr>
          <a:xfrm>
            <a:off x="9626305" y="3223120"/>
            <a:ext cx="1333110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Device YANG Models</a:t>
            </a:r>
          </a:p>
        </p:txBody>
      </p:sp>
      <p:sp>
        <p:nvSpPr>
          <p:cNvPr id="43" name="Snip Single Corner Rectangle 42">
            <a:extLst>
              <a:ext uri="{FF2B5EF4-FFF2-40B4-BE49-F238E27FC236}">
                <a16:creationId xmlns:a16="http://schemas.microsoft.com/office/drawing/2014/main" id="{8E7A13B9-9EDF-65CF-ED53-A2CD80986D27}"/>
              </a:ext>
            </a:extLst>
          </p:cNvPr>
          <p:cNvSpPr/>
          <p:nvPr/>
        </p:nvSpPr>
        <p:spPr>
          <a:xfrm>
            <a:off x="9626304" y="2836670"/>
            <a:ext cx="414921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YR</a:t>
            </a:r>
          </a:p>
        </p:txBody>
      </p:sp>
      <p:sp>
        <p:nvSpPr>
          <p:cNvPr id="44" name="Snip Single Corner Rectangle 43">
            <a:extLst>
              <a:ext uri="{FF2B5EF4-FFF2-40B4-BE49-F238E27FC236}">
                <a16:creationId xmlns:a16="http://schemas.microsoft.com/office/drawing/2014/main" id="{A7982B0F-9704-CF00-91CC-5A3B23F864C8}"/>
              </a:ext>
            </a:extLst>
          </p:cNvPr>
          <p:cNvSpPr/>
          <p:nvPr/>
        </p:nvSpPr>
        <p:spPr>
          <a:xfrm>
            <a:off x="10091892" y="2842489"/>
            <a:ext cx="414921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DR</a:t>
            </a:r>
          </a:p>
        </p:txBody>
      </p:sp>
      <p:sp>
        <p:nvSpPr>
          <p:cNvPr id="45" name="Snip Single Corner Rectangle 44">
            <a:extLst>
              <a:ext uri="{FF2B5EF4-FFF2-40B4-BE49-F238E27FC236}">
                <a16:creationId xmlns:a16="http://schemas.microsoft.com/office/drawing/2014/main" id="{FB1CFCE9-21BD-2896-0676-D76640300E1F}"/>
              </a:ext>
            </a:extLst>
          </p:cNvPr>
          <p:cNvSpPr/>
          <p:nvPr/>
        </p:nvSpPr>
        <p:spPr>
          <a:xfrm>
            <a:off x="10544494" y="2847139"/>
            <a:ext cx="414921" cy="317501"/>
          </a:xfrm>
          <a:prstGeom prst="snip1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RR</a:t>
            </a:r>
          </a:p>
        </p:txBody>
      </p:sp>
    </p:spTree>
    <p:extLst>
      <p:ext uri="{BB962C8B-B14F-4D97-AF65-F5344CB8AC3E}">
        <p14:creationId xmlns:p14="http://schemas.microsoft.com/office/powerpoint/2010/main" val="3649574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155B6-D7DD-080C-0276-E6B710AD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79FB7B-F53A-0579-6112-CC459BFFBB7D}"/>
              </a:ext>
            </a:extLst>
          </p:cNvPr>
          <p:cNvSpPr/>
          <p:nvPr/>
        </p:nvSpPr>
        <p:spPr>
          <a:xfrm>
            <a:off x="2779025" y="1860495"/>
            <a:ext cx="3024420" cy="712834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E90F7D-3CF5-969E-1847-97448A98D3DA}"/>
              </a:ext>
            </a:extLst>
          </p:cNvPr>
          <p:cNvSpPr/>
          <p:nvPr/>
        </p:nvSpPr>
        <p:spPr>
          <a:xfrm>
            <a:off x="7239151" y="1854601"/>
            <a:ext cx="3212067" cy="712834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86E7822-507E-83C5-4B3E-D5C52AC9070F}"/>
              </a:ext>
            </a:extLst>
          </p:cNvPr>
          <p:cNvSpPr/>
          <p:nvPr/>
        </p:nvSpPr>
        <p:spPr>
          <a:xfrm>
            <a:off x="2592110" y="3573277"/>
            <a:ext cx="8226673" cy="934403"/>
          </a:xfrm>
          <a:prstGeom prst="rect">
            <a:avLst/>
          </a:prstGeom>
          <a:solidFill>
            <a:srgbClr val="3FB4E0">
              <a:alpha val="2024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200FFE-981E-825D-D592-ED39F1B3412B}"/>
              </a:ext>
            </a:extLst>
          </p:cNvPr>
          <p:cNvSpPr/>
          <p:nvPr/>
        </p:nvSpPr>
        <p:spPr>
          <a:xfrm>
            <a:off x="1806355" y="2265052"/>
            <a:ext cx="9012428" cy="323141"/>
          </a:xfrm>
          <a:prstGeom prst="rect">
            <a:avLst/>
          </a:prstGeom>
          <a:solidFill>
            <a:srgbClr val="3FB4E0">
              <a:alpha val="19531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rgbClr val="3FB4E0"/>
                </a:solidFill>
              </a:rPr>
              <a:t>NED Version: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482D64-E25A-1209-144B-13721420980D}"/>
              </a:ext>
            </a:extLst>
          </p:cNvPr>
          <p:cNvSpPr/>
          <p:nvPr/>
        </p:nvSpPr>
        <p:spPr>
          <a:xfrm>
            <a:off x="1602557" y="1615653"/>
            <a:ext cx="9404880" cy="310874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41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D3999AAE-D436-AEEA-F2F1-3F7F03E309C3}"/>
              </a:ext>
            </a:extLst>
          </p:cNvPr>
          <p:cNvSpPr/>
          <p:nvPr/>
        </p:nvSpPr>
        <p:spPr>
          <a:xfrm>
            <a:off x="2547144" y="2994138"/>
            <a:ext cx="8271640" cy="375781"/>
          </a:xfrm>
          <a:prstGeom prst="rightArrow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CD3BD2-ADE1-E725-35A9-66C5FD6BEC36}"/>
              </a:ext>
            </a:extLst>
          </p:cNvPr>
          <p:cNvSpPr/>
          <p:nvPr/>
        </p:nvSpPr>
        <p:spPr>
          <a:xfrm>
            <a:off x="2925516" y="2588194"/>
            <a:ext cx="136635" cy="934403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082DB2-1727-86EE-B5D7-9D124AD756F4}"/>
              </a:ext>
            </a:extLst>
          </p:cNvPr>
          <p:cNvSpPr/>
          <p:nvPr/>
        </p:nvSpPr>
        <p:spPr>
          <a:xfrm>
            <a:off x="3781059" y="2588194"/>
            <a:ext cx="136635" cy="934403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4D71E0-2A0D-C712-F4B3-682EC40FE687}"/>
              </a:ext>
            </a:extLst>
          </p:cNvPr>
          <p:cNvSpPr/>
          <p:nvPr/>
        </p:nvSpPr>
        <p:spPr>
          <a:xfrm>
            <a:off x="4636602" y="2588194"/>
            <a:ext cx="136635" cy="934403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347D19-E9AF-678F-0207-C9C91EB12FD5}"/>
              </a:ext>
            </a:extLst>
          </p:cNvPr>
          <p:cNvSpPr/>
          <p:nvPr/>
        </p:nvSpPr>
        <p:spPr>
          <a:xfrm>
            <a:off x="5492145" y="2588194"/>
            <a:ext cx="136635" cy="934403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467D7-568E-2AC4-4E60-32779F263D27}"/>
              </a:ext>
            </a:extLst>
          </p:cNvPr>
          <p:cNvSpPr/>
          <p:nvPr/>
        </p:nvSpPr>
        <p:spPr>
          <a:xfrm>
            <a:off x="7479645" y="2588194"/>
            <a:ext cx="136635" cy="934403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A88B29-C3F5-1340-6DA3-808097D4C51D}"/>
              </a:ext>
            </a:extLst>
          </p:cNvPr>
          <p:cNvSpPr/>
          <p:nvPr/>
        </p:nvSpPr>
        <p:spPr>
          <a:xfrm>
            <a:off x="8335188" y="2588194"/>
            <a:ext cx="136635" cy="934403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4341C3-B879-5244-0F52-6F55EE4CFDB0}"/>
              </a:ext>
            </a:extLst>
          </p:cNvPr>
          <p:cNvSpPr/>
          <p:nvPr/>
        </p:nvSpPr>
        <p:spPr>
          <a:xfrm>
            <a:off x="9190731" y="2588194"/>
            <a:ext cx="136635" cy="934403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CFBEFB-ECB1-EFEE-A603-6E707AA94DA6}"/>
              </a:ext>
            </a:extLst>
          </p:cNvPr>
          <p:cNvSpPr/>
          <p:nvPr/>
        </p:nvSpPr>
        <p:spPr>
          <a:xfrm>
            <a:off x="10046274" y="2588194"/>
            <a:ext cx="136635" cy="934403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4FB9E45-7946-8940-0511-3A6BAA33B8BB}"/>
              </a:ext>
            </a:extLst>
          </p:cNvPr>
          <p:cNvSpPr txBox="1"/>
          <p:nvPr/>
        </p:nvSpPr>
        <p:spPr>
          <a:xfrm>
            <a:off x="3091472" y="3738381"/>
            <a:ext cx="219783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</a:rPr>
              <a:t>ned</a:t>
            </a:r>
            <a:r>
              <a:rPr lang="en-US" sz="1000" dirty="0">
                <a:solidFill>
                  <a:srgbClr val="3FB4E0"/>
                </a:solidFill>
              </a:rPr>
              <a:t>-upgrade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RFC6020 Compliant Module Update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1ED985F-1CA8-2980-CA22-391AA6D906EA}"/>
              </a:ext>
            </a:extLst>
          </p:cNvPr>
          <p:cNvCxnSpPr/>
          <p:nvPr/>
        </p:nvCxnSpPr>
        <p:spPr>
          <a:xfrm>
            <a:off x="2925516" y="3716949"/>
            <a:ext cx="270326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44FE88F-5D73-7CD8-130B-4F294D2AD3D5}"/>
              </a:ext>
            </a:extLst>
          </p:cNvPr>
          <p:cNvCxnSpPr/>
          <p:nvPr/>
        </p:nvCxnSpPr>
        <p:spPr>
          <a:xfrm>
            <a:off x="5628779" y="3938436"/>
            <a:ext cx="191918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83E3818F-CCA7-3355-3DD1-248746AA5664}"/>
              </a:ext>
            </a:extLst>
          </p:cNvPr>
          <p:cNvSpPr txBox="1"/>
          <p:nvPr/>
        </p:nvSpPr>
        <p:spPr>
          <a:xfrm>
            <a:off x="5320048" y="3954502"/>
            <a:ext cx="252684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</a:rPr>
              <a:t>ned</a:t>
            </a:r>
            <a:r>
              <a:rPr lang="en-US" sz="1000" dirty="0">
                <a:solidFill>
                  <a:srgbClr val="3FB4E0"/>
                </a:solidFill>
              </a:rPr>
              <a:t>-migrate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Non-RFC6020 Compliant Module Update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959863A-3C9B-909C-5025-717667957B30}"/>
              </a:ext>
            </a:extLst>
          </p:cNvPr>
          <p:cNvCxnSpPr/>
          <p:nvPr/>
        </p:nvCxnSpPr>
        <p:spPr>
          <a:xfrm>
            <a:off x="7479646" y="3716949"/>
            <a:ext cx="270326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8F165E25-3DCA-F8C6-11DC-4F4326E6A77A}"/>
              </a:ext>
            </a:extLst>
          </p:cNvPr>
          <p:cNvSpPr txBox="1"/>
          <p:nvPr/>
        </p:nvSpPr>
        <p:spPr>
          <a:xfrm>
            <a:off x="7732361" y="3716949"/>
            <a:ext cx="219783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</a:rPr>
              <a:t>ned</a:t>
            </a:r>
            <a:r>
              <a:rPr lang="en-US" sz="1000" dirty="0">
                <a:solidFill>
                  <a:srgbClr val="3FB4E0"/>
                </a:solidFill>
              </a:rPr>
              <a:t>-upgrade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RFC6020 Compliant Module Update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ED8355-14FC-5C56-90F8-81CA978054B4}"/>
              </a:ext>
            </a:extLst>
          </p:cNvPr>
          <p:cNvSpPr/>
          <p:nvPr/>
        </p:nvSpPr>
        <p:spPr>
          <a:xfrm>
            <a:off x="1806355" y="1862502"/>
            <a:ext cx="9012428" cy="323141"/>
          </a:xfrm>
          <a:prstGeom prst="rect">
            <a:avLst/>
          </a:prstGeom>
          <a:solidFill>
            <a:srgbClr val="3FB4E0">
              <a:alpha val="19531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rgbClr val="3FB4E0"/>
                </a:solidFill>
              </a:rPr>
              <a:t>NED ID: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AA8914-0610-5EA4-C16C-24A108781946}"/>
              </a:ext>
            </a:extLst>
          </p:cNvPr>
          <p:cNvSpPr txBox="1"/>
          <p:nvPr/>
        </p:nvSpPr>
        <p:spPr>
          <a:xfrm>
            <a:off x="2848545" y="2321565"/>
            <a:ext cx="46777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5.8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C05052-5C30-3271-6C9E-2F9998EB9397}"/>
              </a:ext>
            </a:extLst>
          </p:cNvPr>
          <p:cNvSpPr txBox="1"/>
          <p:nvPr/>
        </p:nvSpPr>
        <p:spPr>
          <a:xfrm>
            <a:off x="3651910" y="2321565"/>
            <a:ext cx="4969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5.8.1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D38004-3320-D961-B44D-0F14A4DA4139}"/>
              </a:ext>
            </a:extLst>
          </p:cNvPr>
          <p:cNvSpPr txBox="1"/>
          <p:nvPr/>
        </p:nvSpPr>
        <p:spPr>
          <a:xfrm>
            <a:off x="4498412" y="2321565"/>
            <a:ext cx="4969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5.8.2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B0D2BC-8FBE-0DFC-2FF9-82493EC5197E}"/>
              </a:ext>
            </a:extLst>
          </p:cNvPr>
          <p:cNvSpPr txBox="1"/>
          <p:nvPr/>
        </p:nvSpPr>
        <p:spPr>
          <a:xfrm>
            <a:off x="7355865" y="2322085"/>
            <a:ext cx="38348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5.9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39AE3E-7F87-4C05-4946-832B2D30EEB8}"/>
              </a:ext>
            </a:extLst>
          </p:cNvPr>
          <p:cNvSpPr txBox="1"/>
          <p:nvPr/>
        </p:nvSpPr>
        <p:spPr>
          <a:xfrm>
            <a:off x="8166760" y="2316880"/>
            <a:ext cx="48098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5.9.1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E8F991-D15B-203F-979A-4BC6F3E1613D}"/>
              </a:ext>
            </a:extLst>
          </p:cNvPr>
          <p:cNvSpPr txBox="1"/>
          <p:nvPr/>
        </p:nvSpPr>
        <p:spPr>
          <a:xfrm>
            <a:off x="3691754" y="1896410"/>
            <a:ext cx="117078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cisco-ios-cli-5.8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B36F78F1-D865-17FD-287B-9CDFFD87A3D4}"/>
              </a:ext>
            </a:extLst>
          </p:cNvPr>
          <p:cNvSpPr/>
          <p:nvPr/>
        </p:nvSpPr>
        <p:spPr>
          <a:xfrm rot="16200000">
            <a:off x="4171610" y="862575"/>
            <a:ext cx="255549" cy="2901683"/>
          </a:xfrm>
          <a:prstGeom prst="rightBrac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2041179D-9893-CB6A-B789-1825B15C6D89}"/>
              </a:ext>
            </a:extLst>
          </p:cNvPr>
          <p:cNvSpPr/>
          <p:nvPr/>
        </p:nvSpPr>
        <p:spPr>
          <a:xfrm rot="16200000">
            <a:off x="8727701" y="817133"/>
            <a:ext cx="255549" cy="2999221"/>
          </a:xfrm>
          <a:prstGeom prst="rightBrac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6C3DF0-7F4D-82B0-6E84-C26565975D04}"/>
              </a:ext>
            </a:extLst>
          </p:cNvPr>
          <p:cNvSpPr txBox="1"/>
          <p:nvPr/>
        </p:nvSpPr>
        <p:spPr>
          <a:xfrm>
            <a:off x="8270082" y="1891021"/>
            <a:ext cx="117078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cisco-ios-cli-5.9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EABE97-6D47-6B09-7755-7079BA9A6E20}"/>
              </a:ext>
            </a:extLst>
          </p:cNvPr>
          <p:cNvSpPr txBox="1"/>
          <p:nvPr/>
        </p:nvSpPr>
        <p:spPr>
          <a:xfrm>
            <a:off x="5306545" y="2321372"/>
            <a:ext cx="4969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5.8.3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BC908E-8CB8-258C-CEF7-E0869D04692B}"/>
              </a:ext>
            </a:extLst>
          </p:cNvPr>
          <p:cNvSpPr txBox="1"/>
          <p:nvPr/>
        </p:nvSpPr>
        <p:spPr>
          <a:xfrm>
            <a:off x="9018554" y="2321372"/>
            <a:ext cx="48098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5.9.2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98C40C-141F-A477-C068-B8632989B4DB}"/>
              </a:ext>
            </a:extLst>
          </p:cNvPr>
          <p:cNvSpPr txBox="1"/>
          <p:nvPr/>
        </p:nvSpPr>
        <p:spPr>
          <a:xfrm>
            <a:off x="9874097" y="2327108"/>
            <a:ext cx="48098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5.9.3</a:t>
            </a:r>
          </a:p>
        </p:txBody>
      </p:sp>
    </p:spTree>
    <p:extLst>
      <p:ext uri="{BB962C8B-B14F-4D97-AF65-F5344CB8AC3E}">
        <p14:creationId xmlns:p14="http://schemas.microsoft.com/office/powerpoint/2010/main" val="2655757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4BEC5-831C-A746-8964-7C8D83E72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A04CF82-B3E7-603F-547F-CCE9FA1AD0EC}"/>
              </a:ext>
            </a:extLst>
          </p:cNvPr>
          <p:cNvSpPr/>
          <p:nvPr/>
        </p:nvSpPr>
        <p:spPr>
          <a:xfrm>
            <a:off x="7917644" y="1906052"/>
            <a:ext cx="1494516" cy="712834"/>
          </a:xfrm>
          <a:prstGeom prst="rect">
            <a:avLst/>
          </a:prstGeom>
          <a:solidFill>
            <a:srgbClr val="3FB4E0">
              <a:alpha val="2017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196E02-8C37-A23F-8C6A-64C72E9B2131}"/>
              </a:ext>
            </a:extLst>
          </p:cNvPr>
          <p:cNvSpPr/>
          <p:nvPr/>
        </p:nvSpPr>
        <p:spPr>
          <a:xfrm>
            <a:off x="3445678" y="1911946"/>
            <a:ext cx="2257235" cy="712834"/>
          </a:xfrm>
          <a:prstGeom prst="rect">
            <a:avLst/>
          </a:prstGeom>
          <a:solidFill>
            <a:srgbClr val="3FB4E0">
              <a:alpha val="2017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02933C-F4BB-FA39-AC63-0C58656A6D92}"/>
              </a:ext>
            </a:extLst>
          </p:cNvPr>
          <p:cNvSpPr/>
          <p:nvPr/>
        </p:nvSpPr>
        <p:spPr>
          <a:xfrm>
            <a:off x="2484848" y="2316503"/>
            <a:ext cx="7369876" cy="323141"/>
          </a:xfrm>
          <a:prstGeom prst="rect">
            <a:avLst/>
          </a:prstGeom>
          <a:solidFill>
            <a:srgbClr val="3FB4E0">
              <a:alpha val="19531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77E47FF-CB25-3CA6-8CCE-BE95E3834F21}"/>
              </a:ext>
            </a:extLst>
          </p:cNvPr>
          <p:cNvSpPr/>
          <p:nvPr/>
        </p:nvSpPr>
        <p:spPr>
          <a:xfrm>
            <a:off x="3312547" y="3600987"/>
            <a:ext cx="6542177" cy="1117844"/>
          </a:xfrm>
          <a:prstGeom prst="rect">
            <a:avLst/>
          </a:prstGeom>
          <a:solidFill>
            <a:srgbClr val="3FB4E0">
              <a:alpha val="2024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D296C1-B644-F037-FDBE-EBDC4732AA85}"/>
              </a:ext>
            </a:extLst>
          </p:cNvPr>
          <p:cNvSpPr/>
          <p:nvPr/>
        </p:nvSpPr>
        <p:spPr>
          <a:xfrm>
            <a:off x="2484848" y="1913953"/>
            <a:ext cx="7369876" cy="323141"/>
          </a:xfrm>
          <a:prstGeom prst="rect">
            <a:avLst/>
          </a:prstGeom>
          <a:solidFill>
            <a:srgbClr val="3FB4E0">
              <a:alpha val="19531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C1816D-D406-F844-F40D-76E515A2783B}"/>
              </a:ext>
            </a:extLst>
          </p:cNvPr>
          <p:cNvSpPr/>
          <p:nvPr/>
        </p:nvSpPr>
        <p:spPr>
          <a:xfrm>
            <a:off x="6400341" y="1911946"/>
            <a:ext cx="861564" cy="712834"/>
          </a:xfrm>
          <a:prstGeom prst="rect">
            <a:avLst/>
          </a:prstGeom>
          <a:solidFill>
            <a:srgbClr val="3FB4E0">
              <a:alpha val="2017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3AB3A6-DE6B-99EB-0556-BB5B1728D444}"/>
              </a:ext>
            </a:extLst>
          </p:cNvPr>
          <p:cNvSpPr/>
          <p:nvPr/>
        </p:nvSpPr>
        <p:spPr>
          <a:xfrm>
            <a:off x="2301073" y="1691148"/>
            <a:ext cx="7767160" cy="323711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123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D2817722-7131-7DB4-A576-338C70CD5284}"/>
              </a:ext>
            </a:extLst>
          </p:cNvPr>
          <p:cNvSpPr/>
          <p:nvPr/>
        </p:nvSpPr>
        <p:spPr>
          <a:xfrm>
            <a:off x="3267580" y="3021848"/>
            <a:ext cx="6587144" cy="375781"/>
          </a:xfrm>
          <a:prstGeom prst="rightArrow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98BFDB-5C50-3836-D5B1-86494FC79348}"/>
              </a:ext>
            </a:extLst>
          </p:cNvPr>
          <p:cNvSpPr/>
          <p:nvPr/>
        </p:nvSpPr>
        <p:spPr>
          <a:xfrm>
            <a:off x="3645952" y="2615904"/>
            <a:ext cx="136635" cy="934403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875B07-4862-8A3E-6583-914D02C02C58}"/>
              </a:ext>
            </a:extLst>
          </p:cNvPr>
          <p:cNvSpPr/>
          <p:nvPr/>
        </p:nvSpPr>
        <p:spPr>
          <a:xfrm>
            <a:off x="4501495" y="2615904"/>
            <a:ext cx="136635" cy="934403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30D275-8DF7-BB6F-17D0-F9519AD34160}"/>
              </a:ext>
            </a:extLst>
          </p:cNvPr>
          <p:cNvSpPr/>
          <p:nvPr/>
        </p:nvSpPr>
        <p:spPr>
          <a:xfrm>
            <a:off x="5357038" y="2615904"/>
            <a:ext cx="136635" cy="934403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E190C2-2AD2-89CC-DFDE-AE18F9FE7ADD}"/>
              </a:ext>
            </a:extLst>
          </p:cNvPr>
          <p:cNvSpPr/>
          <p:nvPr/>
        </p:nvSpPr>
        <p:spPr>
          <a:xfrm>
            <a:off x="6761235" y="2615904"/>
            <a:ext cx="136635" cy="934403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35E217-805D-0A97-D748-50F58297BF1C}"/>
              </a:ext>
            </a:extLst>
          </p:cNvPr>
          <p:cNvSpPr/>
          <p:nvPr/>
        </p:nvSpPr>
        <p:spPr>
          <a:xfrm>
            <a:off x="8162778" y="2615904"/>
            <a:ext cx="136635" cy="934403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6B23C0-40F2-968E-CAA5-E57AD69143DE}"/>
              </a:ext>
            </a:extLst>
          </p:cNvPr>
          <p:cNvSpPr/>
          <p:nvPr/>
        </p:nvSpPr>
        <p:spPr>
          <a:xfrm>
            <a:off x="9020662" y="2615904"/>
            <a:ext cx="136635" cy="934403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846947-8D25-88D0-38A5-57BC733267BF}"/>
              </a:ext>
            </a:extLst>
          </p:cNvPr>
          <p:cNvSpPr txBox="1"/>
          <p:nvPr/>
        </p:nvSpPr>
        <p:spPr>
          <a:xfrm>
            <a:off x="3527038" y="2373016"/>
            <a:ext cx="46777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1.0.1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3200C4-9D73-2682-C278-4AB3059B3F4C}"/>
              </a:ext>
            </a:extLst>
          </p:cNvPr>
          <p:cNvSpPr txBox="1"/>
          <p:nvPr/>
        </p:nvSpPr>
        <p:spPr>
          <a:xfrm>
            <a:off x="4330403" y="2373016"/>
            <a:ext cx="4969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1.0.2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086DF0-DA9F-C1FA-E0E6-DD404D09EB50}"/>
              </a:ext>
            </a:extLst>
          </p:cNvPr>
          <p:cNvSpPr txBox="1"/>
          <p:nvPr/>
        </p:nvSpPr>
        <p:spPr>
          <a:xfrm>
            <a:off x="5176905" y="2373016"/>
            <a:ext cx="4969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1.0.3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3752B06-3827-861A-157E-099F2CA832BD}"/>
              </a:ext>
            </a:extLst>
          </p:cNvPr>
          <p:cNvSpPr txBox="1"/>
          <p:nvPr/>
        </p:nvSpPr>
        <p:spPr>
          <a:xfrm>
            <a:off x="2481535" y="2373016"/>
            <a:ext cx="9422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rgbClr val="3FB4E0"/>
                </a:solidFill>
              </a:rPr>
              <a:t>NED Version: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7A4C39E-A0D5-ECD5-F818-D454ED33E355}"/>
              </a:ext>
            </a:extLst>
          </p:cNvPr>
          <p:cNvSpPr txBox="1"/>
          <p:nvPr/>
        </p:nvSpPr>
        <p:spPr>
          <a:xfrm>
            <a:off x="3994817" y="1969442"/>
            <a:ext cx="117078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router-nc-1.0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B70202C-5C5E-DE31-6BED-A325F76456E2}"/>
              </a:ext>
            </a:extLst>
          </p:cNvPr>
          <p:cNvSpPr txBox="1"/>
          <p:nvPr/>
        </p:nvSpPr>
        <p:spPr>
          <a:xfrm>
            <a:off x="3479937" y="3755898"/>
            <a:ext cx="219783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RFC6020 Compliant Module Update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A08A995-B908-B675-6652-C4F2FE8DCAF7}"/>
              </a:ext>
            </a:extLst>
          </p:cNvPr>
          <p:cNvCxnSpPr>
            <a:cxnSpLocks/>
          </p:cNvCxnSpPr>
          <p:nvPr/>
        </p:nvCxnSpPr>
        <p:spPr>
          <a:xfrm>
            <a:off x="3645952" y="3744659"/>
            <a:ext cx="1888939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69F2287-248A-70B8-A552-6CD9A6FE9F04}"/>
              </a:ext>
            </a:extLst>
          </p:cNvPr>
          <p:cNvCxnSpPr>
            <a:cxnSpLocks/>
          </p:cNvCxnSpPr>
          <p:nvPr/>
        </p:nvCxnSpPr>
        <p:spPr>
          <a:xfrm>
            <a:off x="5384900" y="4065538"/>
            <a:ext cx="1505499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5FBD9EF-2971-B91C-6A56-863E9A7DEA7F}"/>
              </a:ext>
            </a:extLst>
          </p:cNvPr>
          <p:cNvCxnSpPr>
            <a:cxnSpLocks/>
          </p:cNvCxnSpPr>
          <p:nvPr/>
        </p:nvCxnSpPr>
        <p:spPr>
          <a:xfrm>
            <a:off x="5384900" y="4257278"/>
            <a:ext cx="291451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B9D4117-98E3-3B3D-4036-B72130F7F12E}"/>
              </a:ext>
            </a:extLst>
          </p:cNvPr>
          <p:cNvSpPr txBox="1"/>
          <p:nvPr/>
        </p:nvSpPr>
        <p:spPr>
          <a:xfrm>
            <a:off x="5743240" y="4262756"/>
            <a:ext cx="219783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Major/Backwards-incompatible Update: Migration Required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2DBA99-0AA9-A251-1B9D-A13E65485B7D}"/>
              </a:ext>
            </a:extLst>
          </p:cNvPr>
          <p:cNvSpPr txBox="1"/>
          <p:nvPr/>
        </p:nvSpPr>
        <p:spPr>
          <a:xfrm>
            <a:off x="2504659" y="1946435"/>
            <a:ext cx="76096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3FB4E0"/>
                </a:solidFill>
              </a:rPr>
              <a:t>NED ID: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652459-6FC1-DC3F-0056-457519526642}"/>
              </a:ext>
            </a:extLst>
          </p:cNvPr>
          <p:cNvSpPr txBox="1"/>
          <p:nvPr/>
        </p:nvSpPr>
        <p:spPr>
          <a:xfrm>
            <a:off x="8079509" y="1954944"/>
            <a:ext cx="117078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router-nc-2.0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3988D9A5-CC56-2F93-1CA2-0DDBA3411563}"/>
              </a:ext>
            </a:extLst>
          </p:cNvPr>
          <p:cNvSpPr/>
          <p:nvPr/>
        </p:nvSpPr>
        <p:spPr>
          <a:xfrm rot="16200000">
            <a:off x="8545782" y="1683083"/>
            <a:ext cx="255549" cy="1370228"/>
          </a:xfrm>
          <a:prstGeom prst="rightBrac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93830811-1ECF-3BFD-6869-75812765C554}"/>
              </a:ext>
            </a:extLst>
          </p:cNvPr>
          <p:cNvSpPr/>
          <p:nvPr/>
        </p:nvSpPr>
        <p:spPr>
          <a:xfrm rot="16200000">
            <a:off x="4450113" y="1314019"/>
            <a:ext cx="255549" cy="2101697"/>
          </a:xfrm>
          <a:prstGeom prst="rightBrac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7E5470-4946-9284-8F54-B6931B8BDAC3}"/>
              </a:ext>
            </a:extLst>
          </p:cNvPr>
          <p:cNvSpPr txBox="1"/>
          <p:nvPr/>
        </p:nvSpPr>
        <p:spPr>
          <a:xfrm>
            <a:off x="6578439" y="2378559"/>
            <a:ext cx="4969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1.2.0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756238-3598-EEB7-1EB7-6B138DD39221}"/>
              </a:ext>
            </a:extLst>
          </p:cNvPr>
          <p:cNvSpPr txBox="1"/>
          <p:nvPr/>
        </p:nvSpPr>
        <p:spPr>
          <a:xfrm>
            <a:off x="7988441" y="2382051"/>
            <a:ext cx="48098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2.0.1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954F82-36C6-1E76-1E99-37A3EF96D891}"/>
              </a:ext>
            </a:extLst>
          </p:cNvPr>
          <p:cNvSpPr txBox="1"/>
          <p:nvPr/>
        </p:nvSpPr>
        <p:spPr>
          <a:xfrm>
            <a:off x="8877681" y="2382051"/>
            <a:ext cx="48098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2.0.2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926A0B-7505-16B2-8031-FAC6D2F20C70}"/>
              </a:ext>
            </a:extLst>
          </p:cNvPr>
          <p:cNvSpPr txBox="1"/>
          <p:nvPr/>
        </p:nvSpPr>
        <p:spPr>
          <a:xfrm>
            <a:off x="6246726" y="1951609"/>
            <a:ext cx="117078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router-nc-1.2</a:t>
            </a:r>
          </a:p>
        </p:txBody>
      </p:sp>
    </p:spTree>
    <p:extLst>
      <p:ext uri="{BB962C8B-B14F-4D97-AF65-F5344CB8AC3E}">
        <p14:creationId xmlns:p14="http://schemas.microsoft.com/office/powerpoint/2010/main" val="327606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B8326-B8F9-7BCD-AE97-CA95C018C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FFCFDC-DB3D-B6AD-6810-2833D22E358A}"/>
              </a:ext>
            </a:extLst>
          </p:cNvPr>
          <p:cNvSpPr/>
          <p:nvPr/>
        </p:nvSpPr>
        <p:spPr>
          <a:xfrm>
            <a:off x="3710683" y="1815154"/>
            <a:ext cx="4348328" cy="251460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243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624865-58FF-AC78-06AD-81146000878E}"/>
              </a:ext>
            </a:extLst>
          </p:cNvPr>
          <p:cNvSpPr/>
          <p:nvPr/>
        </p:nvSpPr>
        <p:spPr>
          <a:xfrm>
            <a:off x="5691966" y="2028845"/>
            <a:ext cx="2159456" cy="2087218"/>
          </a:xfrm>
          <a:prstGeom prst="rect">
            <a:avLst/>
          </a:prstGeom>
          <a:solidFill>
            <a:srgbClr val="3FB4E0">
              <a:alpha val="1969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5E6830-12D8-D7B6-4267-28BBC643B238}"/>
              </a:ext>
            </a:extLst>
          </p:cNvPr>
          <p:cNvSpPr/>
          <p:nvPr/>
        </p:nvSpPr>
        <p:spPr>
          <a:xfrm>
            <a:off x="3898813" y="2033815"/>
            <a:ext cx="1112549" cy="2087218"/>
          </a:xfrm>
          <a:prstGeom prst="rect">
            <a:avLst/>
          </a:prstGeom>
          <a:solidFill>
            <a:srgbClr val="3FB4E0">
              <a:alpha val="1983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2DAE0C-D1AA-7547-599A-29E9EC289C85}"/>
              </a:ext>
            </a:extLst>
          </p:cNvPr>
          <p:cNvCxnSpPr>
            <a:cxnSpLocks/>
            <a:stCxn id="15" idx="2"/>
            <a:endCxn id="21" idx="3"/>
          </p:cNvCxnSpPr>
          <p:nvPr/>
        </p:nvCxnSpPr>
        <p:spPr>
          <a:xfrm flipH="1">
            <a:off x="4845620" y="3135155"/>
            <a:ext cx="1006309" cy="83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263E09-70B8-0818-864E-ECD7DC4FE882}"/>
              </a:ext>
            </a:extLst>
          </p:cNvPr>
          <p:cNvCxnSpPr>
            <a:cxnSpLocks/>
          </p:cNvCxnSpPr>
          <p:nvPr/>
        </p:nvCxnSpPr>
        <p:spPr>
          <a:xfrm>
            <a:off x="6676607" y="3615121"/>
            <a:ext cx="772791" cy="1023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3D474E-69FF-E5B2-CEA5-A6AE829FBB9A}"/>
              </a:ext>
            </a:extLst>
          </p:cNvPr>
          <p:cNvSpPr txBox="1"/>
          <p:nvPr/>
        </p:nvSpPr>
        <p:spPr>
          <a:xfrm>
            <a:off x="5018951" y="3562535"/>
            <a:ext cx="74267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Cisco CLI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4A145E-B50E-C6CD-ACE0-F6E77A55D3C9}"/>
              </a:ext>
            </a:extLst>
          </p:cNvPr>
          <p:cNvSpPr txBox="1"/>
          <p:nvPr/>
        </p:nvSpPr>
        <p:spPr>
          <a:xfrm>
            <a:off x="6715573" y="3625354"/>
            <a:ext cx="73382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Cisco CLI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51CF39-C361-72EC-B0B2-6A86D2483CFA}"/>
              </a:ext>
            </a:extLst>
          </p:cNvPr>
          <p:cNvSpPr txBox="1"/>
          <p:nvPr/>
        </p:nvSpPr>
        <p:spPr>
          <a:xfrm>
            <a:off x="4234744" y="2624262"/>
            <a:ext cx="4572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User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9916E2-5AA0-CD48-E99C-6AE8BA1F6C0A}"/>
              </a:ext>
            </a:extLst>
          </p:cNvPr>
          <p:cNvSpPr txBox="1"/>
          <p:nvPr/>
        </p:nvSpPr>
        <p:spPr>
          <a:xfrm>
            <a:off x="7394221" y="3700848"/>
            <a:ext cx="4572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User</a:t>
            </a:r>
          </a:p>
        </p:txBody>
      </p:sp>
      <p:sp>
        <p:nvSpPr>
          <p:cNvPr id="13" name="Can 12">
            <a:extLst>
              <a:ext uri="{FF2B5EF4-FFF2-40B4-BE49-F238E27FC236}">
                <a16:creationId xmlns:a16="http://schemas.microsoft.com/office/drawing/2014/main" id="{DCCDDA8D-CF71-431B-A879-FDD1849A7DC8}"/>
              </a:ext>
            </a:extLst>
          </p:cNvPr>
          <p:cNvSpPr/>
          <p:nvPr/>
        </p:nvSpPr>
        <p:spPr>
          <a:xfrm>
            <a:off x="5856998" y="2447978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c0</a:t>
            </a:r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66AAAFDD-AABD-0685-9C5F-3CB705401A51}"/>
              </a:ext>
            </a:extLst>
          </p:cNvPr>
          <p:cNvSpPr/>
          <p:nvPr/>
        </p:nvSpPr>
        <p:spPr>
          <a:xfrm>
            <a:off x="5862402" y="3441363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Can 14">
            <a:extLst>
              <a:ext uri="{FF2B5EF4-FFF2-40B4-BE49-F238E27FC236}">
                <a16:creationId xmlns:a16="http://schemas.microsoft.com/office/drawing/2014/main" id="{B6737F0B-6530-3281-2457-06D43D9D2957}"/>
              </a:ext>
            </a:extLst>
          </p:cNvPr>
          <p:cNvSpPr/>
          <p:nvPr/>
        </p:nvSpPr>
        <p:spPr>
          <a:xfrm>
            <a:off x="5851929" y="2961397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c1</a:t>
            </a:r>
          </a:p>
        </p:txBody>
      </p:sp>
      <p:pic>
        <p:nvPicPr>
          <p:cNvPr id="16" name="Graphic 15" descr="User with solid fill">
            <a:extLst>
              <a:ext uri="{FF2B5EF4-FFF2-40B4-BE49-F238E27FC236}">
                <a16:creationId xmlns:a16="http://schemas.microsoft.com/office/drawing/2014/main" id="{0BD3F980-468B-FA4F-15DF-80F052C0D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1038" y="2227456"/>
            <a:ext cx="457200" cy="457200"/>
          </a:xfrm>
          <a:prstGeom prst="rect">
            <a:avLst/>
          </a:prstGeom>
          <a:effectLst/>
        </p:spPr>
      </p:pic>
      <p:pic>
        <p:nvPicPr>
          <p:cNvPr id="17" name="Graphic 16" descr="User with solid fill">
            <a:extLst>
              <a:ext uri="{FF2B5EF4-FFF2-40B4-BE49-F238E27FC236}">
                <a16:creationId xmlns:a16="http://schemas.microsoft.com/office/drawing/2014/main" id="{401A8287-8CE1-9FC5-3B4F-ECCB98BF96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1806" y="3308912"/>
            <a:ext cx="457200" cy="457200"/>
          </a:xfrm>
          <a:prstGeom prst="rect">
            <a:avLst/>
          </a:prstGeom>
          <a:effectLst/>
        </p:spPr>
      </p:pic>
      <p:pic>
        <p:nvPicPr>
          <p:cNvPr id="18" name="Graphic 17" descr="Monitor outline">
            <a:extLst>
              <a:ext uri="{FF2B5EF4-FFF2-40B4-BE49-F238E27FC236}">
                <a16:creationId xmlns:a16="http://schemas.microsoft.com/office/drawing/2014/main" id="{386A0FE0-497C-BF93-8709-1283A9A68B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12438" y="2739395"/>
            <a:ext cx="914400" cy="914400"/>
          </a:xfrm>
          <a:prstGeom prst="rect">
            <a:avLst/>
          </a:prstGeom>
          <a:effectLst/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FF83337-0B67-41F4-5391-81D1389F3CCC}"/>
              </a:ext>
            </a:extLst>
          </p:cNvPr>
          <p:cNvSpPr/>
          <p:nvPr/>
        </p:nvSpPr>
        <p:spPr>
          <a:xfrm>
            <a:off x="4093992" y="2878297"/>
            <a:ext cx="751628" cy="515384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NSO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24E79579-937A-0CFA-ABF6-13533D81F9C3}"/>
              </a:ext>
            </a:extLst>
          </p:cNvPr>
          <p:cNvCxnSpPr>
            <a:stCxn id="13" idx="2"/>
            <a:endCxn id="21" idx="3"/>
          </p:cNvCxnSpPr>
          <p:nvPr/>
        </p:nvCxnSpPr>
        <p:spPr>
          <a:xfrm rot="10800000" flipV="1">
            <a:off x="4845620" y="2621735"/>
            <a:ext cx="1011378" cy="514253"/>
          </a:xfrm>
          <a:prstGeom prst="curvedConnector3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51EBE68B-561E-D8C6-8C53-D3185EF0BC1C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4845620" y="3135155"/>
            <a:ext cx="1016782" cy="479966"/>
          </a:xfrm>
          <a:prstGeom prst="curvedConnector3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98F9617-5E44-EA9A-B598-4659260926DA}"/>
              </a:ext>
            </a:extLst>
          </p:cNvPr>
          <p:cNvGrpSpPr/>
          <p:nvPr/>
        </p:nvGrpSpPr>
        <p:grpSpPr>
          <a:xfrm>
            <a:off x="5884847" y="2577298"/>
            <a:ext cx="175079" cy="155779"/>
            <a:chOff x="9151256" y="2241829"/>
            <a:chExt cx="175079" cy="155779"/>
          </a:xfrm>
          <a:solidFill>
            <a:schemeClr val="bg1"/>
          </a:solidFill>
          <a:effectLst/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1C3A3BC-7D71-910D-52E9-075A98CFDE6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C927B4D-6151-FC55-70CE-57FDE2ECB97C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rgbClr val="00B0F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E77CE88-47D4-84A3-E66D-78FD8542F903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rgbClr val="00B0F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F2A5B2B-E148-5F4E-CE6B-3672628F4A9E}"/>
              </a:ext>
            </a:extLst>
          </p:cNvPr>
          <p:cNvGrpSpPr/>
          <p:nvPr/>
        </p:nvGrpSpPr>
        <p:grpSpPr>
          <a:xfrm>
            <a:off x="5888721" y="3100849"/>
            <a:ext cx="175079" cy="155779"/>
            <a:chOff x="9151256" y="2241829"/>
            <a:chExt cx="175079" cy="155779"/>
          </a:xfrm>
          <a:solidFill>
            <a:schemeClr val="bg1"/>
          </a:solidFill>
          <a:effectLst/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76C18C9-CE52-569B-09B5-84BA918A0A0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7741D41-D981-C11D-03CB-1B6DC4702845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rgbClr val="00B0F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D2C8041-4F96-6074-0E8A-F1910BFA158E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rgbClr val="00B0F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B5BC759-0EB4-B2FF-0DBB-034CAA56989B}"/>
              </a:ext>
            </a:extLst>
          </p:cNvPr>
          <p:cNvGrpSpPr/>
          <p:nvPr/>
        </p:nvGrpSpPr>
        <p:grpSpPr>
          <a:xfrm>
            <a:off x="5888721" y="3570685"/>
            <a:ext cx="175079" cy="155779"/>
            <a:chOff x="9151256" y="2241829"/>
            <a:chExt cx="175079" cy="155779"/>
          </a:xfrm>
          <a:solidFill>
            <a:schemeClr val="bg1"/>
          </a:solidFill>
          <a:effectLst/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2717EB5-800C-7121-AD3B-32C484A5F84E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4B22A5F-3265-60D5-A8D1-49A101BA8963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rgbClr val="00B0F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1123D2E-F82B-20FD-15C4-2ECFA10E8B23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rgbClr val="00B0F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16883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D9870-621D-DA77-8525-F468518D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DE9256F-8092-4D18-CF64-D8D7077D1ACB}"/>
              </a:ext>
            </a:extLst>
          </p:cNvPr>
          <p:cNvSpPr/>
          <p:nvPr/>
        </p:nvSpPr>
        <p:spPr>
          <a:xfrm>
            <a:off x="4009926" y="2206041"/>
            <a:ext cx="3432006" cy="1320967"/>
          </a:xfrm>
          <a:prstGeom prst="rect">
            <a:avLst/>
          </a:prstGeom>
          <a:solidFill>
            <a:srgbClr val="3FB4E0">
              <a:alpha val="20061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68749D-399D-64E7-3EEA-21303F19784D}"/>
              </a:ext>
            </a:extLst>
          </p:cNvPr>
          <p:cNvSpPr/>
          <p:nvPr/>
        </p:nvSpPr>
        <p:spPr>
          <a:xfrm>
            <a:off x="3829480" y="1465634"/>
            <a:ext cx="4104488" cy="3207416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456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1C03E62-C892-F65E-87FF-FC66D5B67D39}"/>
              </a:ext>
            </a:extLst>
          </p:cNvPr>
          <p:cNvSpPr/>
          <p:nvPr/>
        </p:nvSpPr>
        <p:spPr>
          <a:xfrm>
            <a:off x="4009926" y="4023721"/>
            <a:ext cx="3432006" cy="519371"/>
          </a:xfrm>
          <a:prstGeom prst="rect">
            <a:avLst/>
          </a:prstGeom>
          <a:solidFill>
            <a:srgbClr val="3FB4E0">
              <a:alpha val="202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7C63F1-8E40-A676-C19A-4C356A017C51}"/>
              </a:ext>
            </a:extLst>
          </p:cNvPr>
          <p:cNvSpPr/>
          <p:nvPr/>
        </p:nvSpPr>
        <p:spPr>
          <a:xfrm>
            <a:off x="4578129" y="3256430"/>
            <a:ext cx="2240280" cy="263367"/>
          </a:xfrm>
          <a:prstGeom prst="rect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Cisco IOS NED</a:t>
            </a:r>
          </a:p>
        </p:txBody>
      </p:sp>
      <p:sp>
        <p:nvSpPr>
          <p:cNvPr id="8" name="Magnetic Disk 7">
            <a:extLst>
              <a:ext uri="{FF2B5EF4-FFF2-40B4-BE49-F238E27FC236}">
                <a16:creationId xmlns:a16="http://schemas.microsoft.com/office/drawing/2014/main" id="{955A89CE-8F4A-E14E-695C-3D8FCA7D908A}"/>
              </a:ext>
            </a:extLst>
          </p:cNvPr>
          <p:cNvSpPr/>
          <p:nvPr/>
        </p:nvSpPr>
        <p:spPr>
          <a:xfrm>
            <a:off x="4510447" y="2439889"/>
            <a:ext cx="790022" cy="316056"/>
          </a:xfrm>
          <a:prstGeom prst="flowChartMagneticDisk">
            <a:avLst/>
          </a:prstGeom>
          <a:solidFill>
            <a:srgbClr val="3FB4E0">
              <a:alpha val="49527"/>
            </a:srgbClr>
          </a:solidFill>
          <a:ln w="1270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D0F675-99C5-9938-429D-E751DC58D0B0}"/>
              </a:ext>
            </a:extLst>
          </p:cNvPr>
          <p:cNvSpPr txBox="1"/>
          <p:nvPr/>
        </p:nvSpPr>
        <p:spPr>
          <a:xfrm>
            <a:off x="6464784" y="2855073"/>
            <a:ext cx="43851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043E77-DADB-A3C5-C947-65FB6ACD4918}"/>
              </a:ext>
            </a:extLst>
          </p:cNvPr>
          <p:cNvSpPr txBox="1"/>
          <p:nvPr/>
        </p:nvSpPr>
        <p:spPr>
          <a:xfrm>
            <a:off x="4241046" y="2786790"/>
            <a:ext cx="130360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Private Logical Copy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482B9B0-FD56-9E24-58D4-35E9139E0CB4}"/>
              </a:ext>
            </a:extLst>
          </p:cNvPr>
          <p:cNvCxnSpPr>
            <a:cxnSpLocks/>
          </p:cNvCxnSpPr>
          <p:nvPr/>
        </p:nvCxnSpPr>
        <p:spPr>
          <a:xfrm>
            <a:off x="5827559" y="2592329"/>
            <a:ext cx="241950" cy="1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3B81839-E7DF-84DF-70AD-02C9C1CD9CCD}"/>
              </a:ext>
            </a:extLst>
          </p:cNvPr>
          <p:cNvSpPr txBox="1"/>
          <p:nvPr/>
        </p:nvSpPr>
        <p:spPr>
          <a:xfrm>
            <a:off x="5502398" y="2477056"/>
            <a:ext cx="42725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Diff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9CE326-ECE2-C63B-EF95-CE88AAF9AA57}"/>
              </a:ext>
            </a:extLst>
          </p:cNvPr>
          <p:cNvCxnSpPr>
            <a:cxnSpLocks/>
            <a:endCxn id="8" idx="4"/>
          </p:cNvCxnSpPr>
          <p:nvPr/>
        </p:nvCxnSpPr>
        <p:spPr>
          <a:xfrm flipH="1" flipV="1">
            <a:off x="5300469" y="2597917"/>
            <a:ext cx="244182" cy="23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388028-3148-510F-309F-307731CE0963}"/>
              </a:ext>
            </a:extLst>
          </p:cNvPr>
          <p:cNvCxnSpPr>
            <a:cxnSpLocks/>
          </p:cNvCxnSpPr>
          <p:nvPr/>
        </p:nvCxnSpPr>
        <p:spPr>
          <a:xfrm>
            <a:off x="5698269" y="2695660"/>
            <a:ext cx="0" cy="539954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B8BDCE9-539D-6B2E-B72F-989BE68F1209}"/>
              </a:ext>
            </a:extLst>
          </p:cNvPr>
          <p:cNvSpPr txBox="1"/>
          <p:nvPr/>
        </p:nvSpPr>
        <p:spPr>
          <a:xfrm rot="16200000">
            <a:off x="7328475" y="3144101"/>
            <a:ext cx="8663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4F9EF9-3B8B-EA58-D5DD-143A4E74B0ED}"/>
              </a:ext>
            </a:extLst>
          </p:cNvPr>
          <p:cNvSpPr txBox="1"/>
          <p:nvPr/>
        </p:nvSpPr>
        <p:spPr>
          <a:xfrm>
            <a:off x="6414518" y="3711778"/>
            <a:ext cx="73382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Cisco CLI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D27CD5-BFFD-A664-56FF-1926A68B46FD}"/>
              </a:ext>
            </a:extLst>
          </p:cNvPr>
          <p:cNvSpPr txBox="1"/>
          <p:nvPr/>
        </p:nvSpPr>
        <p:spPr>
          <a:xfrm>
            <a:off x="4827784" y="1962121"/>
            <a:ext cx="113295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Modify, Commit</a:t>
            </a:r>
          </a:p>
        </p:txBody>
      </p:sp>
      <p:pic>
        <p:nvPicPr>
          <p:cNvPr id="44" name="Graphic 43" descr="User with solid fill">
            <a:extLst>
              <a:ext uri="{FF2B5EF4-FFF2-40B4-BE49-F238E27FC236}">
                <a16:creationId xmlns:a16="http://schemas.microsoft.com/office/drawing/2014/main" id="{304A6466-2572-AAB0-91BB-84E079864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7695" y="1556860"/>
            <a:ext cx="457200" cy="457200"/>
          </a:xfrm>
          <a:prstGeom prst="rect">
            <a:avLst/>
          </a:prstGeom>
          <a:effectLst/>
        </p:spPr>
      </p:pic>
      <p:sp>
        <p:nvSpPr>
          <p:cNvPr id="41" name="Can 40">
            <a:extLst>
              <a:ext uri="{FF2B5EF4-FFF2-40B4-BE49-F238E27FC236}">
                <a16:creationId xmlns:a16="http://schemas.microsoft.com/office/drawing/2014/main" id="{C3DE0DC0-921C-1E64-BE5A-6895C60FF164}"/>
              </a:ext>
            </a:extLst>
          </p:cNvPr>
          <p:cNvSpPr/>
          <p:nvPr/>
        </p:nvSpPr>
        <p:spPr>
          <a:xfrm>
            <a:off x="4345753" y="4115278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c0</a:t>
            </a:r>
          </a:p>
        </p:txBody>
      </p:sp>
      <p:sp>
        <p:nvSpPr>
          <p:cNvPr id="43" name="Can 42">
            <a:extLst>
              <a:ext uri="{FF2B5EF4-FFF2-40B4-BE49-F238E27FC236}">
                <a16:creationId xmlns:a16="http://schemas.microsoft.com/office/drawing/2014/main" id="{DF3934F6-FC8F-BDB4-64A8-716D68D7768B}"/>
              </a:ext>
            </a:extLst>
          </p:cNvPr>
          <p:cNvSpPr/>
          <p:nvPr/>
        </p:nvSpPr>
        <p:spPr>
          <a:xfrm>
            <a:off x="5288096" y="4122489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c1</a:t>
            </a:r>
          </a:p>
        </p:txBody>
      </p:sp>
      <p:sp>
        <p:nvSpPr>
          <p:cNvPr id="42" name="Can 41">
            <a:extLst>
              <a:ext uri="{FF2B5EF4-FFF2-40B4-BE49-F238E27FC236}">
                <a16:creationId xmlns:a16="http://schemas.microsoft.com/office/drawing/2014/main" id="{17570431-6FBF-C92A-DB31-61D1007FE087}"/>
              </a:ext>
            </a:extLst>
          </p:cNvPr>
          <p:cNvSpPr/>
          <p:nvPr/>
        </p:nvSpPr>
        <p:spPr>
          <a:xfrm>
            <a:off x="6228563" y="4122488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c2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74EF28E6-6BA4-621B-CF9A-C43ECA019078}"/>
              </a:ext>
            </a:extLst>
          </p:cNvPr>
          <p:cNvCxnSpPr>
            <a:cxnSpLocks/>
            <a:endCxn id="41" idx="1"/>
          </p:cNvCxnSpPr>
          <p:nvPr/>
        </p:nvCxnSpPr>
        <p:spPr>
          <a:xfrm rot="5400000">
            <a:off x="4934090" y="3351098"/>
            <a:ext cx="595481" cy="932879"/>
          </a:xfrm>
          <a:prstGeom prst="curvedConnector3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0466AF09-262C-0B78-9A5A-1E13E18A7E33}"/>
              </a:ext>
            </a:extLst>
          </p:cNvPr>
          <p:cNvCxnSpPr>
            <a:cxnSpLocks/>
            <a:endCxn id="43" idx="1"/>
          </p:cNvCxnSpPr>
          <p:nvPr/>
        </p:nvCxnSpPr>
        <p:spPr>
          <a:xfrm rot="16200000" flipH="1">
            <a:off x="5401655" y="3816411"/>
            <a:ext cx="602692" cy="9464"/>
          </a:xfrm>
          <a:prstGeom prst="curvedConnector3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urved Connector 58">
            <a:extLst>
              <a:ext uri="{FF2B5EF4-FFF2-40B4-BE49-F238E27FC236}">
                <a16:creationId xmlns:a16="http://schemas.microsoft.com/office/drawing/2014/main" id="{2F92B09C-735B-4856-0F89-49ED46C97DF6}"/>
              </a:ext>
            </a:extLst>
          </p:cNvPr>
          <p:cNvCxnSpPr>
            <a:cxnSpLocks/>
            <a:endCxn id="42" idx="1"/>
          </p:cNvCxnSpPr>
          <p:nvPr/>
        </p:nvCxnSpPr>
        <p:spPr>
          <a:xfrm rot="16200000" flipH="1">
            <a:off x="5871889" y="3346176"/>
            <a:ext cx="602691" cy="949931"/>
          </a:xfrm>
          <a:prstGeom prst="curvedConnector3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BE74E8A-B36B-AF74-5B36-5FA9F151EE7E}"/>
              </a:ext>
            </a:extLst>
          </p:cNvPr>
          <p:cNvCxnSpPr>
            <a:cxnSpLocks/>
          </p:cNvCxnSpPr>
          <p:nvPr/>
        </p:nvCxnSpPr>
        <p:spPr>
          <a:xfrm>
            <a:off x="7634993" y="2206041"/>
            <a:ext cx="0" cy="221540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B6A4A50-D94B-92BA-1124-5AB04629E908}"/>
              </a:ext>
            </a:extLst>
          </p:cNvPr>
          <p:cNvCxnSpPr>
            <a:cxnSpLocks/>
          </p:cNvCxnSpPr>
          <p:nvPr/>
        </p:nvCxnSpPr>
        <p:spPr>
          <a:xfrm>
            <a:off x="4876295" y="1960558"/>
            <a:ext cx="1" cy="470622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C917E02-8939-67C0-CDEA-6C1AF01F8B94}"/>
              </a:ext>
            </a:extLst>
          </p:cNvPr>
          <p:cNvGrpSpPr/>
          <p:nvPr/>
        </p:nvGrpSpPr>
        <p:grpSpPr>
          <a:xfrm>
            <a:off x="4763358" y="2562442"/>
            <a:ext cx="175079" cy="155779"/>
            <a:chOff x="9151256" y="2241829"/>
            <a:chExt cx="175079" cy="155779"/>
          </a:xfrm>
          <a:solidFill>
            <a:srgbClr val="3FB4E0">
              <a:alpha val="50000"/>
            </a:srgbClr>
          </a:solidFill>
          <a:effectLst/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65BE99F-FAD2-56A0-CECC-49265639CAA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CCC77A37-B2DA-073D-6203-7F4BFF80BD9F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F9412EBF-3322-AD44-D8CE-DAAFDEF3A3C2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7734E18-EE2E-688E-B62F-E01A2356577A}"/>
              </a:ext>
            </a:extLst>
          </p:cNvPr>
          <p:cNvGrpSpPr/>
          <p:nvPr/>
        </p:nvGrpSpPr>
        <p:grpSpPr>
          <a:xfrm>
            <a:off x="4939357" y="2559657"/>
            <a:ext cx="175079" cy="155779"/>
            <a:chOff x="9151256" y="2241829"/>
            <a:chExt cx="175079" cy="155779"/>
          </a:xfrm>
          <a:solidFill>
            <a:srgbClr val="3FB4E0">
              <a:alpha val="50000"/>
            </a:srgbClr>
          </a:solidFill>
          <a:effectLst/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AF37A4A2-03A0-5AC4-F551-2A817ED15D87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4E448AE-07CC-0731-73DF-01C43EB51C90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7EF3247D-1730-5C5C-B0E7-453DE23A09B0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7B26656-BF76-981A-70E7-C55BAC76ABBC}"/>
              </a:ext>
            </a:extLst>
          </p:cNvPr>
          <p:cNvGrpSpPr/>
          <p:nvPr/>
        </p:nvGrpSpPr>
        <p:grpSpPr>
          <a:xfrm>
            <a:off x="5113757" y="2558208"/>
            <a:ext cx="175079" cy="155779"/>
            <a:chOff x="9151256" y="2241829"/>
            <a:chExt cx="175079" cy="155779"/>
          </a:xfrm>
          <a:solidFill>
            <a:srgbClr val="3FB4E0">
              <a:alpha val="50000"/>
            </a:srgbClr>
          </a:solidFill>
          <a:effectLst/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A81CFB0-6115-A4AA-CD51-77E15B31DFE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AA05FB1C-C6FE-C53B-858B-9CD21F718B45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74C7C150-8CD8-3BA2-70A1-534B57EB6116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9E434B9-1DCA-0E7E-F6B0-62B5B06BA23D}"/>
              </a:ext>
            </a:extLst>
          </p:cNvPr>
          <p:cNvGrpSpPr/>
          <p:nvPr/>
        </p:nvGrpSpPr>
        <p:grpSpPr>
          <a:xfrm>
            <a:off x="4386393" y="4245049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FBA35465-480C-8488-D3BA-CD470BB1078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C66C23B0-63E4-4593-1494-5A0B2487C05B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C75A68D9-4B73-C053-CEFC-4A2114B7F96C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7B6B2C3-523C-FB71-A542-8249798BEA27}"/>
              </a:ext>
            </a:extLst>
          </p:cNvPr>
          <p:cNvGrpSpPr/>
          <p:nvPr/>
        </p:nvGrpSpPr>
        <p:grpSpPr>
          <a:xfrm>
            <a:off x="5345774" y="423985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997B29B2-5134-AC88-C968-5F8DAD526E6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94F00D4A-B947-6186-9D3D-8E522174DB89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9351C6A6-B619-7F09-39F3-ECD8219929C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15B51F6-DDD4-B458-9648-28056AD5310B}"/>
              </a:ext>
            </a:extLst>
          </p:cNvPr>
          <p:cNvGrpSpPr/>
          <p:nvPr/>
        </p:nvGrpSpPr>
        <p:grpSpPr>
          <a:xfrm>
            <a:off x="6272587" y="4250730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1992AEBB-8D67-00BD-EBDC-94E5C1D2AD96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623A0A7B-5A3B-0ACE-BAC4-0178B0FD62A0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839BB06E-C5AF-1B07-EDC3-06178B169E78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an 2">
            <a:extLst>
              <a:ext uri="{FF2B5EF4-FFF2-40B4-BE49-F238E27FC236}">
                <a16:creationId xmlns:a16="http://schemas.microsoft.com/office/drawing/2014/main" id="{917B17AD-F7B1-102A-4177-5CCE2CCDE129}"/>
              </a:ext>
            </a:extLst>
          </p:cNvPr>
          <p:cNvSpPr/>
          <p:nvPr/>
        </p:nvSpPr>
        <p:spPr>
          <a:xfrm>
            <a:off x="6083271" y="2316429"/>
            <a:ext cx="1201968" cy="536139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CB0E811-9F60-0244-9711-97DB32830186}"/>
              </a:ext>
            </a:extLst>
          </p:cNvPr>
          <p:cNvGrpSpPr/>
          <p:nvPr/>
        </p:nvGrpSpPr>
        <p:grpSpPr>
          <a:xfrm>
            <a:off x="7018160" y="257987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8D28EDA-4354-57ED-DD70-5A7786CF13B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4FD84EB-759B-06C9-97B4-B1229A30F83C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02031B0-43F2-7542-D3F3-65D94B016E04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FA01DF3-6059-CAD0-873F-D0BF4FAA6685}"/>
              </a:ext>
            </a:extLst>
          </p:cNvPr>
          <p:cNvGrpSpPr/>
          <p:nvPr/>
        </p:nvGrpSpPr>
        <p:grpSpPr>
          <a:xfrm>
            <a:off x="6672246" y="2572035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1C7ADA7-CD82-5533-7FF8-25E9F6167A1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0D992F7-283A-9A7D-A546-FEE65192D486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BC70E8A-E3E5-874B-579F-14B46370E5BC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C6A5249-166F-8112-CB85-F754F68D3415}"/>
              </a:ext>
            </a:extLst>
          </p:cNvPr>
          <p:cNvGrpSpPr/>
          <p:nvPr/>
        </p:nvGrpSpPr>
        <p:grpSpPr>
          <a:xfrm>
            <a:off x="6845431" y="257454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B3A4CE7-C9F6-93BA-070A-034604EE682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6B144CF-C327-3B06-5E59-0D2C0C31B71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EB643AF-451B-1FF6-71DD-80079EECBD2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12169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A5DE-160F-585C-6E11-BB8CFC2D3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7BC5060-0285-E608-A603-C8326968335A}"/>
              </a:ext>
            </a:extLst>
          </p:cNvPr>
          <p:cNvSpPr/>
          <p:nvPr/>
        </p:nvSpPr>
        <p:spPr>
          <a:xfrm>
            <a:off x="1715911" y="1004711"/>
            <a:ext cx="7732889" cy="418817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918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11AB84E0-46FD-2F26-D27C-D10E8689400D}"/>
              </a:ext>
            </a:extLst>
          </p:cNvPr>
          <p:cNvSpPr/>
          <p:nvPr/>
        </p:nvSpPr>
        <p:spPr>
          <a:xfrm>
            <a:off x="3233073" y="1264355"/>
            <a:ext cx="4731832" cy="2968977"/>
          </a:xfrm>
          <a:prstGeom prst="cloud">
            <a:avLst/>
          </a:prstGeom>
          <a:solidFill>
            <a:srgbClr val="3FB4E0">
              <a:alpha val="20121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C0299251-BB89-8474-592B-19CD7E22F59B}"/>
              </a:ext>
            </a:extLst>
          </p:cNvPr>
          <p:cNvSpPr/>
          <p:nvPr/>
        </p:nvSpPr>
        <p:spPr>
          <a:xfrm>
            <a:off x="4359401" y="2199926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P1</a:t>
            </a:r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6110EB62-9F34-4F23-77F9-69A6946A8A87}"/>
              </a:ext>
            </a:extLst>
          </p:cNvPr>
          <p:cNvSpPr/>
          <p:nvPr/>
        </p:nvSpPr>
        <p:spPr>
          <a:xfrm>
            <a:off x="4357638" y="2944284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P0</a:t>
            </a:r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B3241E7A-510E-1579-03DA-A1A750397395}"/>
              </a:ext>
            </a:extLst>
          </p:cNvPr>
          <p:cNvSpPr/>
          <p:nvPr/>
        </p:nvSpPr>
        <p:spPr>
          <a:xfrm>
            <a:off x="4534616" y="3704261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PE1</a:t>
            </a:r>
          </a:p>
        </p:txBody>
      </p:sp>
      <p:sp>
        <p:nvSpPr>
          <p:cNvPr id="11" name="Can 10">
            <a:extLst>
              <a:ext uri="{FF2B5EF4-FFF2-40B4-BE49-F238E27FC236}">
                <a16:creationId xmlns:a16="http://schemas.microsoft.com/office/drawing/2014/main" id="{E0136827-F16D-3487-F0C0-B127A68CA8FE}"/>
              </a:ext>
            </a:extLst>
          </p:cNvPr>
          <p:cNvSpPr/>
          <p:nvPr/>
        </p:nvSpPr>
        <p:spPr>
          <a:xfrm>
            <a:off x="5591696" y="2095592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P2</a:t>
            </a:r>
          </a:p>
        </p:txBody>
      </p:sp>
      <p:sp>
        <p:nvSpPr>
          <p:cNvPr id="12" name="Can 11">
            <a:extLst>
              <a:ext uri="{FF2B5EF4-FFF2-40B4-BE49-F238E27FC236}">
                <a16:creationId xmlns:a16="http://schemas.microsoft.com/office/drawing/2014/main" id="{FA1FB2F2-23EE-83C8-8132-60EF1D1FC2B8}"/>
              </a:ext>
            </a:extLst>
          </p:cNvPr>
          <p:cNvSpPr/>
          <p:nvPr/>
        </p:nvSpPr>
        <p:spPr>
          <a:xfrm>
            <a:off x="7046021" y="2128930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PE3</a:t>
            </a:r>
          </a:p>
        </p:txBody>
      </p:sp>
      <p:sp>
        <p:nvSpPr>
          <p:cNvPr id="13" name="Can 12">
            <a:extLst>
              <a:ext uri="{FF2B5EF4-FFF2-40B4-BE49-F238E27FC236}">
                <a16:creationId xmlns:a16="http://schemas.microsoft.com/office/drawing/2014/main" id="{045CA48D-0973-AC90-690F-31C21B1C9B91}"/>
              </a:ext>
            </a:extLst>
          </p:cNvPr>
          <p:cNvSpPr/>
          <p:nvPr/>
        </p:nvSpPr>
        <p:spPr>
          <a:xfrm>
            <a:off x="5601961" y="2787166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P3</a:t>
            </a:r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96EAF810-ECD4-FBDE-2892-9FA47A43B7A4}"/>
              </a:ext>
            </a:extLst>
          </p:cNvPr>
          <p:cNvSpPr/>
          <p:nvPr/>
        </p:nvSpPr>
        <p:spPr>
          <a:xfrm>
            <a:off x="3233074" y="2748843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PE0</a:t>
            </a:r>
          </a:p>
        </p:txBody>
      </p:sp>
      <p:sp>
        <p:nvSpPr>
          <p:cNvPr id="15" name="Can 14">
            <a:extLst>
              <a:ext uri="{FF2B5EF4-FFF2-40B4-BE49-F238E27FC236}">
                <a16:creationId xmlns:a16="http://schemas.microsoft.com/office/drawing/2014/main" id="{C6CA3C98-5AF6-8CA4-EC36-2C4401CA2928}"/>
              </a:ext>
            </a:extLst>
          </p:cNvPr>
          <p:cNvSpPr/>
          <p:nvPr/>
        </p:nvSpPr>
        <p:spPr>
          <a:xfrm>
            <a:off x="2251696" y="3704261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CE2</a:t>
            </a:r>
          </a:p>
        </p:txBody>
      </p:sp>
      <p:sp>
        <p:nvSpPr>
          <p:cNvPr id="16" name="Can 15">
            <a:extLst>
              <a:ext uri="{FF2B5EF4-FFF2-40B4-BE49-F238E27FC236}">
                <a16:creationId xmlns:a16="http://schemas.microsoft.com/office/drawing/2014/main" id="{745E809F-9C8B-BFDA-D281-1C55AFAA3DA8}"/>
              </a:ext>
            </a:extLst>
          </p:cNvPr>
          <p:cNvSpPr/>
          <p:nvPr/>
        </p:nvSpPr>
        <p:spPr>
          <a:xfrm>
            <a:off x="2002966" y="2199927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CE0</a:t>
            </a:r>
          </a:p>
        </p:txBody>
      </p:sp>
      <p:sp>
        <p:nvSpPr>
          <p:cNvPr id="17" name="Can 16">
            <a:extLst>
              <a:ext uri="{FF2B5EF4-FFF2-40B4-BE49-F238E27FC236}">
                <a16:creationId xmlns:a16="http://schemas.microsoft.com/office/drawing/2014/main" id="{E2857331-25BE-BAC0-66FE-890CED241DAF}"/>
              </a:ext>
            </a:extLst>
          </p:cNvPr>
          <p:cNvSpPr/>
          <p:nvPr/>
        </p:nvSpPr>
        <p:spPr>
          <a:xfrm>
            <a:off x="2002966" y="2831822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CE1</a:t>
            </a:r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EFE6BD50-F775-73F2-119C-598E75DB1242}"/>
              </a:ext>
            </a:extLst>
          </p:cNvPr>
          <p:cNvSpPr/>
          <p:nvPr/>
        </p:nvSpPr>
        <p:spPr>
          <a:xfrm>
            <a:off x="4534615" y="4565229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CE3</a:t>
            </a:r>
          </a:p>
        </p:txBody>
      </p:sp>
      <p:sp>
        <p:nvSpPr>
          <p:cNvPr id="19" name="Can 18">
            <a:extLst>
              <a:ext uri="{FF2B5EF4-FFF2-40B4-BE49-F238E27FC236}">
                <a16:creationId xmlns:a16="http://schemas.microsoft.com/office/drawing/2014/main" id="{97F23E47-A61E-77A1-B5F0-729FE12E3E97}"/>
              </a:ext>
            </a:extLst>
          </p:cNvPr>
          <p:cNvSpPr/>
          <p:nvPr/>
        </p:nvSpPr>
        <p:spPr>
          <a:xfrm>
            <a:off x="5676363" y="4565228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CE4</a:t>
            </a:r>
          </a:p>
        </p:txBody>
      </p:sp>
      <p:sp>
        <p:nvSpPr>
          <p:cNvPr id="20" name="Can 19">
            <a:extLst>
              <a:ext uri="{FF2B5EF4-FFF2-40B4-BE49-F238E27FC236}">
                <a16:creationId xmlns:a16="http://schemas.microsoft.com/office/drawing/2014/main" id="{840B1437-E8F9-EFFD-7752-D171B9D88ED4}"/>
              </a:ext>
            </a:extLst>
          </p:cNvPr>
          <p:cNvSpPr/>
          <p:nvPr/>
        </p:nvSpPr>
        <p:spPr>
          <a:xfrm>
            <a:off x="6626385" y="4565227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CE5</a:t>
            </a:r>
          </a:p>
        </p:txBody>
      </p:sp>
      <p:sp>
        <p:nvSpPr>
          <p:cNvPr id="21" name="Can 20">
            <a:extLst>
              <a:ext uri="{FF2B5EF4-FFF2-40B4-BE49-F238E27FC236}">
                <a16:creationId xmlns:a16="http://schemas.microsoft.com/office/drawing/2014/main" id="{BCD6F16D-ED17-D720-A347-66F5D155E3AF}"/>
              </a:ext>
            </a:extLst>
          </p:cNvPr>
          <p:cNvSpPr/>
          <p:nvPr/>
        </p:nvSpPr>
        <p:spPr>
          <a:xfrm>
            <a:off x="8369955" y="1766516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AEC033-6055-987D-E140-63711CE733E0}"/>
              </a:ext>
            </a:extLst>
          </p:cNvPr>
          <p:cNvSpPr txBox="1"/>
          <p:nvPr/>
        </p:nvSpPr>
        <p:spPr>
          <a:xfrm>
            <a:off x="5025217" y="1556862"/>
            <a:ext cx="1132955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MPLS Core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A78AF8-BE35-1CC6-F8BE-283420B5A24E}"/>
              </a:ext>
            </a:extLst>
          </p:cNvPr>
          <p:cNvCxnSpPr>
            <a:cxnSpLocks/>
          </p:cNvCxnSpPr>
          <p:nvPr/>
        </p:nvCxnSpPr>
        <p:spPr>
          <a:xfrm>
            <a:off x="2832714" y="2373685"/>
            <a:ext cx="390835" cy="54891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7351F39-36D5-5E44-846A-C6BB1BBD9D5D}"/>
              </a:ext>
            </a:extLst>
          </p:cNvPr>
          <p:cNvCxnSpPr>
            <a:cxnSpLocks/>
          </p:cNvCxnSpPr>
          <p:nvPr/>
        </p:nvCxnSpPr>
        <p:spPr>
          <a:xfrm flipV="1">
            <a:off x="2832714" y="2922601"/>
            <a:ext cx="390835" cy="8297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D8D2E5A-6357-714F-A387-B27336C90B64}"/>
              </a:ext>
            </a:extLst>
          </p:cNvPr>
          <p:cNvCxnSpPr>
            <a:cxnSpLocks/>
          </p:cNvCxnSpPr>
          <p:nvPr/>
        </p:nvCxnSpPr>
        <p:spPr>
          <a:xfrm flipV="1">
            <a:off x="3081444" y="2922601"/>
            <a:ext cx="142105" cy="95541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E88600-3B50-6C1C-90E2-19AB8D52498E}"/>
              </a:ext>
            </a:extLst>
          </p:cNvPr>
          <p:cNvCxnSpPr>
            <a:cxnSpLocks/>
          </p:cNvCxnSpPr>
          <p:nvPr/>
        </p:nvCxnSpPr>
        <p:spPr>
          <a:xfrm flipV="1">
            <a:off x="4935008" y="4051776"/>
            <a:ext cx="9720" cy="51345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r 31">
            <a:extLst>
              <a:ext uri="{FF2B5EF4-FFF2-40B4-BE49-F238E27FC236}">
                <a16:creationId xmlns:a16="http://schemas.microsoft.com/office/drawing/2014/main" id="{01FADF57-9188-D36C-0E1F-736D50138787}"/>
              </a:ext>
            </a:extLst>
          </p:cNvPr>
          <p:cNvSpPr/>
          <p:nvPr/>
        </p:nvSpPr>
        <p:spPr>
          <a:xfrm>
            <a:off x="6004000" y="3448102"/>
            <a:ext cx="561900" cy="556127"/>
          </a:xfrm>
          <a:prstGeom prst="flowChartOr">
            <a:avLst/>
          </a:prstGeom>
          <a:solidFill>
            <a:schemeClr val="bg1">
              <a:lumMod val="6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PE2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19970D3-7792-4BEC-59DF-F87C6F46F865}"/>
              </a:ext>
            </a:extLst>
          </p:cNvPr>
          <p:cNvCxnSpPr>
            <a:cxnSpLocks/>
            <a:stCxn id="32" idx="4"/>
          </p:cNvCxnSpPr>
          <p:nvPr/>
        </p:nvCxnSpPr>
        <p:spPr>
          <a:xfrm flipH="1">
            <a:off x="6086475" y="4004229"/>
            <a:ext cx="198475" cy="56099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E95A053-22E2-6CC6-18B7-C961EA4AED68}"/>
              </a:ext>
            </a:extLst>
          </p:cNvPr>
          <p:cNvCxnSpPr>
            <a:cxnSpLocks/>
            <a:stCxn id="32" idx="4"/>
          </p:cNvCxnSpPr>
          <p:nvPr/>
        </p:nvCxnSpPr>
        <p:spPr>
          <a:xfrm>
            <a:off x="6284950" y="4004229"/>
            <a:ext cx="751547" cy="56099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4CB0693-9457-0288-5F77-8995BAF14143}"/>
              </a:ext>
            </a:extLst>
          </p:cNvPr>
          <p:cNvCxnSpPr>
            <a:cxnSpLocks/>
          </p:cNvCxnSpPr>
          <p:nvPr/>
        </p:nvCxnSpPr>
        <p:spPr>
          <a:xfrm flipV="1">
            <a:off x="7875769" y="1940274"/>
            <a:ext cx="484661" cy="36241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81F773F-C58B-F713-A3F8-46D0A0D0CFCE}"/>
              </a:ext>
            </a:extLst>
          </p:cNvPr>
          <p:cNvCxnSpPr>
            <a:cxnSpLocks/>
          </p:cNvCxnSpPr>
          <p:nvPr/>
        </p:nvCxnSpPr>
        <p:spPr>
          <a:xfrm flipV="1">
            <a:off x="4062822" y="2373684"/>
            <a:ext cx="287054" cy="54891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83207CE-B39F-B790-015A-7C94D24DFE3F}"/>
              </a:ext>
            </a:extLst>
          </p:cNvPr>
          <p:cNvCxnSpPr>
            <a:cxnSpLocks/>
          </p:cNvCxnSpPr>
          <p:nvPr/>
        </p:nvCxnSpPr>
        <p:spPr>
          <a:xfrm flipV="1">
            <a:off x="5189149" y="2269350"/>
            <a:ext cx="393022" cy="10433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DD429C8-29F6-5576-8CD3-F11DA558558F}"/>
              </a:ext>
            </a:extLst>
          </p:cNvPr>
          <p:cNvCxnSpPr>
            <a:cxnSpLocks/>
          </p:cNvCxnSpPr>
          <p:nvPr/>
        </p:nvCxnSpPr>
        <p:spPr>
          <a:xfrm>
            <a:off x="6421444" y="2269350"/>
            <a:ext cx="615052" cy="3333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3CDD589-F46B-2B81-54A8-AFE3C72C2143}"/>
              </a:ext>
            </a:extLst>
          </p:cNvPr>
          <p:cNvCxnSpPr>
            <a:cxnSpLocks/>
          </p:cNvCxnSpPr>
          <p:nvPr/>
        </p:nvCxnSpPr>
        <p:spPr>
          <a:xfrm flipH="1">
            <a:off x="4767750" y="2547441"/>
            <a:ext cx="1763" cy="39684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2BE6EB8-914F-8B8B-E072-573AC87AD330}"/>
              </a:ext>
            </a:extLst>
          </p:cNvPr>
          <p:cNvCxnSpPr>
            <a:cxnSpLocks/>
          </p:cNvCxnSpPr>
          <p:nvPr/>
        </p:nvCxnSpPr>
        <p:spPr>
          <a:xfrm>
            <a:off x="4767750" y="3291799"/>
            <a:ext cx="176978" cy="412462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FD0ABDE-9D4A-55E9-1D35-BDA5D884C4F0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6001808" y="2443107"/>
            <a:ext cx="19790" cy="344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1D6FFB9-5F57-C3F1-A440-7C7160765B07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6012073" y="3134681"/>
            <a:ext cx="272877" cy="31342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43A35C6-8D40-DA3D-F7AB-8B6609F9E53A}"/>
              </a:ext>
            </a:extLst>
          </p:cNvPr>
          <p:cNvCxnSpPr>
            <a:cxnSpLocks/>
          </p:cNvCxnSpPr>
          <p:nvPr/>
        </p:nvCxnSpPr>
        <p:spPr>
          <a:xfrm flipV="1">
            <a:off x="5187386" y="2960924"/>
            <a:ext cx="405050" cy="15711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579E546-F80C-EE17-6C86-21341F0D59F5}"/>
              </a:ext>
            </a:extLst>
          </p:cNvPr>
          <p:cNvGrpSpPr/>
          <p:nvPr/>
        </p:nvGrpSpPr>
        <p:grpSpPr>
          <a:xfrm>
            <a:off x="8997143" y="1862383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5F8C92A9-D9E0-8B2A-77E0-9EE0486E167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4E466B2D-4837-5048-5855-78CB35D1BEAB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C9D5861C-84C1-8AD5-73C5-0C7FC60256E0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18187DC-06D9-B663-984A-655298DC9F4E}"/>
              </a:ext>
            </a:extLst>
          </p:cNvPr>
          <p:cNvGrpSpPr/>
          <p:nvPr/>
        </p:nvGrpSpPr>
        <p:grpSpPr>
          <a:xfrm>
            <a:off x="7661073" y="2243627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DF65703A-0C6D-F145-0B69-2902B784FC2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82F1019E-C5CD-01EC-5DF8-710D567D298B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23305074-471F-92EA-4FC6-FA5AFF44B73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78574C0-E0EF-56DF-2AF5-FE9A1F935162}"/>
              </a:ext>
            </a:extLst>
          </p:cNvPr>
          <p:cNvGrpSpPr/>
          <p:nvPr/>
        </p:nvGrpSpPr>
        <p:grpSpPr>
          <a:xfrm>
            <a:off x="6200956" y="222777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6AD1973D-0CA3-FEC5-8ABA-E174B6C9F573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FB5A3106-913D-CFD1-7E7C-9EF66CDF9E19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4795A422-8A6E-F892-26D6-E2DBA39127E3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D88D579-0349-E330-6E87-279E38D592B5}"/>
              </a:ext>
            </a:extLst>
          </p:cNvPr>
          <p:cNvGrpSpPr/>
          <p:nvPr/>
        </p:nvGrpSpPr>
        <p:grpSpPr>
          <a:xfrm>
            <a:off x="6232840" y="2905545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B514ADFC-5D8C-18B6-4B9D-2D9B225741F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A5A4A5F5-6D0C-AECA-B24F-7B3384C92932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003F285D-4323-8D83-6A85-7E72B0716C2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1DC4F9B-764C-C0C0-3FCA-1B0F2552623C}"/>
              </a:ext>
            </a:extLst>
          </p:cNvPr>
          <p:cNvGrpSpPr/>
          <p:nvPr/>
        </p:nvGrpSpPr>
        <p:grpSpPr>
          <a:xfrm>
            <a:off x="5157880" y="381089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4DF9788-0680-15FE-80F9-543F4990F04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11FC7352-10B0-05A5-7F7C-75DD6D2AEEA2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C7E69065-2F4D-FC87-B543-84E1B1A71F7C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886124F-B445-0EA8-2791-7AE483529F7F}"/>
              </a:ext>
            </a:extLst>
          </p:cNvPr>
          <p:cNvGrpSpPr/>
          <p:nvPr/>
        </p:nvGrpSpPr>
        <p:grpSpPr>
          <a:xfrm>
            <a:off x="4982801" y="230738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4E8836E-9F2E-603F-EA8E-D71575A56A3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75DB5224-3FEA-1903-AD02-9843BE950D4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BDA2A220-9309-1FEF-3BF4-FF1E2CF23733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49A8AB0-4B9A-8679-5D4E-10EBA958C004}"/>
              </a:ext>
            </a:extLst>
          </p:cNvPr>
          <p:cNvGrpSpPr/>
          <p:nvPr/>
        </p:nvGrpSpPr>
        <p:grpSpPr>
          <a:xfrm>
            <a:off x="4982800" y="3055770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A3900364-37E4-6B7E-D801-605B6BC0081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EC075A02-E3B1-C41B-9FF9-C3A43449B828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90AAC4C1-FD16-0BE4-52F9-5CC73DBA5C56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DCBA071-D639-E925-188C-517158E6FCA4}"/>
              </a:ext>
            </a:extLst>
          </p:cNvPr>
          <p:cNvGrpSpPr/>
          <p:nvPr/>
        </p:nvGrpSpPr>
        <p:grpSpPr>
          <a:xfrm>
            <a:off x="5163520" y="4683765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4D25CC50-EC7E-1448-A40E-53FC4D99A49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5D9EB7E7-CC44-2326-D69F-B423F2DCDF46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DD32F21E-0DB9-6069-B73E-1384E4EA89F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65543F6-2882-DE0E-B035-4A23272C6032}"/>
              </a:ext>
            </a:extLst>
          </p:cNvPr>
          <p:cNvGrpSpPr/>
          <p:nvPr/>
        </p:nvGrpSpPr>
        <p:grpSpPr>
          <a:xfrm>
            <a:off x="7244588" y="4687189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B736CE47-CBC3-47C1-55DA-0D070CE20AE3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E9B50384-63C9-66EA-7A5B-B6F8831D64A3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E2E53DE1-B12D-0F97-2C72-A4FEB6CAF222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BD336BA-1D32-5966-7933-BA87D11B09F2}"/>
              </a:ext>
            </a:extLst>
          </p:cNvPr>
          <p:cNvGrpSpPr/>
          <p:nvPr/>
        </p:nvGrpSpPr>
        <p:grpSpPr>
          <a:xfrm>
            <a:off x="6309494" y="4689730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B35C239F-88FF-A868-1F57-4AEFC803F80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60F287B3-5648-0676-3B76-77B26C1F261F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B5C587AF-F2CB-20D1-4766-FC63E3CC253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3EE459B-9280-1D4D-F694-5E066A4351F5}"/>
              </a:ext>
            </a:extLst>
          </p:cNvPr>
          <p:cNvGrpSpPr/>
          <p:nvPr/>
        </p:nvGrpSpPr>
        <p:grpSpPr>
          <a:xfrm>
            <a:off x="2612227" y="231632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24948273-32B6-6E45-B326-A8D9A959797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00831B15-838D-1548-8AF5-84EA76F93E7F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801232CA-5471-2F50-D887-1555028AC9AF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F1697AB-63E2-CCEF-82E0-ABCEA7FAA90E}"/>
              </a:ext>
            </a:extLst>
          </p:cNvPr>
          <p:cNvGrpSpPr/>
          <p:nvPr/>
        </p:nvGrpSpPr>
        <p:grpSpPr>
          <a:xfrm>
            <a:off x="2611245" y="2939620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CE286104-59A9-18FA-1B14-D70B612DE6A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E831F590-D81C-9003-AB6B-553EA3BD47A2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B630B759-5EF9-3DC3-E802-9F70F1A3AAD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9D24F9D-99D9-7380-2323-3693C86FE3FB}"/>
              </a:ext>
            </a:extLst>
          </p:cNvPr>
          <p:cNvGrpSpPr/>
          <p:nvPr/>
        </p:nvGrpSpPr>
        <p:grpSpPr>
          <a:xfrm>
            <a:off x="2861037" y="382485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3E2F6B65-D5FA-735D-760E-4CF8A0563976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A11493AE-CEEE-EC81-340F-7BF7402C24B7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3A602601-99F9-4606-DCC9-DE5F509010AC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F87E35F-DFE6-6FCD-9905-C726C3AC5D49}"/>
              </a:ext>
            </a:extLst>
          </p:cNvPr>
          <p:cNvGrpSpPr/>
          <p:nvPr/>
        </p:nvGrpSpPr>
        <p:grpSpPr>
          <a:xfrm>
            <a:off x="3866812" y="2861730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DF92B24E-FC70-2C98-1CF9-258DE78F082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90FED448-9BFE-A5CC-2BB7-C2164308261C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4E83B943-B392-76FD-E05F-900617C209F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Bent-Up Arrow 27">
            <a:extLst>
              <a:ext uri="{FF2B5EF4-FFF2-40B4-BE49-F238E27FC236}">
                <a16:creationId xmlns:a16="http://schemas.microsoft.com/office/drawing/2014/main" id="{BAC19EC1-D952-C6CE-60A7-B7B1C1D3EBF2}"/>
              </a:ext>
            </a:extLst>
          </p:cNvPr>
          <p:cNvSpPr/>
          <p:nvPr/>
        </p:nvSpPr>
        <p:spPr>
          <a:xfrm>
            <a:off x="6086475" y="3487940"/>
            <a:ext cx="202021" cy="145472"/>
          </a:xfrm>
          <a:prstGeom prst="bentUp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Bent-Up Arrow 29">
            <a:extLst>
              <a:ext uri="{FF2B5EF4-FFF2-40B4-BE49-F238E27FC236}">
                <a16:creationId xmlns:a16="http://schemas.microsoft.com/office/drawing/2014/main" id="{D569D32B-4988-88DF-0028-2C588017806B}"/>
              </a:ext>
            </a:extLst>
          </p:cNvPr>
          <p:cNvSpPr/>
          <p:nvPr/>
        </p:nvSpPr>
        <p:spPr>
          <a:xfrm rot="5400000">
            <a:off x="6319324" y="3480250"/>
            <a:ext cx="145474" cy="193253"/>
          </a:xfrm>
          <a:prstGeom prst="bentUp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Bent-Up Arrow 32">
            <a:extLst>
              <a:ext uri="{FF2B5EF4-FFF2-40B4-BE49-F238E27FC236}">
                <a16:creationId xmlns:a16="http://schemas.microsoft.com/office/drawing/2014/main" id="{DB37557D-D1A2-1F8D-80E1-6942685F36AB}"/>
              </a:ext>
            </a:extLst>
          </p:cNvPr>
          <p:cNvSpPr/>
          <p:nvPr/>
        </p:nvSpPr>
        <p:spPr>
          <a:xfrm rot="10800000">
            <a:off x="6295434" y="3813829"/>
            <a:ext cx="189073" cy="145477"/>
          </a:xfrm>
          <a:prstGeom prst="bentUp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Bent-Up Arrow 34">
            <a:extLst>
              <a:ext uri="{FF2B5EF4-FFF2-40B4-BE49-F238E27FC236}">
                <a16:creationId xmlns:a16="http://schemas.microsoft.com/office/drawing/2014/main" id="{0AB6E3A0-E4D0-4063-DDB5-050CE4010DE6}"/>
              </a:ext>
            </a:extLst>
          </p:cNvPr>
          <p:cNvSpPr/>
          <p:nvPr/>
        </p:nvSpPr>
        <p:spPr>
          <a:xfrm rot="16200000">
            <a:off x="6126073" y="3774800"/>
            <a:ext cx="145472" cy="193253"/>
          </a:xfrm>
          <a:prstGeom prst="bentUp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712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CC965-8D82-A8C2-3CA6-2AA42AF9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4EFE073A-72C7-73BC-80BE-0DD7A6C52290}"/>
              </a:ext>
            </a:extLst>
          </p:cNvPr>
          <p:cNvSpPr/>
          <p:nvPr/>
        </p:nvSpPr>
        <p:spPr>
          <a:xfrm>
            <a:off x="3163423" y="419231"/>
            <a:ext cx="5668112" cy="1488559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D4050B6-BB70-EBAB-899C-81C1BD48385A}"/>
              </a:ext>
            </a:extLst>
          </p:cNvPr>
          <p:cNvSpPr/>
          <p:nvPr/>
        </p:nvSpPr>
        <p:spPr>
          <a:xfrm>
            <a:off x="2981195" y="238535"/>
            <a:ext cx="6028566" cy="289297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73D5578-00F1-9BFF-2223-58D502D5EB82}"/>
              </a:ext>
            </a:extLst>
          </p:cNvPr>
          <p:cNvSpPr/>
          <p:nvPr/>
        </p:nvSpPr>
        <p:spPr>
          <a:xfrm>
            <a:off x="3163423" y="2411292"/>
            <a:ext cx="5668112" cy="573274"/>
          </a:xfrm>
          <a:prstGeom prst="rect">
            <a:avLst/>
          </a:prstGeom>
          <a:solidFill>
            <a:srgbClr val="3FB4E0">
              <a:alpha val="2012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49B2D9-5E74-D778-CAAD-854877639CAE}"/>
              </a:ext>
            </a:extLst>
          </p:cNvPr>
          <p:cNvCxnSpPr>
            <a:cxnSpLocks/>
          </p:cNvCxnSpPr>
          <p:nvPr/>
        </p:nvCxnSpPr>
        <p:spPr>
          <a:xfrm>
            <a:off x="3163423" y="1977977"/>
            <a:ext cx="5668112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B573F5-D890-9883-C6C8-D055373ACEC4}"/>
              </a:ext>
            </a:extLst>
          </p:cNvPr>
          <p:cNvCxnSpPr>
            <a:cxnSpLocks/>
          </p:cNvCxnSpPr>
          <p:nvPr/>
        </p:nvCxnSpPr>
        <p:spPr>
          <a:xfrm>
            <a:off x="3722958" y="1977977"/>
            <a:ext cx="0" cy="34307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194175-7791-CE2C-FD03-459F68001BD7}"/>
              </a:ext>
            </a:extLst>
          </p:cNvPr>
          <p:cNvCxnSpPr>
            <a:cxnSpLocks/>
          </p:cNvCxnSpPr>
          <p:nvPr/>
        </p:nvCxnSpPr>
        <p:spPr>
          <a:xfrm>
            <a:off x="4612306" y="1989476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D9BBC4-0488-B014-87F7-D296FBCC085F}"/>
              </a:ext>
            </a:extLst>
          </p:cNvPr>
          <p:cNvCxnSpPr>
            <a:cxnSpLocks/>
          </p:cNvCxnSpPr>
          <p:nvPr/>
        </p:nvCxnSpPr>
        <p:spPr>
          <a:xfrm>
            <a:off x="5503839" y="1989476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F12AE2-DB21-74F1-CD11-A3070B29E8C4}"/>
              </a:ext>
            </a:extLst>
          </p:cNvPr>
          <p:cNvCxnSpPr>
            <a:cxnSpLocks/>
          </p:cNvCxnSpPr>
          <p:nvPr/>
        </p:nvCxnSpPr>
        <p:spPr>
          <a:xfrm>
            <a:off x="6412461" y="1989476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E8B3DC4-F5BC-A780-CA34-E500D4760964}"/>
              </a:ext>
            </a:extLst>
          </p:cNvPr>
          <p:cNvCxnSpPr>
            <a:cxnSpLocks/>
          </p:cNvCxnSpPr>
          <p:nvPr/>
        </p:nvCxnSpPr>
        <p:spPr>
          <a:xfrm>
            <a:off x="7320677" y="1989476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2C48B4-B4C3-BA82-3A93-2F126F5117C8}"/>
              </a:ext>
            </a:extLst>
          </p:cNvPr>
          <p:cNvCxnSpPr>
            <a:cxnSpLocks/>
          </p:cNvCxnSpPr>
          <p:nvPr/>
        </p:nvCxnSpPr>
        <p:spPr>
          <a:xfrm>
            <a:off x="8240341" y="1989476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n 11">
            <a:extLst>
              <a:ext uri="{FF2B5EF4-FFF2-40B4-BE49-F238E27FC236}">
                <a16:creationId xmlns:a16="http://schemas.microsoft.com/office/drawing/2014/main" id="{C4687625-CE7B-172C-6A73-D2950FA10DF3}"/>
              </a:ext>
            </a:extLst>
          </p:cNvPr>
          <p:cNvSpPr/>
          <p:nvPr/>
        </p:nvSpPr>
        <p:spPr>
          <a:xfrm>
            <a:off x="3303321" y="2521177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ce0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E889A6A-DE59-D1F1-5379-888D6D31C3AD}"/>
              </a:ext>
            </a:extLst>
          </p:cNvPr>
          <p:cNvGrpSpPr/>
          <p:nvPr/>
        </p:nvGrpSpPr>
        <p:grpSpPr>
          <a:xfrm>
            <a:off x="3930509" y="261704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1F40910-6F48-1DA6-CC59-F6EF5CFFBBB8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2416650-911B-32D0-4C19-EC457A480C9D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E1C3184-6F21-755B-3AAF-CE95892050B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an 16">
            <a:extLst>
              <a:ext uri="{FF2B5EF4-FFF2-40B4-BE49-F238E27FC236}">
                <a16:creationId xmlns:a16="http://schemas.microsoft.com/office/drawing/2014/main" id="{71E4B799-CD65-F4A1-4FB9-69B716C4F69B}"/>
              </a:ext>
            </a:extLst>
          </p:cNvPr>
          <p:cNvSpPr/>
          <p:nvPr/>
        </p:nvSpPr>
        <p:spPr>
          <a:xfrm>
            <a:off x="4218340" y="2521177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2DC77D4-ED2D-B6B1-B33E-0865B010B9C0}"/>
              </a:ext>
            </a:extLst>
          </p:cNvPr>
          <p:cNvGrpSpPr/>
          <p:nvPr/>
        </p:nvGrpSpPr>
        <p:grpSpPr>
          <a:xfrm>
            <a:off x="4845528" y="261704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419972B-9740-3A31-35E4-4F69147F423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FB7DBE8-C4F1-C54B-F9EA-B8598D1B1349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33A868A-7180-D2ED-A507-089B498B11BF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an 21">
            <a:extLst>
              <a:ext uri="{FF2B5EF4-FFF2-40B4-BE49-F238E27FC236}">
                <a16:creationId xmlns:a16="http://schemas.microsoft.com/office/drawing/2014/main" id="{C1658B07-9F13-B986-D2FE-13C9F8DE6C10}"/>
              </a:ext>
            </a:extLst>
          </p:cNvPr>
          <p:cNvSpPr/>
          <p:nvPr/>
        </p:nvSpPr>
        <p:spPr>
          <a:xfrm>
            <a:off x="5133359" y="2521177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ce2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C27D537-93B6-3F39-8C88-DA861F24D851}"/>
              </a:ext>
            </a:extLst>
          </p:cNvPr>
          <p:cNvGrpSpPr/>
          <p:nvPr/>
        </p:nvGrpSpPr>
        <p:grpSpPr>
          <a:xfrm>
            <a:off x="5760547" y="261704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5FF9702-419C-0E00-FF9D-821A46430A7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607B492-8D6D-7DE5-74F0-A89358BB0251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4535699-835C-DFE7-5816-66B2149528F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Can 26">
            <a:extLst>
              <a:ext uri="{FF2B5EF4-FFF2-40B4-BE49-F238E27FC236}">
                <a16:creationId xmlns:a16="http://schemas.microsoft.com/office/drawing/2014/main" id="{4F66F37B-7F10-0864-C842-D10A673A4F35}"/>
              </a:ext>
            </a:extLst>
          </p:cNvPr>
          <p:cNvSpPr/>
          <p:nvPr/>
        </p:nvSpPr>
        <p:spPr>
          <a:xfrm>
            <a:off x="6048378" y="2521177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ce3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93803A9-20D6-9256-1108-03CAE6DD5E76}"/>
              </a:ext>
            </a:extLst>
          </p:cNvPr>
          <p:cNvGrpSpPr/>
          <p:nvPr/>
        </p:nvGrpSpPr>
        <p:grpSpPr>
          <a:xfrm>
            <a:off x="6675566" y="261704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4020F3E-BB96-D71F-6F67-B54CAF57686E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6F72070-436B-0A52-045B-49E7114119E0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E9BBE88-2EED-2A93-6705-F5121589A52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Can 31">
            <a:extLst>
              <a:ext uri="{FF2B5EF4-FFF2-40B4-BE49-F238E27FC236}">
                <a16:creationId xmlns:a16="http://schemas.microsoft.com/office/drawing/2014/main" id="{10925A52-A3F9-EB94-5690-91A6DC776259}"/>
              </a:ext>
            </a:extLst>
          </p:cNvPr>
          <p:cNvSpPr/>
          <p:nvPr/>
        </p:nvSpPr>
        <p:spPr>
          <a:xfrm>
            <a:off x="6963397" y="2521177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ce4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F42057B-B3EB-7BAA-3D00-347B1F956D9A}"/>
              </a:ext>
            </a:extLst>
          </p:cNvPr>
          <p:cNvGrpSpPr/>
          <p:nvPr/>
        </p:nvGrpSpPr>
        <p:grpSpPr>
          <a:xfrm>
            <a:off x="7590585" y="261704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81A332A-9616-723A-8FCA-F2779EC6973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81A9CE3-1EBE-2A77-8907-61C13BBD7E1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FFE9CCC-24AD-3FA7-3FCC-146BC5E30933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Can 36">
            <a:extLst>
              <a:ext uri="{FF2B5EF4-FFF2-40B4-BE49-F238E27FC236}">
                <a16:creationId xmlns:a16="http://schemas.microsoft.com/office/drawing/2014/main" id="{919B3564-A26D-55D6-C6DA-193A5C2E2629}"/>
              </a:ext>
            </a:extLst>
          </p:cNvPr>
          <p:cNvSpPr/>
          <p:nvPr/>
        </p:nvSpPr>
        <p:spPr>
          <a:xfrm>
            <a:off x="7878416" y="2521177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ce5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AAEF782-A780-ECEC-0B5D-C0A0AB5C36EB}"/>
              </a:ext>
            </a:extLst>
          </p:cNvPr>
          <p:cNvGrpSpPr/>
          <p:nvPr/>
        </p:nvGrpSpPr>
        <p:grpSpPr>
          <a:xfrm>
            <a:off x="8505604" y="261704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B31B80C-A4BF-D77C-7AB4-579595708056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4FCE95E-1FB4-6801-F327-BDE4EE7191E8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CC2A6A6-7B7E-1A7D-21C1-1FA9CD792B96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4" name="Graphic 43" descr="Close outline">
            <a:extLst>
              <a:ext uri="{FF2B5EF4-FFF2-40B4-BE49-F238E27FC236}">
                <a16:creationId xmlns:a16="http://schemas.microsoft.com/office/drawing/2014/main" id="{398375C0-520C-125D-3313-F4761A31E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63423" y="2364943"/>
            <a:ext cx="681869" cy="681869"/>
          </a:xfrm>
          <a:prstGeom prst="rect">
            <a:avLst/>
          </a:prstGeom>
          <a:effectLst/>
        </p:spPr>
      </p:pic>
      <p:sp>
        <p:nvSpPr>
          <p:cNvPr id="57" name="Cube 56">
            <a:extLst>
              <a:ext uri="{FF2B5EF4-FFF2-40B4-BE49-F238E27FC236}">
                <a16:creationId xmlns:a16="http://schemas.microsoft.com/office/drawing/2014/main" id="{DEA41542-DAB7-1E85-6B11-61F8C218323D}"/>
              </a:ext>
            </a:extLst>
          </p:cNvPr>
          <p:cNvSpPr/>
          <p:nvPr/>
        </p:nvSpPr>
        <p:spPr>
          <a:xfrm>
            <a:off x="5437644" y="1215716"/>
            <a:ext cx="966004" cy="391886"/>
          </a:xfrm>
          <a:prstGeom prst="cube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EDF6FA"/>
              </a:highlight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48EC33-F781-54A2-4DA8-FC5CE6314B46}"/>
              </a:ext>
            </a:extLst>
          </p:cNvPr>
          <p:cNvSpPr txBox="1"/>
          <p:nvPr/>
        </p:nvSpPr>
        <p:spPr>
          <a:xfrm>
            <a:off x="5721674" y="1612797"/>
            <a:ext cx="49538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C07D632-779D-0552-20F0-8A5D81554C5E}"/>
              </a:ext>
            </a:extLst>
          </p:cNvPr>
          <p:cNvCxnSpPr>
            <a:cxnSpLocks/>
          </p:cNvCxnSpPr>
          <p:nvPr/>
        </p:nvCxnSpPr>
        <p:spPr>
          <a:xfrm>
            <a:off x="5974119" y="574536"/>
            <a:ext cx="1" cy="470622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E0F4A93-933F-C69E-321A-A4D161CB4653}"/>
              </a:ext>
            </a:extLst>
          </p:cNvPr>
          <p:cNvSpPr txBox="1"/>
          <p:nvPr/>
        </p:nvSpPr>
        <p:spPr>
          <a:xfrm>
            <a:off x="5995747" y="574536"/>
            <a:ext cx="1531316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TR2: create service s2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TR1: create service s1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0A3BF8F-6F66-7665-8EA2-14F362FA7FEE}"/>
              </a:ext>
            </a:extLst>
          </p:cNvPr>
          <p:cNvCxnSpPr>
            <a:cxnSpLocks/>
          </p:cNvCxnSpPr>
          <p:nvPr/>
        </p:nvCxnSpPr>
        <p:spPr>
          <a:xfrm>
            <a:off x="6669436" y="1111413"/>
            <a:ext cx="1" cy="2956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A643402-D5FF-077E-1017-F478EB095A7F}"/>
              </a:ext>
            </a:extLst>
          </p:cNvPr>
          <p:cNvCxnSpPr>
            <a:cxnSpLocks/>
          </p:cNvCxnSpPr>
          <p:nvPr/>
        </p:nvCxnSpPr>
        <p:spPr>
          <a:xfrm>
            <a:off x="6669436" y="1522894"/>
            <a:ext cx="0" cy="31313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999CFEA2-6A60-3B6D-B56A-8F8ED887DBBE}"/>
              </a:ext>
            </a:extLst>
          </p:cNvPr>
          <p:cNvSpPr txBox="1"/>
          <p:nvPr/>
        </p:nvSpPr>
        <p:spPr>
          <a:xfrm>
            <a:off x="6723006" y="1132204"/>
            <a:ext cx="210852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CDB: s1, s2, ce0:a, ce1:b,c, ce2:d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7F0399D-E7AA-3FF5-1394-87BF72BDB77D}"/>
              </a:ext>
            </a:extLst>
          </p:cNvPr>
          <p:cNvSpPr txBox="1"/>
          <p:nvPr/>
        </p:nvSpPr>
        <p:spPr>
          <a:xfrm>
            <a:off x="6761405" y="1450254"/>
            <a:ext cx="122116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CQ2: ce1:c, ce2:d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CQ1: ce0:a, ce1:b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A2F6ECF-46CA-BF8A-25AA-0C89FA2F019E}"/>
              </a:ext>
            </a:extLst>
          </p:cNvPr>
          <p:cNvCxnSpPr>
            <a:cxnSpLocks/>
          </p:cNvCxnSpPr>
          <p:nvPr/>
        </p:nvCxnSpPr>
        <p:spPr>
          <a:xfrm>
            <a:off x="5924741" y="1818456"/>
            <a:ext cx="0" cy="17005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00C9746D-A4D9-AB27-02F3-258727784F39}"/>
              </a:ext>
            </a:extLst>
          </p:cNvPr>
          <p:cNvSpPr/>
          <p:nvPr/>
        </p:nvSpPr>
        <p:spPr>
          <a:xfrm>
            <a:off x="2981195" y="3433942"/>
            <a:ext cx="6028566" cy="289297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DADD49F-D243-C749-8ADB-9EB85677C7F5}"/>
              </a:ext>
            </a:extLst>
          </p:cNvPr>
          <p:cNvSpPr/>
          <p:nvPr/>
        </p:nvSpPr>
        <p:spPr>
          <a:xfrm>
            <a:off x="3163423" y="3614638"/>
            <a:ext cx="5668112" cy="1488559"/>
          </a:xfrm>
          <a:prstGeom prst="rect">
            <a:avLst/>
          </a:prstGeom>
          <a:solidFill>
            <a:srgbClr val="3FB4E0">
              <a:alpha val="2003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16FEF40-873D-D2AD-E665-705F4CCE76D5}"/>
              </a:ext>
            </a:extLst>
          </p:cNvPr>
          <p:cNvSpPr/>
          <p:nvPr/>
        </p:nvSpPr>
        <p:spPr>
          <a:xfrm>
            <a:off x="3163423" y="5606699"/>
            <a:ext cx="5668112" cy="573274"/>
          </a:xfrm>
          <a:prstGeom prst="rect">
            <a:avLst/>
          </a:prstGeom>
          <a:solidFill>
            <a:srgbClr val="3FB4E0">
              <a:alpha val="2003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5B6793B-E71C-A547-8888-D2D7D636AD52}"/>
              </a:ext>
            </a:extLst>
          </p:cNvPr>
          <p:cNvCxnSpPr>
            <a:cxnSpLocks/>
          </p:cNvCxnSpPr>
          <p:nvPr/>
        </p:nvCxnSpPr>
        <p:spPr>
          <a:xfrm>
            <a:off x="3163423" y="5173384"/>
            <a:ext cx="5668112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4CF84D4-260A-C625-0360-970B5993BF89}"/>
              </a:ext>
            </a:extLst>
          </p:cNvPr>
          <p:cNvCxnSpPr>
            <a:cxnSpLocks/>
          </p:cNvCxnSpPr>
          <p:nvPr/>
        </p:nvCxnSpPr>
        <p:spPr>
          <a:xfrm>
            <a:off x="3722958" y="5173384"/>
            <a:ext cx="0" cy="34307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1DDBFF2-B9B8-3191-1B59-C0AC6D60CF6B}"/>
              </a:ext>
            </a:extLst>
          </p:cNvPr>
          <p:cNvCxnSpPr>
            <a:cxnSpLocks/>
          </p:cNvCxnSpPr>
          <p:nvPr/>
        </p:nvCxnSpPr>
        <p:spPr>
          <a:xfrm>
            <a:off x="4612306" y="5184883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828C33E-F640-E1D0-8F5A-ABFDA3B3ACD9}"/>
              </a:ext>
            </a:extLst>
          </p:cNvPr>
          <p:cNvCxnSpPr>
            <a:cxnSpLocks/>
          </p:cNvCxnSpPr>
          <p:nvPr/>
        </p:nvCxnSpPr>
        <p:spPr>
          <a:xfrm>
            <a:off x="5503839" y="5184883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513D8D8-2D00-6275-0B45-A3A30CFB4C47}"/>
              </a:ext>
            </a:extLst>
          </p:cNvPr>
          <p:cNvCxnSpPr>
            <a:cxnSpLocks/>
          </p:cNvCxnSpPr>
          <p:nvPr/>
        </p:nvCxnSpPr>
        <p:spPr>
          <a:xfrm>
            <a:off x="6412461" y="5184883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EDC3586-2929-A112-5726-3445D3D46E06}"/>
              </a:ext>
            </a:extLst>
          </p:cNvPr>
          <p:cNvCxnSpPr>
            <a:cxnSpLocks/>
          </p:cNvCxnSpPr>
          <p:nvPr/>
        </p:nvCxnSpPr>
        <p:spPr>
          <a:xfrm>
            <a:off x="7320677" y="5184883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A532B20-28A0-E337-360B-15BBBC621F15}"/>
              </a:ext>
            </a:extLst>
          </p:cNvPr>
          <p:cNvCxnSpPr>
            <a:cxnSpLocks/>
          </p:cNvCxnSpPr>
          <p:nvPr/>
        </p:nvCxnSpPr>
        <p:spPr>
          <a:xfrm>
            <a:off x="8240341" y="5184883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n 83">
            <a:extLst>
              <a:ext uri="{FF2B5EF4-FFF2-40B4-BE49-F238E27FC236}">
                <a16:creationId xmlns:a16="http://schemas.microsoft.com/office/drawing/2014/main" id="{F458F422-DF97-8C63-6BE1-7C72F9DABEEC}"/>
              </a:ext>
            </a:extLst>
          </p:cNvPr>
          <p:cNvSpPr/>
          <p:nvPr/>
        </p:nvSpPr>
        <p:spPr>
          <a:xfrm>
            <a:off x="3303321" y="5716584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ce0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6856F63-0727-0A2E-3B67-BA2771FAE0D4}"/>
              </a:ext>
            </a:extLst>
          </p:cNvPr>
          <p:cNvGrpSpPr/>
          <p:nvPr/>
        </p:nvGrpSpPr>
        <p:grpSpPr>
          <a:xfrm>
            <a:off x="3930509" y="581245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DCC1A984-6979-76E1-9C9C-64BB7CA0E85E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BEA934EA-9C4E-6842-849C-172A6B9B0615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8CF087C7-99B5-5333-99C3-E849CB6AD886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Can 88">
            <a:extLst>
              <a:ext uri="{FF2B5EF4-FFF2-40B4-BE49-F238E27FC236}">
                <a16:creationId xmlns:a16="http://schemas.microsoft.com/office/drawing/2014/main" id="{0867AB1B-DBAC-258F-7D66-02915A405D47}"/>
              </a:ext>
            </a:extLst>
          </p:cNvPr>
          <p:cNvSpPr/>
          <p:nvPr/>
        </p:nvSpPr>
        <p:spPr>
          <a:xfrm>
            <a:off x="4218340" y="5716584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ce1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712B424-68E9-0878-22A0-0B2EDEF1BA34}"/>
              </a:ext>
            </a:extLst>
          </p:cNvPr>
          <p:cNvGrpSpPr/>
          <p:nvPr/>
        </p:nvGrpSpPr>
        <p:grpSpPr>
          <a:xfrm>
            <a:off x="4845528" y="581245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DCD6C9D9-8F7A-20D7-5441-AD8AB2C5B7C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B78E4236-8711-E6DE-4821-433A15C36368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E66CED9D-ACBE-37A2-F36D-B6E0F9D4349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Can 93">
            <a:extLst>
              <a:ext uri="{FF2B5EF4-FFF2-40B4-BE49-F238E27FC236}">
                <a16:creationId xmlns:a16="http://schemas.microsoft.com/office/drawing/2014/main" id="{93D4B29C-44E0-76A2-C443-A978D185C6BA}"/>
              </a:ext>
            </a:extLst>
          </p:cNvPr>
          <p:cNvSpPr/>
          <p:nvPr/>
        </p:nvSpPr>
        <p:spPr>
          <a:xfrm>
            <a:off x="5133359" y="5716584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ce2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810303E-E543-81C8-7B19-E7453E389B95}"/>
              </a:ext>
            </a:extLst>
          </p:cNvPr>
          <p:cNvGrpSpPr/>
          <p:nvPr/>
        </p:nvGrpSpPr>
        <p:grpSpPr>
          <a:xfrm>
            <a:off x="5760547" y="581245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00048BB6-C996-0D51-B30C-E3A9027B1CE6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7A620210-DFC9-B62E-0074-12DC14189E99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3D655FF2-9D33-EBBC-96EC-C1AB2F6A7868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Can 98">
            <a:extLst>
              <a:ext uri="{FF2B5EF4-FFF2-40B4-BE49-F238E27FC236}">
                <a16:creationId xmlns:a16="http://schemas.microsoft.com/office/drawing/2014/main" id="{3EB827C9-425C-0F9C-3DBB-E7081A9AFF4E}"/>
              </a:ext>
            </a:extLst>
          </p:cNvPr>
          <p:cNvSpPr/>
          <p:nvPr/>
        </p:nvSpPr>
        <p:spPr>
          <a:xfrm>
            <a:off x="6048378" y="5716584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ce3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C951280-DE35-9EA9-F8EE-3D6C4A75A25A}"/>
              </a:ext>
            </a:extLst>
          </p:cNvPr>
          <p:cNvGrpSpPr/>
          <p:nvPr/>
        </p:nvGrpSpPr>
        <p:grpSpPr>
          <a:xfrm>
            <a:off x="6675566" y="581245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FDA736E4-ADD0-1656-0A1C-FC1B87C60F9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B85D07D9-7302-E9C8-9EAA-3F7BD3BD9C2D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4B9C8CB6-0911-7C8D-E83D-246CB4DAF6B0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Can 103">
            <a:extLst>
              <a:ext uri="{FF2B5EF4-FFF2-40B4-BE49-F238E27FC236}">
                <a16:creationId xmlns:a16="http://schemas.microsoft.com/office/drawing/2014/main" id="{5C84B0F3-D39D-EE4A-B4B3-C91A246F2D2A}"/>
              </a:ext>
            </a:extLst>
          </p:cNvPr>
          <p:cNvSpPr/>
          <p:nvPr/>
        </p:nvSpPr>
        <p:spPr>
          <a:xfrm>
            <a:off x="6963397" y="5716584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ce4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CBC3722-1915-0FB9-54C9-12EB1A5D717C}"/>
              </a:ext>
            </a:extLst>
          </p:cNvPr>
          <p:cNvGrpSpPr/>
          <p:nvPr/>
        </p:nvGrpSpPr>
        <p:grpSpPr>
          <a:xfrm>
            <a:off x="7590585" y="581245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043D35D-B5E8-13AF-2F0B-4420D5776FA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68C28B99-6A4F-C4EF-7351-C23A2EAAE327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1296F705-D4E9-7071-972C-EFB5E37181AD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Can 108">
            <a:extLst>
              <a:ext uri="{FF2B5EF4-FFF2-40B4-BE49-F238E27FC236}">
                <a16:creationId xmlns:a16="http://schemas.microsoft.com/office/drawing/2014/main" id="{76CDF52A-A70B-F16D-6128-2D38CF373462}"/>
              </a:ext>
            </a:extLst>
          </p:cNvPr>
          <p:cNvSpPr/>
          <p:nvPr/>
        </p:nvSpPr>
        <p:spPr>
          <a:xfrm>
            <a:off x="7878416" y="5716584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ce5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73DEE22-CBA0-7E5F-0B44-14D40142B732}"/>
              </a:ext>
            </a:extLst>
          </p:cNvPr>
          <p:cNvGrpSpPr/>
          <p:nvPr/>
        </p:nvGrpSpPr>
        <p:grpSpPr>
          <a:xfrm>
            <a:off x="8505604" y="581245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0119427C-282B-2544-5023-460D6460BCD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0E4C75B9-B222-09C0-F895-31126FF7C49B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F6D319B3-1CE0-C2F2-57D9-493BE562651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Cube 114">
            <a:extLst>
              <a:ext uri="{FF2B5EF4-FFF2-40B4-BE49-F238E27FC236}">
                <a16:creationId xmlns:a16="http://schemas.microsoft.com/office/drawing/2014/main" id="{C35B22AE-A4F2-69B9-C5CD-58CEA302E18C}"/>
              </a:ext>
            </a:extLst>
          </p:cNvPr>
          <p:cNvSpPr/>
          <p:nvPr/>
        </p:nvSpPr>
        <p:spPr>
          <a:xfrm>
            <a:off x="5437644" y="4411123"/>
            <a:ext cx="966004" cy="391886"/>
          </a:xfrm>
          <a:prstGeom prst="cub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EDF6FA"/>
              </a:highlight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E880385-2833-B6AF-D91B-B1097FBA8CB9}"/>
              </a:ext>
            </a:extLst>
          </p:cNvPr>
          <p:cNvSpPr txBox="1"/>
          <p:nvPr/>
        </p:nvSpPr>
        <p:spPr>
          <a:xfrm>
            <a:off x="5721674" y="4808204"/>
            <a:ext cx="49538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0DC93FE-9AEF-6033-7CEC-41F791AB0026}"/>
              </a:ext>
            </a:extLst>
          </p:cNvPr>
          <p:cNvCxnSpPr>
            <a:cxnSpLocks/>
          </p:cNvCxnSpPr>
          <p:nvPr/>
        </p:nvCxnSpPr>
        <p:spPr>
          <a:xfrm>
            <a:off x="5974119" y="3769943"/>
            <a:ext cx="1" cy="470622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7C451FA1-E5D9-0BE9-D61C-FAA65F6FC6B3}"/>
              </a:ext>
            </a:extLst>
          </p:cNvPr>
          <p:cNvSpPr txBox="1"/>
          <p:nvPr/>
        </p:nvSpPr>
        <p:spPr>
          <a:xfrm>
            <a:off x="5995747" y="3769943"/>
            <a:ext cx="19868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TR3 (rollback): delete service s1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60C89B5-021D-7208-0E75-1FF0AA2FBA90}"/>
              </a:ext>
            </a:extLst>
          </p:cNvPr>
          <p:cNvCxnSpPr>
            <a:cxnSpLocks/>
          </p:cNvCxnSpPr>
          <p:nvPr/>
        </p:nvCxnSpPr>
        <p:spPr>
          <a:xfrm>
            <a:off x="6669436" y="4306820"/>
            <a:ext cx="1" cy="2956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C0A399A-E4D2-180F-1531-97460B5E7F0F}"/>
              </a:ext>
            </a:extLst>
          </p:cNvPr>
          <p:cNvCxnSpPr>
            <a:cxnSpLocks/>
          </p:cNvCxnSpPr>
          <p:nvPr/>
        </p:nvCxnSpPr>
        <p:spPr>
          <a:xfrm>
            <a:off x="6669436" y="4718301"/>
            <a:ext cx="0" cy="31313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F3244A6F-D943-EA3E-1861-FF78DA4D965E}"/>
              </a:ext>
            </a:extLst>
          </p:cNvPr>
          <p:cNvSpPr txBox="1"/>
          <p:nvPr/>
        </p:nvSpPr>
        <p:spPr>
          <a:xfrm>
            <a:off x="6723006" y="4327611"/>
            <a:ext cx="210852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CDB: ce0:-, ce1:c, ce2:d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FA1F7E7-8456-2791-97D4-7EEE112D6EEA}"/>
              </a:ext>
            </a:extLst>
          </p:cNvPr>
          <p:cNvSpPr txBox="1"/>
          <p:nvPr/>
        </p:nvSpPr>
        <p:spPr>
          <a:xfrm>
            <a:off x="6761405" y="4751755"/>
            <a:ext cx="122116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CQ2: ce3:c, ce4:d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ABC83CFD-D1F2-53FE-84A8-2FF249572AA1}"/>
              </a:ext>
            </a:extLst>
          </p:cNvPr>
          <p:cNvCxnSpPr>
            <a:cxnSpLocks/>
          </p:cNvCxnSpPr>
          <p:nvPr/>
        </p:nvCxnSpPr>
        <p:spPr>
          <a:xfrm>
            <a:off x="5924741" y="5013863"/>
            <a:ext cx="0" cy="17005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3721D85F-FCE1-09A3-152E-7FEB2B96B3C8}"/>
              </a:ext>
            </a:extLst>
          </p:cNvPr>
          <p:cNvGrpSpPr/>
          <p:nvPr/>
        </p:nvGrpSpPr>
        <p:grpSpPr>
          <a:xfrm>
            <a:off x="5531135" y="1382865"/>
            <a:ext cx="280554" cy="127279"/>
            <a:chOff x="4825765" y="5662246"/>
            <a:chExt cx="280554" cy="127279"/>
          </a:xfrm>
          <a:effectLst/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D8680011-7073-7685-CA03-B78A82EC7B8F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E97F933-368B-BD0C-8C2B-73E6FDAD0C9E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84CC6CE-C70F-4FF7-D173-07644242D0C8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1F84B9E-137B-8683-51CD-FD31882F908C}"/>
              </a:ext>
            </a:extLst>
          </p:cNvPr>
          <p:cNvGrpSpPr/>
          <p:nvPr/>
        </p:nvGrpSpPr>
        <p:grpSpPr>
          <a:xfrm>
            <a:off x="5536548" y="4581188"/>
            <a:ext cx="280554" cy="127279"/>
            <a:chOff x="4825765" y="5662246"/>
            <a:chExt cx="280554" cy="127279"/>
          </a:xfrm>
          <a:effectLst/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73D8AF5-B54E-A1F5-4D5F-0F137219F7DD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AB9F761-7CE5-19C7-0EC6-74FCDD78CE03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B52EECC-C702-AB29-C368-404B379235C7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7028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7AD6BE-9EC5-AB5A-4BE6-B67BFB9C6179}"/>
              </a:ext>
            </a:extLst>
          </p:cNvPr>
          <p:cNvSpPr/>
          <p:nvPr/>
        </p:nvSpPr>
        <p:spPr>
          <a:xfrm>
            <a:off x="2916352" y="623405"/>
            <a:ext cx="6359296" cy="493797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70E927-BF03-B1CA-82CF-B7D561ADE5FD}"/>
              </a:ext>
            </a:extLst>
          </p:cNvPr>
          <p:cNvSpPr/>
          <p:nvPr/>
        </p:nvSpPr>
        <p:spPr>
          <a:xfrm>
            <a:off x="6168419" y="4752325"/>
            <a:ext cx="2938523" cy="670364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3A72D8-E4DF-7E94-3FEE-330D73DAF252}"/>
              </a:ext>
            </a:extLst>
          </p:cNvPr>
          <p:cNvSpPr/>
          <p:nvPr/>
        </p:nvSpPr>
        <p:spPr>
          <a:xfrm>
            <a:off x="3035240" y="4752337"/>
            <a:ext cx="2905680" cy="670364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DB07B6-5767-EE2A-E59D-7DD25F6A3959}"/>
              </a:ext>
            </a:extLst>
          </p:cNvPr>
          <p:cNvSpPr/>
          <p:nvPr/>
        </p:nvSpPr>
        <p:spPr>
          <a:xfrm>
            <a:off x="3056040" y="804103"/>
            <a:ext cx="6071702" cy="3364981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54F3E9-C372-AD0B-A513-D2792396EA31}"/>
              </a:ext>
            </a:extLst>
          </p:cNvPr>
          <p:cNvCxnSpPr>
            <a:cxnSpLocks/>
          </p:cNvCxnSpPr>
          <p:nvPr/>
        </p:nvCxnSpPr>
        <p:spPr>
          <a:xfrm>
            <a:off x="3038907" y="4350535"/>
            <a:ext cx="290201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DC8725-D3A8-28FE-02C9-CC41D6237786}"/>
              </a:ext>
            </a:extLst>
          </p:cNvPr>
          <p:cNvCxnSpPr>
            <a:cxnSpLocks/>
          </p:cNvCxnSpPr>
          <p:nvPr/>
        </p:nvCxnSpPr>
        <p:spPr>
          <a:xfrm>
            <a:off x="3598442" y="4350535"/>
            <a:ext cx="0" cy="34307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ADAE18-CBCD-E68D-02F5-41C7E77161CD}"/>
              </a:ext>
            </a:extLst>
          </p:cNvPr>
          <p:cNvCxnSpPr>
            <a:cxnSpLocks/>
          </p:cNvCxnSpPr>
          <p:nvPr/>
        </p:nvCxnSpPr>
        <p:spPr>
          <a:xfrm>
            <a:off x="4487789" y="4054116"/>
            <a:ext cx="1" cy="63897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1148B-5144-1F7B-CC10-3FFF546A956B}"/>
              </a:ext>
            </a:extLst>
          </p:cNvPr>
          <p:cNvCxnSpPr>
            <a:cxnSpLocks/>
          </p:cNvCxnSpPr>
          <p:nvPr/>
        </p:nvCxnSpPr>
        <p:spPr>
          <a:xfrm>
            <a:off x="5379323" y="4362034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n 11">
            <a:extLst>
              <a:ext uri="{FF2B5EF4-FFF2-40B4-BE49-F238E27FC236}">
                <a16:creationId xmlns:a16="http://schemas.microsoft.com/office/drawing/2014/main" id="{0C0CB6A0-25B7-2A40-EC89-FE9A6D8FA716}"/>
              </a:ext>
            </a:extLst>
          </p:cNvPr>
          <p:cNvSpPr/>
          <p:nvPr/>
        </p:nvSpPr>
        <p:spPr>
          <a:xfrm>
            <a:off x="3178805" y="4893735"/>
            <a:ext cx="839273" cy="347515"/>
          </a:xfrm>
          <a:prstGeom prst="can">
            <a:avLst/>
          </a:prstGeom>
          <a:solidFill>
            <a:srgbClr val="3FB4E0">
              <a:alpha val="801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ce0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771E90-3FAE-84FC-CAAC-6BF418313F09}"/>
              </a:ext>
            </a:extLst>
          </p:cNvPr>
          <p:cNvGrpSpPr/>
          <p:nvPr/>
        </p:nvGrpSpPr>
        <p:grpSpPr>
          <a:xfrm>
            <a:off x="3805993" y="498960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904A701-6A7B-E0A5-ADD9-A762E57527A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FD26514-5EDE-2E49-1944-8F94E8B778FC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5781F30-FEC7-FEEF-8A1F-BEE15C15E74F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an 16">
            <a:extLst>
              <a:ext uri="{FF2B5EF4-FFF2-40B4-BE49-F238E27FC236}">
                <a16:creationId xmlns:a16="http://schemas.microsoft.com/office/drawing/2014/main" id="{68FAD7B5-CCFF-35BC-2867-1568DD4DB315}"/>
              </a:ext>
            </a:extLst>
          </p:cNvPr>
          <p:cNvSpPr/>
          <p:nvPr/>
        </p:nvSpPr>
        <p:spPr>
          <a:xfrm>
            <a:off x="4093824" y="4893735"/>
            <a:ext cx="839273" cy="347515"/>
          </a:xfrm>
          <a:prstGeom prst="can">
            <a:avLst/>
          </a:prstGeom>
          <a:solidFill>
            <a:srgbClr val="3FB4E0">
              <a:alpha val="801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97C9ED9-8533-DC05-A679-335A9E7182B9}"/>
              </a:ext>
            </a:extLst>
          </p:cNvPr>
          <p:cNvGrpSpPr/>
          <p:nvPr/>
        </p:nvGrpSpPr>
        <p:grpSpPr>
          <a:xfrm>
            <a:off x="4721012" y="498960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9919A1E-9950-3367-B4C0-12F4B293A236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478ED3A-9BB4-0417-5CDB-92E022315EFE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F9FC57D-9CE4-E0DB-EAAC-0EAE57612257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an 21">
            <a:extLst>
              <a:ext uri="{FF2B5EF4-FFF2-40B4-BE49-F238E27FC236}">
                <a16:creationId xmlns:a16="http://schemas.microsoft.com/office/drawing/2014/main" id="{AD01BA66-CC83-B751-FF52-9775AEE55A7E}"/>
              </a:ext>
            </a:extLst>
          </p:cNvPr>
          <p:cNvSpPr/>
          <p:nvPr/>
        </p:nvSpPr>
        <p:spPr>
          <a:xfrm>
            <a:off x="5008843" y="4893735"/>
            <a:ext cx="839273" cy="347515"/>
          </a:xfrm>
          <a:prstGeom prst="can">
            <a:avLst/>
          </a:prstGeom>
          <a:solidFill>
            <a:srgbClr val="3FB4E0">
              <a:alpha val="801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ce2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F8444A3-EAF7-5704-8337-8366A86EF100}"/>
              </a:ext>
            </a:extLst>
          </p:cNvPr>
          <p:cNvGrpSpPr/>
          <p:nvPr/>
        </p:nvGrpSpPr>
        <p:grpSpPr>
          <a:xfrm>
            <a:off x="5636031" y="498960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CDB1E01-5036-7E19-0D48-8E5AB905766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872ADE8-3E70-3B0A-F2A7-CE3FEF431482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9831678-D6D4-54CB-7C24-FDB6C977DE19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Cube 26">
            <a:extLst>
              <a:ext uri="{FF2B5EF4-FFF2-40B4-BE49-F238E27FC236}">
                <a16:creationId xmlns:a16="http://schemas.microsoft.com/office/drawing/2014/main" id="{886844CA-4E02-C89B-8762-D4D64A41D798}"/>
              </a:ext>
            </a:extLst>
          </p:cNvPr>
          <p:cNvSpPr/>
          <p:nvPr/>
        </p:nvSpPr>
        <p:spPr>
          <a:xfrm>
            <a:off x="5597051" y="1600145"/>
            <a:ext cx="966004" cy="391886"/>
          </a:xfrm>
          <a:prstGeom prst="cube">
            <a:avLst/>
          </a:prstGeom>
          <a:solidFill>
            <a:srgbClr val="3FB4E0">
              <a:alpha val="801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7A2D78-1109-C315-4CCB-EF6ED8688542}"/>
              </a:ext>
            </a:extLst>
          </p:cNvPr>
          <p:cNvSpPr txBox="1"/>
          <p:nvPr/>
        </p:nvSpPr>
        <p:spPr>
          <a:xfrm>
            <a:off x="5816475" y="1997011"/>
            <a:ext cx="57677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NSO1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A98DA99-6D27-F8DD-EEBB-4E383CA9463A}"/>
              </a:ext>
            </a:extLst>
          </p:cNvPr>
          <p:cNvCxnSpPr>
            <a:cxnSpLocks/>
          </p:cNvCxnSpPr>
          <p:nvPr/>
        </p:nvCxnSpPr>
        <p:spPr>
          <a:xfrm>
            <a:off x="6103950" y="958769"/>
            <a:ext cx="1" cy="470622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3F356FF-890B-DAAB-5F0C-CBA1FEC603B0}"/>
              </a:ext>
            </a:extLst>
          </p:cNvPr>
          <p:cNvSpPr txBox="1"/>
          <p:nvPr/>
        </p:nvSpPr>
        <p:spPr>
          <a:xfrm>
            <a:off x="6098146" y="958769"/>
            <a:ext cx="19868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TR3 (rollback): delete service s1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858257E-694E-2AE4-7A2D-EFADD46C6B77}"/>
              </a:ext>
            </a:extLst>
          </p:cNvPr>
          <p:cNvCxnSpPr>
            <a:cxnSpLocks/>
          </p:cNvCxnSpPr>
          <p:nvPr/>
        </p:nvCxnSpPr>
        <p:spPr>
          <a:xfrm>
            <a:off x="6757789" y="1494744"/>
            <a:ext cx="1" cy="2956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B8BBAFC-59EF-4167-6816-B0352FB59B47}"/>
              </a:ext>
            </a:extLst>
          </p:cNvPr>
          <p:cNvCxnSpPr>
            <a:cxnSpLocks/>
          </p:cNvCxnSpPr>
          <p:nvPr/>
        </p:nvCxnSpPr>
        <p:spPr>
          <a:xfrm>
            <a:off x="6763675" y="1988800"/>
            <a:ext cx="0" cy="31313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089F85A-2C38-82A9-5826-C2F17846EF7C}"/>
              </a:ext>
            </a:extLst>
          </p:cNvPr>
          <p:cNvSpPr txBox="1"/>
          <p:nvPr/>
        </p:nvSpPr>
        <p:spPr>
          <a:xfrm>
            <a:off x="6811359" y="1515535"/>
            <a:ext cx="210852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CDB: s2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8CA4B4-725E-CB7B-1124-CA146914B468}"/>
              </a:ext>
            </a:extLst>
          </p:cNvPr>
          <p:cNvSpPr txBox="1"/>
          <p:nvPr/>
        </p:nvSpPr>
        <p:spPr>
          <a:xfrm>
            <a:off x="6849757" y="1939679"/>
            <a:ext cx="165975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CQ3: NSO2:s1, NSO3:s1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CQ2: NSO3:s2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5" name="Cube 34">
            <a:extLst>
              <a:ext uri="{FF2B5EF4-FFF2-40B4-BE49-F238E27FC236}">
                <a16:creationId xmlns:a16="http://schemas.microsoft.com/office/drawing/2014/main" id="{29CA3027-39BB-5AF0-A542-165586F7F6DA}"/>
              </a:ext>
            </a:extLst>
          </p:cNvPr>
          <p:cNvSpPr/>
          <p:nvPr/>
        </p:nvSpPr>
        <p:spPr>
          <a:xfrm>
            <a:off x="4026228" y="3438886"/>
            <a:ext cx="966004" cy="391886"/>
          </a:xfrm>
          <a:prstGeom prst="cube">
            <a:avLst/>
          </a:prstGeom>
          <a:solidFill>
            <a:srgbClr val="3FB4E0">
              <a:alpha val="801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6" name="Cube 35">
            <a:extLst>
              <a:ext uri="{FF2B5EF4-FFF2-40B4-BE49-F238E27FC236}">
                <a16:creationId xmlns:a16="http://schemas.microsoft.com/office/drawing/2014/main" id="{276A7950-DB2D-BACA-5492-DA88A74DFA74}"/>
              </a:ext>
            </a:extLst>
          </p:cNvPr>
          <p:cNvSpPr/>
          <p:nvPr/>
        </p:nvSpPr>
        <p:spPr>
          <a:xfrm>
            <a:off x="7118960" y="3433580"/>
            <a:ext cx="966004" cy="391886"/>
          </a:xfrm>
          <a:prstGeom prst="cube">
            <a:avLst/>
          </a:prstGeom>
          <a:solidFill>
            <a:srgbClr val="3FB4E0">
              <a:alpha val="801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C72BA71-44BA-76E1-C3C0-1030BC0F835F}"/>
              </a:ext>
            </a:extLst>
          </p:cNvPr>
          <p:cNvCxnSpPr>
            <a:cxnSpLocks/>
          </p:cNvCxnSpPr>
          <p:nvPr/>
        </p:nvCxnSpPr>
        <p:spPr>
          <a:xfrm>
            <a:off x="4575955" y="2513330"/>
            <a:ext cx="3061726" cy="1555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E989B37-4491-59E7-089C-45FF8C6827F8}"/>
              </a:ext>
            </a:extLst>
          </p:cNvPr>
          <p:cNvCxnSpPr>
            <a:cxnSpLocks/>
          </p:cNvCxnSpPr>
          <p:nvPr/>
        </p:nvCxnSpPr>
        <p:spPr>
          <a:xfrm>
            <a:off x="4575955" y="2513330"/>
            <a:ext cx="0" cy="871913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75C2257-C946-A4B7-768C-FF98808FABCA}"/>
              </a:ext>
            </a:extLst>
          </p:cNvPr>
          <p:cNvCxnSpPr>
            <a:cxnSpLocks/>
          </p:cNvCxnSpPr>
          <p:nvPr/>
        </p:nvCxnSpPr>
        <p:spPr>
          <a:xfrm>
            <a:off x="7637681" y="2523707"/>
            <a:ext cx="0" cy="861536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1822522-9461-0369-B3C8-E38FB080BFD6}"/>
              </a:ext>
            </a:extLst>
          </p:cNvPr>
          <p:cNvCxnSpPr>
            <a:cxnSpLocks/>
          </p:cNvCxnSpPr>
          <p:nvPr/>
        </p:nvCxnSpPr>
        <p:spPr>
          <a:xfrm flipV="1">
            <a:off x="6091891" y="2225323"/>
            <a:ext cx="0" cy="29838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E4956F7-FD51-ED69-3AE7-AC5F4BB141F4}"/>
              </a:ext>
            </a:extLst>
          </p:cNvPr>
          <p:cNvSpPr txBox="1"/>
          <p:nvPr/>
        </p:nvSpPr>
        <p:spPr>
          <a:xfrm>
            <a:off x="4541988" y="2526282"/>
            <a:ext cx="153131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TR2: create service s2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A92695-75B6-4079-115A-6BB4AD67D97D}"/>
              </a:ext>
            </a:extLst>
          </p:cNvPr>
          <p:cNvSpPr txBox="1"/>
          <p:nvPr/>
        </p:nvSpPr>
        <p:spPr>
          <a:xfrm>
            <a:off x="7620697" y="2528465"/>
            <a:ext cx="1531316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TR3 (rollback): delete service s1</a:t>
            </a:r>
            <a:endParaRPr lang="en-US" dirty="0">
              <a:solidFill>
                <a:srgbClr val="3FB4E0"/>
              </a:solidFill>
            </a:endParaRPr>
          </a:p>
        </p:txBody>
      </p:sp>
      <p:pic>
        <p:nvPicPr>
          <p:cNvPr id="43" name="Graphic 42" descr="Close outline">
            <a:extLst>
              <a:ext uri="{FF2B5EF4-FFF2-40B4-BE49-F238E27FC236}">
                <a16:creationId xmlns:a16="http://schemas.microsoft.com/office/drawing/2014/main" id="{27C7D3B5-9806-5A4B-0208-738C3D975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5944" y="4740839"/>
            <a:ext cx="681869" cy="681869"/>
          </a:xfrm>
          <a:prstGeom prst="rect">
            <a:avLst/>
          </a:prstGeom>
          <a:effectLst/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C3C1D9A-DCD2-2CE6-0689-B7D0445CAEF8}"/>
              </a:ext>
            </a:extLst>
          </p:cNvPr>
          <p:cNvCxnSpPr>
            <a:cxnSpLocks/>
          </p:cNvCxnSpPr>
          <p:nvPr/>
        </p:nvCxnSpPr>
        <p:spPr>
          <a:xfrm>
            <a:off x="6169099" y="4350535"/>
            <a:ext cx="2937843" cy="2668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0322194-1BEE-7DE9-4DFC-28033DF6A94E}"/>
              </a:ext>
            </a:extLst>
          </p:cNvPr>
          <p:cNvCxnSpPr>
            <a:cxnSpLocks/>
          </p:cNvCxnSpPr>
          <p:nvPr/>
        </p:nvCxnSpPr>
        <p:spPr>
          <a:xfrm>
            <a:off x="6728634" y="4350535"/>
            <a:ext cx="0" cy="34307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C427502-2847-5B5A-6B55-D462B72C2BFC}"/>
              </a:ext>
            </a:extLst>
          </p:cNvPr>
          <p:cNvCxnSpPr>
            <a:cxnSpLocks/>
          </p:cNvCxnSpPr>
          <p:nvPr/>
        </p:nvCxnSpPr>
        <p:spPr>
          <a:xfrm flipH="1">
            <a:off x="7617982" y="4054116"/>
            <a:ext cx="2715" cy="63897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103584E-F7D2-F5EC-69EF-23D28D1FE575}"/>
              </a:ext>
            </a:extLst>
          </p:cNvPr>
          <p:cNvCxnSpPr>
            <a:cxnSpLocks/>
          </p:cNvCxnSpPr>
          <p:nvPr/>
        </p:nvCxnSpPr>
        <p:spPr>
          <a:xfrm>
            <a:off x="8509515" y="4362034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n 47">
            <a:extLst>
              <a:ext uri="{FF2B5EF4-FFF2-40B4-BE49-F238E27FC236}">
                <a16:creationId xmlns:a16="http://schemas.microsoft.com/office/drawing/2014/main" id="{19A2160C-538B-02CF-E4B8-2E51F5A4C0D7}"/>
              </a:ext>
            </a:extLst>
          </p:cNvPr>
          <p:cNvSpPr/>
          <p:nvPr/>
        </p:nvSpPr>
        <p:spPr>
          <a:xfrm>
            <a:off x="6308997" y="4893735"/>
            <a:ext cx="839273" cy="347515"/>
          </a:xfrm>
          <a:prstGeom prst="can">
            <a:avLst/>
          </a:prstGeom>
          <a:solidFill>
            <a:srgbClr val="3FB4E0">
              <a:alpha val="801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ce3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1E3CA6E-2B8F-4AC2-0810-6B09B690498A}"/>
              </a:ext>
            </a:extLst>
          </p:cNvPr>
          <p:cNvGrpSpPr/>
          <p:nvPr/>
        </p:nvGrpSpPr>
        <p:grpSpPr>
          <a:xfrm>
            <a:off x="6936185" y="498960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5CBB7F9-1320-9C1F-9128-76092FD86F42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B665FF5-FF8C-6989-BBDE-3686423E6351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0DE87319-4633-445B-BFD5-6D3E9735DB5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Can 52">
            <a:extLst>
              <a:ext uri="{FF2B5EF4-FFF2-40B4-BE49-F238E27FC236}">
                <a16:creationId xmlns:a16="http://schemas.microsoft.com/office/drawing/2014/main" id="{CC4B77FE-5233-FCE6-F796-9679F38DACD6}"/>
              </a:ext>
            </a:extLst>
          </p:cNvPr>
          <p:cNvSpPr/>
          <p:nvPr/>
        </p:nvSpPr>
        <p:spPr>
          <a:xfrm>
            <a:off x="7224016" y="4893735"/>
            <a:ext cx="839273" cy="347515"/>
          </a:xfrm>
          <a:prstGeom prst="can">
            <a:avLst/>
          </a:prstGeom>
          <a:solidFill>
            <a:srgbClr val="3FB4E0">
              <a:alpha val="801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ce4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F97A833-19DB-FB67-8B18-C57A2C2C177A}"/>
              </a:ext>
            </a:extLst>
          </p:cNvPr>
          <p:cNvGrpSpPr/>
          <p:nvPr/>
        </p:nvGrpSpPr>
        <p:grpSpPr>
          <a:xfrm>
            <a:off x="7851204" y="498960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0F22FBF-7AD9-6157-6E67-EC2BAA765FB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DDE6B2E-9580-6614-A4A8-348979139D8F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3185FD4B-0D8D-C560-015D-5822E38E497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Can 57">
            <a:extLst>
              <a:ext uri="{FF2B5EF4-FFF2-40B4-BE49-F238E27FC236}">
                <a16:creationId xmlns:a16="http://schemas.microsoft.com/office/drawing/2014/main" id="{B3ED5E13-5733-2C08-E3A1-B3413562A06F}"/>
              </a:ext>
            </a:extLst>
          </p:cNvPr>
          <p:cNvSpPr/>
          <p:nvPr/>
        </p:nvSpPr>
        <p:spPr>
          <a:xfrm>
            <a:off x="8139035" y="4893735"/>
            <a:ext cx="839273" cy="347515"/>
          </a:xfrm>
          <a:prstGeom prst="can">
            <a:avLst/>
          </a:prstGeom>
          <a:solidFill>
            <a:srgbClr val="3FB4E0">
              <a:alpha val="801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ce5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1D974E2-81A5-8F00-5C2F-1021ECD81694}"/>
              </a:ext>
            </a:extLst>
          </p:cNvPr>
          <p:cNvGrpSpPr/>
          <p:nvPr/>
        </p:nvGrpSpPr>
        <p:grpSpPr>
          <a:xfrm>
            <a:off x="8766223" y="498960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9420A18-0F8F-2AE1-324B-5595D1F5DC7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039DE038-8214-69BA-BE79-79776E27A7A4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D5D121FF-41F0-0EBC-5CC7-736E216289E4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7522F4CC-F237-D421-7298-1535C19E710C}"/>
              </a:ext>
            </a:extLst>
          </p:cNvPr>
          <p:cNvSpPr txBox="1"/>
          <p:nvPr/>
        </p:nvSpPr>
        <p:spPr>
          <a:xfrm>
            <a:off x="4182759" y="3841515"/>
            <a:ext cx="61006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47EFFB3-8EA7-4B25-B3A0-350FD176A2B7}"/>
              </a:ext>
            </a:extLst>
          </p:cNvPr>
          <p:cNvSpPr txBox="1"/>
          <p:nvPr/>
        </p:nvSpPr>
        <p:spPr>
          <a:xfrm>
            <a:off x="7348418" y="3831178"/>
            <a:ext cx="578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NSO3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9308A6A-8A33-EE03-B29E-CE1B9CCD1C32}"/>
              </a:ext>
            </a:extLst>
          </p:cNvPr>
          <p:cNvCxnSpPr>
            <a:cxnSpLocks/>
          </p:cNvCxnSpPr>
          <p:nvPr/>
        </p:nvCxnSpPr>
        <p:spPr>
          <a:xfrm>
            <a:off x="8213529" y="3005020"/>
            <a:ext cx="1" cy="2956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C0C406F-72A9-CA15-ADA7-C505946A5DF9}"/>
              </a:ext>
            </a:extLst>
          </p:cNvPr>
          <p:cNvCxnSpPr>
            <a:cxnSpLocks/>
          </p:cNvCxnSpPr>
          <p:nvPr/>
        </p:nvCxnSpPr>
        <p:spPr>
          <a:xfrm>
            <a:off x="8213529" y="3507941"/>
            <a:ext cx="0" cy="31313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BB1DC11-3B30-215B-EED9-41FC038A26A9}"/>
              </a:ext>
            </a:extLst>
          </p:cNvPr>
          <p:cNvSpPr txBox="1"/>
          <p:nvPr/>
        </p:nvSpPr>
        <p:spPr>
          <a:xfrm>
            <a:off x="8257276" y="2963978"/>
            <a:ext cx="92667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CDB: ce3:-, ce4:-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83F7243-D571-B710-3119-BF3DD9F9847B}"/>
              </a:ext>
            </a:extLst>
          </p:cNvPr>
          <p:cNvSpPr txBox="1"/>
          <p:nvPr/>
        </p:nvSpPr>
        <p:spPr>
          <a:xfrm>
            <a:off x="8251541" y="3467060"/>
            <a:ext cx="903900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CQ3: delete ce3:c, delete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ce4:d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89E50D6-19B8-8C8C-ADC7-F4802B52663D}"/>
              </a:ext>
            </a:extLst>
          </p:cNvPr>
          <p:cNvCxnSpPr>
            <a:cxnSpLocks/>
          </p:cNvCxnSpPr>
          <p:nvPr/>
        </p:nvCxnSpPr>
        <p:spPr>
          <a:xfrm>
            <a:off x="5085357" y="3068481"/>
            <a:ext cx="1" cy="2956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C8027F8-177B-54FB-4A0D-9F0E4664DB9D}"/>
              </a:ext>
            </a:extLst>
          </p:cNvPr>
          <p:cNvCxnSpPr>
            <a:cxnSpLocks/>
          </p:cNvCxnSpPr>
          <p:nvPr/>
        </p:nvCxnSpPr>
        <p:spPr>
          <a:xfrm>
            <a:off x="5092337" y="3479962"/>
            <a:ext cx="0" cy="31313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BA1F644-45E9-3AB1-74B5-D4D99997204D}"/>
              </a:ext>
            </a:extLst>
          </p:cNvPr>
          <p:cNvSpPr txBox="1"/>
          <p:nvPr/>
        </p:nvSpPr>
        <p:spPr>
          <a:xfrm>
            <a:off x="5149406" y="3067790"/>
            <a:ext cx="210852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CDB: s2, ce0:-, ce1:e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639ED4A-F6B1-452F-B62A-A11D834AF195}"/>
              </a:ext>
            </a:extLst>
          </p:cNvPr>
          <p:cNvSpPr txBox="1"/>
          <p:nvPr/>
        </p:nvSpPr>
        <p:spPr>
          <a:xfrm>
            <a:off x="5154859" y="3459372"/>
            <a:ext cx="122116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CQ2: ce1:e</a:t>
            </a:r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9239474-8FD2-A258-A5F0-893F7E6CE274}"/>
              </a:ext>
            </a:extLst>
          </p:cNvPr>
          <p:cNvGrpSpPr/>
          <p:nvPr/>
        </p:nvGrpSpPr>
        <p:grpSpPr>
          <a:xfrm>
            <a:off x="4098933" y="3623941"/>
            <a:ext cx="280554" cy="127279"/>
            <a:chOff x="4825765" y="5662246"/>
            <a:chExt cx="280554" cy="127279"/>
          </a:xfrm>
          <a:effectLst/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0A68B2A-8ED8-D60B-FF2B-F2B6CAE52EE3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3B7B0E0-CB79-064A-8C9E-A13D563F9C37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E7AEE07-F6D0-1C5B-AD4B-317904D0AA5A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4FCA220-B694-8B40-80D8-CF87FFEC7B61}"/>
              </a:ext>
            </a:extLst>
          </p:cNvPr>
          <p:cNvGrpSpPr/>
          <p:nvPr/>
        </p:nvGrpSpPr>
        <p:grpSpPr>
          <a:xfrm>
            <a:off x="7199433" y="3619587"/>
            <a:ext cx="280554" cy="127279"/>
            <a:chOff x="4825765" y="5662246"/>
            <a:chExt cx="280554" cy="127279"/>
          </a:xfrm>
          <a:effectLst/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3B0656E-F262-F46B-852C-69A6E062F6B7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2990793-66C4-95B1-87CA-A9F04E57CCBC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BA3280E-0A27-C1E4-C2E7-CBADB8B96346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F2C66EF-172E-81D0-7A2B-C2EA8A17033C}"/>
              </a:ext>
            </a:extLst>
          </p:cNvPr>
          <p:cNvGrpSpPr/>
          <p:nvPr/>
        </p:nvGrpSpPr>
        <p:grpSpPr>
          <a:xfrm>
            <a:off x="5675187" y="1786084"/>
            <a:ext cx="280554" cy="127279"/>
            <a:chOff x="4825765" y="5662246"/>
            <a:chExt cx="280554" cy="127279"/>
          </a:xfrm>
          <a:effectLst/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652B981-7525-E086-73F6-9437A08F45C7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588ABF8-D838-F764-7754-6AA0E077A109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22B08D1-CC2F-B76D-0449-964528BBFBB8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1B9AAFEA-D37D-63D7-D0A3-C2CD2FBCA6E9}"/>
              </a:ext>
            </a:extLst>
          </p:cNvPr>
          <p:cNvSpPr txBox="1"/>
          <p:nvPr/>
        </p:nvSpPr>
        <p:spPr>
          <a:xfrm>
            <a:off x="3996515" y="2202271"/>
            <a:ext cx="202105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TR3 (rollback): delete service s1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4240413-98B8-A2FB-DFC5-08DA7070EA72}"/>
              </a:ext>
            </a:extLst>
          </p:cNvPr>
          <p:cNvCxnSpPr>
            <a:cxnSpLocks/>
          </p:cNvCxnSpPr>
          <p:nvPr/>
        </p:nvCxnSpPr>
        <p:spPr>
          <a:xfrm>
            <a:off x="4452321" y="2412361"/>
            <a:ext cx="0" cy="972882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1183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08236-F79B-F97E-7044-96CEF9E46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7B9521-746F-4543-F5E0-770487B62336}"/>
              </a:ext>
            </a:extLst>
          </p:cNvPr>
          <p:cNvSpPr/>
          <p:nvPr/>
        </p:nvSpPr>
        <p:spPr>
          <a:xfrm>
            <a:off x="2949297" y="318601"/>
            <a:ext cx="6359296" cy="493797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329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9A5C46A-7383-F7FE-65DA-1073B346980B}"/>
              </a:ext>
            </a:extLst>
          </p:cNvPr>
          <p:cNvSpPr/>
          <p:nvPr/>
        </p:nvSpPr>
        <p:spPr>
          <a:xfrm>
            <a:off x="6201364" y="4447521"/>
            <a:ext cx="2938523" cy="670364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CACFADF-A52D-D6BD-A2F4-E8C4DC0B1544}"/>
              </a:ext>
            </a:extLst>
          </p:cNvPr>
          <p:cNvSpPr/>
          <p:nvPr/>
        </p:nvSpPr>
        <p:spPr>
          <a:xfrm>
            <a:off x="3068185" y="4447533"/>
            <a:ext cx="2905680" cy="670364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FE09FC-6AA6-A38F-E413-3D670AF93084}"/>
              </a:ext>
            </a:extLst>
          </p:cNvPr>
          <p:cNvSpPr/>
          <p:nvPr/>
        </p:nvSpPr>
        <p:spPr>
          <a:xfrm>
            <a:off x="3088985" y="499299"/>
            <a:ext cx="6071702" cy="3364981"/>
          </a:xfrm>
          <a:prstGeom prst="rect">
            <a:avLst/>
          </a:prstGeom>
          <a:solidFill>
            <a:srgbClr val="3FB4E0">
              <a:alpha val="2030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D31AA5-2CC3-118F-B381-25281D6A8A13}"/>
              </a:ext>
            </a:extLst>
          </p:cNvPr>
          <p:cNvCxnSpPr>
            <a:cxnSpLocks/>
          </p:cNvCxnSpPr>
          <p:nvPr/>
        </p:nvCxnSpPr>
        <p:spPr>
          <a:xfrm>
            <a:off x="3071852" y="4045731"/>
            <a:ext cx="290201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14C736-0092-9D70-15FA-FF41157D95B2}"/>
              </a:ext>
            </a:extLst>
          </p:cNvPr>
          <p:cNvCxnSpPr>
            <a:cxnSpLocks/>
          </p:cNvCxnSpPr>
          <p:nvPr/>
        </p:nvCxnSpPr>
        <p:spPr>
          <a:xfrm>
            <a:off x="3631387" y="4045731"/>
            <a:ext cx="0" cy="34307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D1B93E-EF1D-9E4D-9521-E871059581C0}"/>
              </a:ext>
            </a:extLst>
          </p:cNvPr>
          <p:cNvCxnSpPr>
            <a:cxnSpLocks/>
          </p:cNvCxnSpPr>
          <p:nvPr/>
        </p:nvCxnSpPr>
        <p:spPr>
          <a:xfrm>
            <a:off x="4520734" y="3749312"/>
            <a:ext cx="1" cy="63897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EBEEEC-02C4-BC06-B4CA-D25B025E4F86}"/>
              </a:ext>
            </a:extLst>
          </p:cNvPr>
          <p:cNvCxnSpPr>
            <a:cxnSpLocks/>
          </p:cNvCxnSpPr>
          <p:nvPr/>
        </p:nvCxnSpPr>
        <p:spPr>
          <a:xfrm>
            <a:off x="5412268" y="4057230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A88DD2D9-5812-7C84-2159-43BD44F74122}"/>
              </a:ext>
            </a:extLst>
          </p:cNvPr>
          <p:cNvSpPr/>
          <p:nvPr/>
        </p:nvSpPr>
        <p:spPr>
          <a:xfrm>
            <a:off x="3211750" y="4588931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ce0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69C529-4B60-C3DA-C911-AF211D0E6ACC}"/>
              </a:ext>
            </a:extLst>
          </p:cNvPr>
          <p:cNvGrpSpPr/>
          <p:nvPr/>
        </p:nvGrpSpPr>
        <p:grpSpPr>
          <a:xfrm>
            <a:off x="3838938" y="4684798"/>
            <a:ext cx="175079" cy="155779"/>
            <a:chOff x="9151256" y="2241829"/>
            <a:chExt cx="175079" cy="155779"/>
          </a:xfrm>
          <a:effectLst/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76D60F7-8F5E-BCA6-DD4A-A1B46B291047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0C76265-2C50-3387-30B9-674245E68F70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04185C9-2CB3-96FA-E162-2E7E15DAE5AD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Can 18">
            <a:extLst>
              <a:ext uri="{FF2B5EF4-FFF2-40B4-BE49-F238E27FC236}">
                <a16:creationId xmlns:a16="http://schemas.microsoft.com/office/drawing/2014/main" id="{10909A8E-7730-10A8-EE15-FF3151DA9D27}"/>
              </a:ext>
            </a:extLst>
          </p:cNvPr>
          <p:cNvSpPr/>
          <p:nvPr/>
        </p:nvSpPr>
        <p:spPr>
          <a:xfrm>
            <a:off x="4126769" y="4588931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ce1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61E467-4144-98BB-1C98-188B73E11123}"/>
              </a:ext>
            </a:extLst>
          </p:cNvPr>
          <p:cNvGrpSpPr/>
          <p:nvPr/>
        </p:nvGrpSpPr>
        <p:grpSpPr>
          <a:xfrm>
            <a:off x="4753957" y="4684798"/>
            <a:ext cx="175079" cy="155779"/>
            <a:chOff x="9151256" y="2241829"/>
            <a:chExt cx="175079" cy="155779"/>
          </a:xfrm>
          <a:effectLst/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3E5F500-34B8-D1E3-3B0C-004D684D501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63D8DD9-08B5-2AA9-6EEC-08968B477136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27C594B-F151-763F-F3CD-09B57C068F7C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Can 23">
            <a:extLst>
              <a:ext uri="{FF2B5EF4-FFF2-40B4-BE49-F238E27FC236}">
                <a16:creationId xmlns:a16="http://schemas.microsoft.com/office/drawing/2014/main" id="{29E58449-3B4D-83BC-0421-A77985EBD464}"/>
              </a:ext>
            </a:extLst>
          </p:cNvPr>
          <p:cNvSpPr/>
          <p:nvPr/>
        </p:nvSpPr>
        <p:spPr>
          <a:xfrm>
            <a:off x="5041788" y="4588931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ce2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2AF748A-DD95-15CC-6AAB-3CE548EDAE2E}"/>
              </a:ext>
            </a:extLst>
          </p:cNvPr>
          <p:cNvGrpSpPr/>
          <p:nvPr/>
        </p:nvGrpSpPr>
        <p:grpSpPr>
          <a:xfrm>
            <a:off x="5668976" y="4684798"/>
            <a:ext cx="175079" cy="155779"/>
            <a:chOff x="9151256" y="2241829"/>
            <a:chExt cx="175079" cy="155779"/>
          </a:xfrm>
          <a:effectLst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D30368D-2380-FC40-08DE-0A726D11ABA8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2DEF011-82D8-6961-D087-E997412C9B06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CDB6F77-A1DB-81AB-60AF-456524BD010E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Cube 43">
            <a:extLst>
              <a:ext uri="{FF2B5EF4-FFF2-40B4-BE49-F238E27FC236}">
                <a16:creationId xmlns:a16="http://schemas.microsoft.com/office/drawing/2014/main" id="{1558DFDE-8277-4C2A-8E21-1F712061AEE0}"/>
              </a:ext>
            </a:extLst>
          </p:cNvPr>
          <p:cNvSpPr/>
          <p:nvPr/>
        </p:nvSpPr>
        <p:spPr>
          <a:xfrm>
            <a:off x="5629996" y="1295341"/>
            <a:ext cx="966004" cy="391886"/>
          </a:xfrm>
          <a:prstGeom prst="cub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7F72CA-A5DF-A8DC-6A74-FAC404E063A9}"/>
              </a:ext>
            </a:extLst>
          </p:cNvPr>
          <p:cNvSpPr txBox="1"/>
          <p:nvPr/>
        </p:nvSpPr>
        <p:spPr>
          <a:xfrm>
            <a:off x="5849420" y="1692207"/>
            <a:ext cx="57677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NSO1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85CA307-472A-7EA3-C24F-3B7280F7B806}"/>
              </a:ext>
            </a:extLst>
          </p:cNvPr>
          <p:cNvCxnSpPr>
            <a:cxnSpLocks/>
          </p:cNvCxnSpPr>
          <p:nvPr/>
        </p:nvCxnSpPr>
        <p:spPr>
          <a:xfrm>
            <a:off x="6136895" y="653965"/>
            <a:ext cx="1" cy="470622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9EF671A-0571-9B92-B0D9-AAC2E14E2F6A}"/>
              </a:ext>
            </a:extLst>
          </p:cNvPr>
          <p:cNvSpPr txBox="1"/>
          <p:nvPr/>
        </p:nvSpPr>
        <p:spPr>
          <a:xfrm>
            <a:off x="6131091" y="653965"/>
            <a:ext cx="198681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TR2: create service s2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TR1: create service s1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60A34BA-9410-165E-8D3E-03DF00EF0151}"/>
              </a:ext>
            </a:extLst>
          </p:cNvPr>
          <p:cNvCxnSpPr>
            <a:cxnSpLocks/>
          </p:cNvCxnSpPr>
          <p:nvPr/>
        </p:nvCxnSpPr>
        <p:spPr>
          <a:xfrm>
            <a:off x="6790734" y="1189940"/>
            <a:ext cx="1" cy="2956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9E34723-B95B-E188-FA75-42B9E16B293A}"/>
              </a:ext>
            </a:extLst>
          </p:cNvPr>
          <p:cNvCxnSpPr>
            <a:cxnSpLocks/>
          </p:cNvCxnSpPr>
          <p:nvPr/>
        </p:nvCxnSpPr>
        <p:spPr>
          <a:xfrm>
            <a:off x="6796620" y="1683996"/>
            <a:ext cx="0" cy="31313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A54E2D4-C7DD-EC2F-6DC0-168BA618C1EA}"/>
              </a:ext>
            </a:extLst>
          </p:cNvPr>
          <p:cNvSpPr txBox="1"/>
          <p:nvPr/>
        </p:nvSpPr>
        <p:spPr>
          <a:xfrm>
            <a:off x="6844304" y="1210731"/>
            <a:ext cx="210852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CDB: s1, s2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11E92E-4525-6742-99E6-C3D47309E865}"/>
              </a:ext>
            </a:extLst>
          </p:cNvPr>
          <p:cNvSpPr txBox="1"/>
          <p:nvPr/>
        </p:nvSpPr>
        <p:spPr>
          <a:xfrm>
            <a:off x="6882702" y="1634875"/>
            <a:ext cx="165975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CQ2: NSO3:s2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CQ1: NSO2:s1, NSO3:s1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3" name="Cube 52">
            <a:extLst>
              <a:ext uri="{FF2B5EF4-FFF2-40B4-BE49-F238E27FC236}">
                <a16:creationId xmlns:a16="http://schemas.microsoft.com/office/drawing/2014/main" id="{AA7FD393-2726-0BC8-4CE2-BAB75EB60273}"/>
              </a:ext>
            </a:extLst>
          </p:cNvPr>
          <p:cNvSpPr/>
          <p:nvPr/>
        </p:nvSpPr>
        <p:spPr>
          <a:xfrm>
            <a:off x="4059173" y="3134082"/>
            <a:ext cx="966004" cy="391886"/>
          </a:xfrm>
          <a:prstGeom prst="cub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ube 53">
            <a:extLst>
              <a:ext uri="{FF2B5EF4-FFF2-40B4-BE49-F238E27FC236}">
                <a16:creationId xmlns:a16="http://schemas.microsoft.com/office/drawing/2014/main" id="{868AC181-84CA-23A0-AF47-3B273176C8BF}"/>
              </a:ext>
            </a:extLst>
          </p:cNvPr>
          <p:cNvSpPr/>
          <p:nvPr/>
        </p:nvSpPr>
        <p:spPr>
          <a:xfrm>
            <a:off x="7151905" y="3128776"/>
            <a:ext cx="966004" cy="391886"/>
          </a:xfrm>
          <a:prstGeom prst="cub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98DC90C-14E1-7201-C535-BA560D48F8C8}"/>
              </a:ext>
            </a:extLst>
          </p:cNvPr>
          <p:cNvCxnSpPr>
            <a:cxnSpLocks/>
          </p:cNvCxnSpPr>
          <p:nvPr/>
        </p:nvCxnSpPr>
        <p:spPr>
          <a:xfrm>
            <a:off x="4608900" y="2208526"/>
            <a:ext cx="3061726" cy="1555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C65C93B-FFFC-BA91-5009-ED7DF5E3BDAF}"/>
              </a:ext>
            </a:extLst>
          </p:cNvPr>
          <p:cNvCxnSpPr>
            <a:cxnSpLocks/>
          </p:cNvCxnSpPr>
          <p:nvPr/>
        </p:nvCxnSpPr>
        <p:spPr>
          <a:xfrm>
            <a:off x="4608900" y="2208526"/>
            <a:ext cx="0" cy="871913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C5A31EB-6AD8-61C7-A6EC-49FDE6B0E8F1}"/>
              </a:ext>
            </a:extLst>
          </p:cNvPr>
          <p:cNvCxnSpPr>
            <a:cxnSpLocks/>
          </p:cNvCxnSpPr>
          <p:nvPr/>
        </p:nvCxnSpPr>
        <p:spPr>
          <a:xfrm>
            <a:off x="7670626" y="2218903"/>
            <a:ext cx="0" cy="861536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5883544-BF9D-ED6B-F958-8BE6EC761E92}"/>
              </a:ext>
            </a:extLst>
          </p:cNvPr>
          <p:cNvCxnSpPr>
            <a:cxnSpLocks/>
          </p:cNvCxnSpPr>
          <p:nvPr/>
        </p:nvCxnSpPr>
        <p:spPr>
          <a:xfrm flipV="1">
            <a:off x="6124836" y="1920519"/>
            <a:ext cx="0" cy="29838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76AD1A8-2335-B7ED-B8A2-DFF2EB2A9035}"/>
              </a:ext>
            </a:extLst>
          </p:cNvPr>
          <p:cNvSpPr txBox="1"/>
          <p:nvPr/>
        </p:nvSpPr>
        <p:spPr>
          <a:xfrm>
            <a:off x="4574933" y="2221478"/>
            <a:ext cx="1531316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TR2: create service s2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TR1: create service s1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E4D482B-AB1E-BAB0-7C00-E6E54C54AABF}"/>
              </a:ext>
            </a:extLst>
          </p:cNvPr>
          <p:cNvSpPr txBox="1"/>
          <p:nvPr/>
        </p:nvSpPr>
        <p:spPr>
          <a:xfrm>
            <a:off x="7653642" y="2223661"/>
            <a:ext cx="153131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TR1: create service s1</a:t>
            </a:r>
            <a:endParaRPr lang="en-US" dirty="0">
              <a:solidFill>
                <a:srgbClr val="3FB4E0"/>
              </a:solidFill>
            </a:endParaRPr>
          </a:p>
        </p:txBody>
      </p:sp>
      <p:pic>
        <p:nvPicPr>
          <p:cNvPr id="68" name="Graphic 67" descr="Close outline">
            <a:extLst>
              <a:ext uri="{FF2B5EF4-FFF2-40B4-BE49-F238E27FC236}">
                <a16:creationId xmlns:a16="http://schemas.microsoft.com/office/drawing/2014/main" id="{E2071277-75F1-15B8-8D4F-07B76EDC9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8889" y="4436035"/>
            <a:ext cx="681869" cy="681869"/>
          </a:xfrm>
          <a:prstGeom prst="rect">
            <a:avLst/>
          </a:prstGeom>
          <a:effectLst/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2A9E63B-2748-DE23-1231-491222C184CC}"/>
              </a:ext>
            </a:extLst>
          </p:cNvPr>
          <p:cNvCxnSpPr>
            <a:cxnSpLocks/>
          </p:cNvCxnSpPr>
          <p:nvPr/>
        </p:nvCxnSpPr>
        <p:spPr>
          <a:xfrm>
            <a:off x="6202044" y="4045731"/>
            <a:ext cx="2937843" cy="2668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6B04F9A-64BA-5E6F-B0B3-E0356D16EC41}"/>
              </a:ext>
            </a:extLst>
          </p:cNvPr>
          <p:cNvCxnSpPr>
            <a:cxnSpLocks/>
          </p:cNvCxnSpPr>
          <p:nvPr/>
        </p:nvCxnSpPr>
        <p:spPr>
          <a:xfrm>
            <a:off x="6761579" y="4045731"/>
            <a:ext cx="0" cy="34307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6FBFC88-2B80-21DE-F96D-3B7C4C25E8EF}"/>
              </a:ext>
            </a:extLst>
          </p:cNvPr>
          <p:cNvCxnSpPr>
            <a:cxnSpLocks/>
          </p:cNvCxnSpPr>
          <p:nvPr/>
        </p:nvCxnSpPr>
        <p:spPr>
          <a:xfrm flipH="1">
            <a:off x="7650927" y="3749312"/>
            <a:ext cx="2715" cy="63897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AE497C8-0981-DD85-BF1E-4D2A22EBB66D}"/>
              </a:ext>
            </a:extLst>
          </p:cNvPr>
          <p:cNvCxnSpPr>
            <a:cxnSpLocks/>
          </p:cNvCxnSpPr>
          <p:nvPr/>
        </p:nvCxnSpPr>
        <p:spPr>
          <a:xfrm>
            <a:off x="8542460" y="4057230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Can 74">
            <a:extLst>
              <a:ext uri="{FF2B5EF4-FFF2-40B4-BE49-F238E27FC236}">
                <a16:creationId xmlns:a16="http://schemas.microsoft.com/office/drawing/2014/main" id="{E287C135-74E0-77B1-A78A-2F00CC3F54F6}"/>
              </a:ext>
            </a:extLst>
          </p:cNvPr>
          <p:cNvSpPr/>
          <p:nvPr/>
        </p:nvSpPr>
        <p:spPr>
          <a:xfrm>
            <a:off x="6341942" y="4588931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ce3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31B6888-80AC-779C-8519-FAEB477260D2}"/>
              </a:ext>
            </a:extLst>
          </p:cNvPr>
          <p:cNvGrpSpPr/>
          <p:nvPr/>
        </p:nvGrpSpPr>
        <p:grpSpPr>
          <a:xfrm>
            <a:off x="6969130" y="4684798"/>
            <a:ext cx="175079" cy="155779"/>
            <a:chOff x="9151256" y="2241829"/>
            <a:chExt cx="175079" cy="155779"/>
          </a:xfrm>
          <a:effectLst/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63A7816A-8067-7CB7-B715-EE06924EAFA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69190CE2-3838-199B-F64D-453653697EAC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43E7D671-D4BE-FC80-907A-DDF509A531A2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Can 79">
            <a:extLst>
              <a:ext uri="{FF2B5EF4-FFF2-40B4-BE49-F238E27FC236}">
                <a16:creationId xmlns:a16="http://schemas.microsoft.com/office/drawing/2014/main" id="{EE5A1661-FD03-66F8-C369-F756DBE7A059}"/>
              </a:ext>
            </a:extLst>
          </p:cNvPr>
          <p:cNvSpPr/>
          <p:nvPr/>
        </p:nvSpPr>
        <p:spPr>
          <a:xfrm>
            <a:off x="7256961" y="4588931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ce4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F970598-9689-8FED-1683-E8134F6CA7BB}"/>
              </a:ext>
            </a:extLst>
          </p:cNvPr>
          <p:cNvGrpSpPr/>
          <p:nvPr/>
        </p:nvGrpSpPr>
        <p:grpSpPr>
          <a:xfrm>
            <a:off x="7884149" y="4684798"/>
            <a:ext cx="175079" cy="155779"/>
            <a:chOff x="9151256" y="2241829"/>
            <a:chExt cx="175079" cy="155779"/>
          </a:xfrm>
          <a:effectLst/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E86C7D0A-A3E8-C457-2B8A-DF2A3DB0F0F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5757547A-AFC8-C7DF-BF6A-DD35B744F5D5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EC9092F-63A0-F812-74C8-586074127A5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Can 84">
            <a:extLst>
              <a:ext uri="{FF2B5EF4-FFF2-40B4-BE49-F238E27FC236}">
                <a16:creationId xmlns:a16="http://schemas.microsoft.com/office/drawing/2014/main" id="{8986BC07-5D9C-2828-8CB6-66443B2701A1}"/>
              </a:ext>
            </a:extLst>
          </p:cNvPr>
          <p:cNvSpPr/>
          <p:nvPr/>
        </p:nvSpPr>
        <p:spPr>
          <a:xfrm>
            <a:off x="8171980" y="4588931"/>
            <a:ext cx="839273" cy="347515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ce5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3CBEEF4-9C66-023D-91EE-5F1F919D8021}"/>
              </a:ext>
            </a:extLst>
          </p:cNvPr>
          <p:cNvGrpSpPr/>
          <p:nvPr/>
        </p:nvGrpSpPr>
        <p:grpSpPr>
          <a:xfrm>
            <a:off x="8799168" y="4684798"/>
            <a:ext cx="175079" cy="155779"/>
            <a:chOff x="9151256" y="2241829"/>
            <a:chExt cx="175079" cy="155779"/>
          </a:xfrm>
          <a:effectLst/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AFFAE7CB-292F-4A16-BEC5-B1752FFC327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BE0EA061-6100-8CCC-86F6-8EB2684B785C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05B92C4C-8520-63B2-218E-FDFD65952BF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CA2FA68B-C3D5-A37D-A995-AC12CFC135F8}"/>
              </a:ext>
            </a:extLst>
          </p:cNvPr>
          <p:cNvSpPr txBox="1"/>
          <p:nvPr/>
        </p:nvSpPr>
        <p:spPr>
          <a:xfrm>
            <a:off x="4215704" y="3538603"/>
            <a:ext cx="61006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BCE8C5D-1CF1-93AC-9E96-187C3F303F91}"/>
              </a:ext>
            </a:extLst>
          </p:cNvPr>
          <p:cNvSpPr txBox="1"/>
          <p:nvPr/>
        </p:nvSpPr>
        <p:spPr>
          <a:xfrm>
            <a:off x="7381363" y="3537144"/>
            <a:ext cx="578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NSO3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C42DBF9-ECE8-86C9-F607-7356BEFDC363}"/>
              </a:ext>
            </a:extLst>
          </p:cNvPr>
          <p:cNvCxnSpPr>
            <a:cxnSpLocks/>
          </p:cNvCxnSpPr>
          <p:nvPr/>
        </p:nvCxnSpPr>
        <p:spPr>
          <a:xfrm>
            <a:off x="8246474" y="2700216"/>
            <a:ext cx="1" cy="2956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AED51C8E-0B3A-FA3D-8B8C-F793BD78E03B}"/>
              </a:ext>
            </a:extLst>
          </p:cNvPr>
          <p:cNvCxnSpPr>
            <a:cxnSpLocks/>
          </p:cNvCxnSpPr>
          <p:nvPr/>
        </p:nvCxnSpPr>
        <p:spPr>
          <a:xfrm>
            <a:off x="8246474" y="3203137"/>
            <a:ext cx="0" cy="31313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ECC31AB-CFB8-293A-76F8-F32B05ECC0BF}"/>
              </a:ext>
            </a:extLst>
          </p:cNvPr>
          <p:cNvSpPr txBox="1"/>
          <p:nvPr/>
        </p:nvSpPr>
        <p:spPr>
          <a:xfrm>
            <a:off x="8308327" y="2659174"/>
            <a:ext cx="92667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CDB: s1,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ce3:c, ce4:d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83CC533-F947-048F-DF84-913CF00EB48D}"/>
              </a:ext>
            </a:extLst>
          </p:cNvPr>
          <p:cNvSpPr txBox="1"/>
          <p:nvPr/>
        </p:nvSpPr>
        <p:spPr>
          <a:xfrm>
            <a:off x="8338804" y="3162256"/>
            <a:ext cx="90390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CQ1: ce3:c,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ce4:d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F2A612D2-0870-1523-6D26-F817AD46B5FA}"/>
              </a:ext>
            </a:extLst>
          </p:cNvPr>
          <p:cNvCxnSpPr>
            <a:cxnSpLocks/>
          </p:cNvCxnSpPr>
          <p:nvPr/>
        </p:nvCxnSpPr>
        <p:spPr>
          <a:xfrm>
            <a:off x="5118302" y="2763677"/>
            <a:ext cx="1" cy="2956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6DE291CC-7245-C69F-B881-F481E670A015}"/>
              </a:ext>
            </a:extLst>
          </p:cNvPr>
          <p:cNvCxnSpPr>
            <a:cxnSpLocks/>
          </p:cNvCxnSpPr>
          <p:nvPr/>
        </p:nvCxnSpPr>
        <p:spPr>
          <a:xfrm>
            <a:off x="5125282" y="3175158"/>
            <a:ext cx="0" cy="31313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E614283B-0AB4-3974-BF11-0F7FD8814BF8}"/>
              </a:ext>
            </a:extLst>
          </p:cNvPr>
          <p:cNvSpPr txBox="1"/>
          <p:nvPr/>
        </p:nvSpPr>
        <p:spPr>
          <a:xfrm>
            <a:off x="5182351" y="2762986"/>
            <a:ext cx="210852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CDB: s1, s2, ce0:a, ce1:b,e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B2DCF33-CDEB-1A50-37F0-035CD2FA2579}"/>
              </a:ext>
            </a:extLst>
          </p:cNvPr>
          <p:cNvSpPr txBox="1"/>
          <p:nvPr/>
        </p:nvSpPr>
        <p:spPr>
          <a:xfrm>
            <a:off x="5187804" y="3154568"/>
            <a:ext cx="122116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CQ2: ce1:e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CQ1: ce0:a, ce1:b</a:t>
            </a:r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29496EA-761F-02BB-6072-9D9ADD590C4D}"/>
              </a:ext>
            </a:extLst>
          </p:cNvPr>
          <p:cNvGrpSpPr/>
          <p:nvPr/>
        </p:nvGrpSpPr>
        <p:grpSpPr>
          <a:xfrm>
            <a:off x="4131878" y="3319137"/>
            <a:ext cx="280554" cy="127279"/>
            <a:chOff x="4825765" y="5662246"/>
            <a:chExt cx="280554" cy="127279"/>
          </a:xfrm>
          <a:effectLst/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1D15419-233D-8627-B54B-4C5247188179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8E437C9-5F10-73BD-C581-82F052CEF832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A6A3246-2934-78C2-DCAE-EFEED96A88F1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089D747-DE6B-AA8E-CA48-CC6FFEC6A013}"/>
              </a:ext>
            </a:extLst>
          </p:cNvPr>
          <p:cNvGrpSpPr/>
          <p:nvPr/>
        </p:nvGrpSpPr>
        <p:grpSpPr>
          <a:xfrm>
            <a:off x="7232378" y="3314783"/>
            <a:ext cx="280554" cy="127279"/>
            <a:chOff x="4825765" y="5662246"/>
            <a:chExt cx="280554" cy="127279"/>
          </a:xfrm>
          <a:effectLst/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86365A2-846E-279F-F86C-C03DB607BDAC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665335B-80F0-3057-96B8-FFE88F52E481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4F89747-00B5-F9EC-CC07-2B52B5882F11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36B9EA2-F811-4647-89B7-D1EB069098FF}"/>
              </a:ext>
            </a:extLst>
          </p:cNvPr>
          <p:cNvGrpSpPr/>
          <p:nvPr/>
        </p:nvGrpSpPr>
        <p:grpSpPr>
          <a:xfrm>
            <a:off x="5708132" y="1481280"/>
            <a:ext cx="280554" cy="127279"/>
            <a:chOff x="4825765" y="5662246"/>
            <a:chExt cx="280554" cy="127279"/>
          </a:xfrm>
          <a:effectLst/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0DB295F-B68C-BE0F-695E-53795CF096C5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D070916-AAC6-51D7-B799-F7C63B4F6776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0B0AF9-2B08-174E-13FC-7B27706A6283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3779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D3371-CCF8-221F-8766-0769C785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848200-E7D1-9073-3906-57436256BFEC}"/>
              </a:ext>
            </a:extLst>
          </p:cNvPr>
          <p:cNvSpPr/>
          <p:nvPr/>
        </p:nvSpPr>
        <p:spPr>
          <a:xfrm>
            <a:off x="6684201" y="1394662"/>
            <a:ext cx="309296" cy="516532"/>
          </a:xfrm>
          <a:prstGeom prst="rect">
            <a:avLst/>
          </a:prstGeom>
          <a:solidFill>
            <a:srgbClr val="3FB4E0">
              <a:alpha val="79988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085BABF6-32F7-763B-AA25-1AEF139A5571}"/>
              </a:ext>
            </a:extLst>
          </p:cNvPr>
          <p:cNvSpPr/>
          <p:nvPr/>
        </p:nvSpPr>
        <p:spPr>
          <a:xfrm>
            <a:off x="7771253" y="2093623"/>
            <a:ext cx="810252" cy="1040379"/>
          </a:xfrm>
          <a:prstGeom prst="roundRect">
            <a:avLst/>
          </a:prstGeom>
          <a:solidFill>
            <a:srgbClr val="3FB4E0">
              <a:alpha val="19878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BE529B-14FE-5B33-EC27-3CB7872A7865}"/>
              </a:ext>
            </a:extLst>
          </p:cNvPr>
          <p:cNvSpPr/>
          <p:nvPr/>
        </p:nvSpPr>
        <p:spPr>
          <a:xfrm>
            <a:off x="2986330" y="1278082"/>
            <a:ext cx="5814770" cy="362642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794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8280FDE-CD6F-E00E-1D3B-2BC739CDA9BC}"/>
              </a:ext>
            </a:extLst>
          </p:cNvPr>
          <p:cNvSpPr/>
          <p:nvPr/>
        </p:nvSpPr>
        <p:spPr>
          <a:xfrm>
            <a:off x="4670468" y="2163743"/>
            <a:ext cx="503756" cy="810939"/>
          </a:xfrm>
          <a:prstGeom prst="roundRect">
            <a:avLst/>
          </a:prstGeom>
          <a:solidFill>
            <a:srgbClr val="3FB4E0">
              <a:alpha val="7998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337F32-C9D4-1F2A-80CF-A316359E8B51}"/>
              </a:ext>
            </a:extLst>
          </p:cNvPr>
          <p:cNvGrpSpPr/>
          <p:nvPr/>
        </p:nvGrpSpPr>
        <p:grpSpPr>
          <a:xfrm>
            <a:off x="4700665" y="2264507"/>
            <a:ext cx="309680" cy="120239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D00B935-C38B-10A0-6367-9CB4C4C924CD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0745D71-7A46-F863-386A-92F695669B42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7F649DF-03AB-030D-9AE2-0AA4A4CF9D51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Graphic 22" descr="Circles with lines outline">
            <a:extLst>
              <a:ext uri="{FF2B5EF4-FFF2-40B4-BE49-F238E27FC236}">
                <a16:creationId xmlns:a16="http://schemas.microsoft.com/office/drawing/2014/main" id="{88D464B7-FFAC-CC84-0857-45D98A030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5506" y="2656006"/>
            <a:ext cx="318718" cy="331836"/>
          </a:xfrm>
          <a:prstGeom prst="rect">
            <a:avLst/>
          </a:prstGeom>
          <a:effectLst/>
        </p:spPr>
      </p:pic>
      <p:pic>
        <p:nvPicPr>
          <p:cNvPr id="34" name="Graphic 33" descr="Call center with solid fill">
            <a:extLst>
              <a:ext uri="{FF2B5EF4-FFF2-40B4-BE49-F238E27FC236}">
                <a16:creationId xmlns:a16="http://schemas.microsoft.com/office/drawing/2014/main" id="{4692B850-302D-C8B1-049B-5B7E894085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86330" y="2208495"/>
            <a:ext cx="824099" cy="824099"/>
          </a:xfrm>
          <a:prstGeom prst="rect">
            <a:avLst/>
          </a:prstGeom>
          <a:effectLst/>
        </p:spPr>
      </p:pic>
      <p:pic>
        <p:nvPicPr>
          <p:cNvPr id="38" name="Graphic 37" descr="User with solid fill">
            <a:extLst>
              <a:ext uri="{FF2B5EF4-FFF2-40B4-BE49-F238E27FC236}">
                <a16:creationId xmlns:a16="http://schemas.microsoft.com/office/drawing/2014/main" id="{36F276F8-457E-77B8-8E7C-E9DAD80C17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31880" y="1364272"/>
            <a:ext cx="914400" cy="914400"/>
          </a:xfrm>
          <a:prstGeom prst="rect">
            <a:avLst/>
          </a:prstGeom>
          <a:effectLst/>
        </p:spPr>
      </p:pic>
      <p:pic>
        <p:nvPicPr>
          <p:cNvPr id="42" name="Graphic 41" descr="Single gear with solid fill">
            <a:extLst>
              <a:ext uri="{FF2B5EF4-FFF2-40B4-BE49-F238E27FC236}">
                <a16:creationId xmlns:a16="http://schemas.microsoft.com/office/drawing/2014/main" id="{392C26F6-78DE-848C-8E72-29E0C9BAC1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24733" y="1635038"/>
            <a:ext cx="254029" cy="254029"/>
          </a:xfrm>
          <a:prstGeom prst="rect">
            <a:avLst/>
          </a:prstGeom>
          <a:effectLst/>
        </p:spPr>
      </p:pic>
      <p:pic>
        <p:nvPicPr>
          <p:cNvPr id="46" name="Graphic 45" descr="Settings with solid fill">
            <a:extLst>
              <a:ext uri="{FF2B5EF4-FFF2-40B4-BE49-F238E27FC236}">
                <a16:creationId xmlns:a16="http://schemas.microsoft.com/office/drawing/2014/main" id="{B2E6DDCC-F17B-675F-9172-BABCD9F962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89871" y="1371959"/>
            <a:ext cx="309296" cy="309296"/>
          </a:xfrm>
          <a:prstGeom prst="rect">
            <a:avLst/>
          </a:prstGeom>
          <a:effectLst/>
        </p:spPr>
      </p:pic>
      <p:sp>
        <p:nvSpPr>
          <p:cNvPr id="48" name="Can 47">
            <a:extLst>
              <a:ext uri="{FF2B5EF4-FFF2-40B4-BE49-F238E27FC236}">
                <a16:creationId xmlns:a16="http://schemas.microsoft.com/office/drawing/2014/main" id="{1488C907-126E-D566-5406-0690E9959994}"/>
              </a:ext>
            </a:extLst>
          </p:cNvPr>
          <p:cNvSpPr/>
          <p:nvPr/>
        </p:nvSpPr>
        <p:spPr>
          <a:xfrm>
            <a:off x="6007007" y="3996423"/>
            <a:ext cx="839273" cy="455418"/>
          </a:xfrm>
          <a:prstGeom prst="can">
            <a:avLst/>
          </a:prstGeom>
          <a:solidFill>
            <a:srgbClr val="3FB4E0">
              <a:alpha val="7998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DF109EF7-62F2-3581-801A-3042CAD53BD5}"/>
              </a:ext>
            </a:extLst>
          </p:cNvPr>
          <p:cNvSpPr/>
          <p:nvPr/>
        </p:nvSpPr>
        <p:spPr>
          <a:xfrm>
            <a:off x="7943046" y="2189537"/>
            <a:ext cx="491834" cy="810939"/>
          </a:xfrm>
          <a:prstGeom prst="roundRect">
            <a:avLst/>
          </a:prstGeom>
          <a:solidFill>
            <a:srgbClr val="3FB4E0">
              <a:alpha val="7998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6B9864F-30C7-0501-6AE9-0936EFA7E843}"/>
              </a:ext>
            </a:extLst>
          </p:cNvPr>
          <p:cNvGrpSpPr/>
          <p:nvPr/>
        </p:nvGrpSpPr>
        <p:grpSpPr>
          <a:xfrm>
            <a:off x="7972528" y="2290301"/>
            <a:ext cx="302351" cy="120239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A712996-F14C-A0EF-5E16-51C2A2C77842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0A62AD1-A0B8-D7F5-436C-5F28BD925E5C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4B0D628-67F2-BBA9-A728-0D0E46C3ABCD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6" name="Graphic 55" descr="Circles with lines outline">
            <a:extLst>
              <a:ext uri="{FF2B5EF4-FFF2-40B4-BE49-F238E27FC236}">
                <a16:creationId xmlns:a16="http://schemas.microsoft.com/office/drawing/2014/main" id="{67598825-159D-0CAD-AD53-B4648C3B6D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23705" y="2681800"/>
            <a:ext cx="311175" cy="331836"/>
          </a:xfrm>
          <a:prstGeom prst="rect">
            <a:avLst/>
          </a:prstGeom>
          <a:effectLst/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F29DE710-90D0-C3D6-7BDE-A7BB409F970C}"/>
              </a:ext>
            </a:extLst>
          </p:cNvPr>
          <p:cNvSpPr txBox="1"/>
          <p:nvPr/>
        </p:nvSpPr>
        <p:spPr>
          <a:xfrm>
            <a:off x="3075289" y="2981838"/>
            <a:ext cx="71476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Support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ADBA82C-1268-BFE2-8C86-7C66BE424D47}"/>
              </a:ext>
            </a:extLst>
          </p:cNvPr>
          <p:cNvSpPr txBox="1"/>
          <p:nvPr/>
        </p:nvSpPr>
        <p:spPr>
          <a:xfrm>
            <a:off x="4710915" y="2986247"/>
            <a:ext cx="71476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OSS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EFF5464-F5E6-9694-F665-DCE7F21A67FE}"/>
              </a:ext>
            </a:extLst>
          </p:cNvPr>
          <p:cNvSpPr txBox="1"/>
          <p:nvPr/>
        </p:nvSpPr>
        <p:spPr>
          <a:xfrm>
            <a:off x="5871568" y="2207560"/>
            <a:ext cx="112192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Network Admin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0C15EDB-43C8-3454-FA67-1FC59036334C}"/>
              </a:ext>
            </a:extLst>
          </p:cNvPr>
          <p:cNvSpPr txBox="1"/>
          <p:nvPr/>
        </p:nvSpPr>
        <p:spPr>
          <a:xfrm>
            <a:off x="7807793" y="3163573"/>
            <a:ext cx="8745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Other MNS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DF68771-353B-AFAF-90F7-DD49E019AC69}"/>
              </a:ext>
            </a:extLst>
          </p:cNvPr>
          <p:cNvSpPr txBox="1"/>
          <p:nvPr/>
        </p:nvSpPr>
        <p:spPr>
          <a:xfrm>
            <a:off x="5537539" y="4526102"/>
            <a:ext cx="17782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Out-of-band Changes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E550783F-2122-1A06-8605-4BF85A15AA6C}"/>
              </a:ext>
            </a:extLst>
          </p:cNvPr>
          <p:cNvSpPr/>
          <p:nvPr/>
        </p:nvSpPr>
        <p:spPr>
          <a:xfrm>
            <a:off x="6372046" y="2750148"/>
            <a:ext cx="45719" cy="825266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solidFill>
              <a:schemeClr val="accent2">
                <a:alpha val="79992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75EEDDAF-5744-1DD3-B73E-3D0D72A4B0A1}"/>
              </a:ext>
            </a:extLst>
          </p:cNvPr>
          <p:cNvSpPr/>
          <p:nvPr/>
        </p:nvSpPr>
        <p:spPr>
          <a:xfrm rot="2860418">
            <a:off x="7149350" y="3181734"/>
            <a:ext cx="45719" cy="825266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solidFill>
              <a:schemeClr val="accent2">
                <a:alpha val="79992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666288BE-EE49-046F-500D-57B523C4B3AE}"/>
              </a:ext>
            </a:extLst>
          </p:cNvPr>
          <p:cNvSpPr/>
          <p:nvPr/>
        </p:nvSpPr>
        <p:spPr>
          <a:xfrm rot="18816191">
            <a:off x="5662132" y="3166768"/>
            <a:ext cx="45719" cy="825266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solidFill>
              <a:schemeClr val="accent2">
                <a:alpha val="79992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51D46791-7EB5-0FB3-7703-730651C4C064}"/>
              </a:ext>
            </a:extLst>
          </p:cNvPr>
          <p:cNvSpPr/>
          <p:nvPr/>
        </p:nvSpPr>
        <p:spPr>
          <a:xfrm rot="16200000">
            <a:off x="4123725" y="2207910"/>
            <a:ext cx="45719" cy="825266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solidFill>
              <a:schemeClr val="accent2">
                <a:alpha val="79992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E20749-CDF0-1FC4-3797-3F31928EDCD0}"/>
              </a:ext>
            </a:extLst>
          </p:cNvPr>
          <p:cNvGrpSpPr/>
          <p:nvPr/>
        </p:nvGrpSpPr>
        <p:grpSpPr>
          <a:xfrm>
            <a:off x="6339103" y="4195214"/>
            <a:ext cx="175079" cy="155779"/>
            <a:chOff x="9151256" y="2241829"/>
            <a:chExt cx="175079" cy="155779"/>
          </a:xfrm>
          <a:effectLst/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1E522AD-71BE-996F-2A74-EAA354BB76D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03524FD-04FB-BCFE-6B3F-B229333FAE0F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FA20984-047F-8249-B18F-3501DF9FE863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4824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D742E-B72B-A1B0-A194-92F93EFA5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466C8B9-DDEE-4443-23C9-3E48071AA989}"/>
              </a:ext>
            </a:extLst>
          </p:cNvPr>
          <p:cNvSpPr/>
          <p:nvPr/>
        </p:nvSpPr>
        <p:spPr>
          <a:xfrm>
            <a:off x="4053279" y="3369523"/>
            <a:ext cx="1237304" cy="1297506"/>
          </a:xfrm>
          <a:prstGeom prst="roundRect">
            <a:avLst/>
          </a:prstGeom>
          <a:solidFill>
            <a:srgbClr val="3FB4E0">
              <a:alpha val="19794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4A566A-6899-412B-796D-07AEDB3320FC}"/>
              </a:ext>
            </a:extLst>
          </p:cNvPr>
          <p:cNvSpPr/>
          <p:nvPr/>
        </p:nvSpPr>
        <p:spPr>
          <a:xfrm>
            <a:off x="3690257" y="1458687"/>
            <a:ext cx="4660367" cy="3402426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164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1" name="Folded Corner 60">
            <a:extLst>
              <a:ext uri="{FF2B5EF4-FFF2-40B4-BE49-F238E27FC236}">
                <a16:creationId xmlns:a16="http://schemas.microsoft.com/office/drawing/2014/main" id="{F079D982-6A55-E03D-010F-ECCC4C005EB1}"/>
              </a:ext>
            </a:extLst>
          </p:cNvPr>
          <p:cNvSpPr/>
          <p:nvPr/>
        </p:nvSpPr>
        <p:spPr>
          <a:xfrm>
            <a:off x="5449021" y="2902254"/>
            <a:ext cx="2686810" cy="1768224"/>
          </a:xfrm>
          <a:prstGeom prst="foldedCorner">
            <a:avLst/>
          </a:prstGeom>
          <a:noFill/>
          <a:ln w="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678B7951-980C-7B1A-BF25-1717B0D4E327}"/>
              </a:ext>
            </a:extLst>
          </p:cNvPr>
          <p:cNvSpPr/>
          <p:nvPr/>
        </p:nvSpPr>
        <p:spPr>
          <a:xfrm>
            <a:off x="4252295" y="1643123"/>
            <a:ext cx="839273" cy="455418"/>
          </a:xfrm>
          <a:prstGeom prst="can">
            <a:avLst/>
          </a:prstGeom>
          <a:solidFill>
            <a:srgbClr val="3FB4E0">
              <a:alpha val="7987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64D023-B5FC-136E-ADF6-1D05A10CCE0F}"/>
              </a:ext>
            </a:extLst>
          </p:cNvPr>
          <p:cNvSpPr txBox="1"/>
          <p:nvPr/>
        </p:nvSpPr>
        <p:spPr>
          <a:xfrm>
            <a:off x="3782827" y="2172802"/>
            <a:ext cx="17782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out-of-band Changes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C5BF443-6E15-D7F2-8385-C18D9582E29A}"/>
              </a:ext>
            </a:extLst>
          </p:cNvPr>
          <p:cNvSpPr/>
          <p:nvPr/>
        </p:nvSpPr>
        <p:spPr>
          <a:xfrm>
            <a:off x="4252296" y="3526074"/>
            <a:ext cx="859510" cy="833571"/>
          </a:xfrm>
          <a:prstGeom prst="ellipse">
            <a:avLst/>
          </a:prstGeom>
          <a:solidFill>
            <a:srgbClr val="3FB4E0">
              <a:alpha val="79877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9D37877-A337-E8E1-87FD-34FEA6DE04C3}"/>
              </a:ext>
            </a:extLst>
          </p:cNvPr>
          <p:cNvGrpSpPr/>
          <p:nvPr/>
        </p:nvGrpSpPr>
        <p:grpSpPr>
          <a:xfrm>
            <a:off x="4338376" y="3647849"/>
            <a:ext cx="661462" cy="521877"/>
            <a:chOff x="3471626" y="4318347"/>
            <a:chExt cx="817162" cy="655434"/>
          </a:xfrm>
          <a:effectLst/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D47C09D-4E4E-3087-0818-902832C42EFB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B4E0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68D5F64-D698-630E-ED56-FF2A0D1A8D13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616B1E7-CAE8-2C84-E5F3-D51776C19C41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25158CC-37C7-177B-4E3C-E7410E61E42B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F526F02-A5F4-1E31-637F-9B5C4F36BCAF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0F785D3-EAD6-CB12-C9BF-DD8551F17F15}"/>
                </a:ext>
              </a:extLst>
            </p:cNvPr>
            <p:cNvCxnSpPr>
              <a:cxnSpLocks/>
              <a:endCxn id="33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8D4B2B2-D908-BEA3-617B-EADD240A65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EC19809-1D77-8D9B-F15D-86084C4219CA}"/>
                </a:ext>
              </a:extLst>
            </p:cNvPr>
            <p:cNvCxnSpPr>
              <a:cxnSpLocks/>
              <a:stCxn id="33" idx="5"/>
              <a:endCxn id="35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02D4A11-75A1-CC1A-D417-F78FEB2EAE9F}"/>
                </a:ext>
              </a:extLst>
            </p:cNvPr>
            <p:cNvCxnSpPr>
              <a:cxnSpLocks/>
              <a:stCxn id="35" idx="5"/>
              <a:endCxn id="36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50DF950E-95A7-6032-DD89-2259C54648B0}"/>
              </a:ext>
            </a:extLst>
          </p:cNvPr>
          <p:cNvSpPr txBox="1"/>
          <p:nvPr/>
        </p:nvSpPr>
        <p:spPr>
          <a:xfrm>
            <a:off x="4455818" y="4394481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pic>
        <p:nvPicPr>
          <p:cNvPr id="48" name="Graphic 47" descr="Checkbox Checked with solid fill">
            <a:extLst>
              <a:ext uri="{FF2B5EF4-FFF2-40B4-BE49-F238E27FC236}">
                <a16:creationId xmlns:a16="http://schemas.microsoft.com/office/drawing/2014/main" id="{1EA5603C-1236-5361-E77C-3DAC1CFC30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8722" y="2882477"/>
            <a:ext cx="625566" cy="625566"/>
          </a:xfrm>
          <a:prstGeom prst="rect">
            <a:avLst/>
          </a:prstGeom>
          <a:effectLst/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7BBC71BA-6623-ADB4-7F24-943ADF3A4010}"/>
              </a:ext>
            </a:extLst>
          </p:cNvPr>
          <p:cNvSpPr txBox="1"/>
          <p:nvPr/>
        </p:nvSpPr>
        <p:spPr>
          <a:xfrm>
            <a:off x="6144288" y="3055008"/>
            <a:ext cx="162725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Verify transaction values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95B639-9CF2-B7B1-27DB-B985F5324C40}"/>
              </a:ext>
            </a:extLst>
          </p:cNvPr>
          <p:cNvSpPr txBox="1"/>
          <p:nvPr/>
        </p:nvSpPr>
        <p:spPr>
          <a:xfrm>
            <a:off x="6113118" y="3551898"/>
            <a:ext cx="190778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Update managed configuration according to policy, if needed</a:t>
            </a:r>
            <a:endParaRPr lang="en-US" dirty="0">
              <a:solidFill>
                <a:srgbClr val="3FB4E0"/>
              </a:solidFill>
            </a:endParaRPr>
          </a:p>
        </p:txBody>
      </p:sp>
      <p:pic>
        <p:nvPicPr>
          <p:cNvPr id="54" name="Graphic 53" descr="Inbox Check with solid fill">
            <a:extLst>
              <a:ext uri="{FF2B5EF4-FFF2-40B4-BE49-F238E27FC236}">
                <a16:creationId xmlns:a16="http://schemas.microsoft.com/office/drawing/2014/main" id="{AB37946C-9119-BCAF-CCD0-BF790DE3F7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1052" y="4062572"/>
            <a:ext cx="536163" cy="536163"/>
          </a:xfrm>
          <a:prstGeom prst="rect">
            <a:avLst/>
          </a:prstGeom>
          <a:effectLst/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D4812532-D5A9-A6E8-DC35-D4EF8B6862DD}"/>
              </a:ext>
            </a:extLst>
          </p:cNvPr>
          <p:cNvSpPr txBox="1"/>
          <p:nvPr/>
        </p:nvSpPr>
        <p:spPr>
          <a:xfrm>
            <a:off x="6092697" y="4207542"/>
            <a:ext cx="190778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Preserve other changes as-is</a:t>
            </a:r>
            <a:endParaRPr lang="en-US" dirty="0">
              <a:solidFill>
                <a:srgbClr val="3FB4E0"/>
              </a:solidFill>
            </a:endParaRPr>
          </a:p>
        </p:txBody>
      </p:sp>
      <p:pic>
        <p:nvPicPr>
          <p:cNvPr id="60" name="Graphic 59" descr="Clipboard Partially Checked with solid fill">
            <a:extLst>
              <a:ext uri="{FF2B5EF4-FFF2-40B4-BE49-F238E27FC236}">
                <a16:creationId xmlns:a16="http://schemas.microsoft.com/office/drawing/2014/main" id="{BAE786E8-DB41-5499-AD8E-6E8BBB7508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8625" y="3522759"/>
            <a:ext cx="487260" cy="487260"/>
          </a:xfrm>
          <a:prstGeom prst="rect">
            <a:avLst/>
          </a:prstGeom>
          <a:effectLst/>
        </p:spPr>
      </p:pic>
      <p:sp>
        <p:nvSpPr>
          <p:cNvPr id="2" name="Down Arrow 1">
            <a:extLst>
              <a:ext uri="{FF2B5EF4-FFF2-40B4-BE49-F238E27FC236}">
                <a16:creationId xmlns:a16="http://schemas.microsoft.com/office/drawing/2014/main" id="{045B5EA7-B874-F032-4747-43B242DDBCB4}"/>
              </a:ext>
            </a:extLst>
          </p:cNvPr>
          <p:cNvSpPr/>
          <p:nvPr/>
        </p:nvSpPr>
        <p:spPr>
          <a:xfrm>
            <a:off x="4649071" y="2438642"/>
            <a:ext cx="45719" cy="825266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B7B3D2C-0849-DE9C-D63C-B4A59DD24C31}"/>
              </a:ext>
            </a:extLst>
          </p:cNvPr>
          <p:cNvGrpSpPr/>
          <p:nvPr/>
        </p:nvGrpSpPr>
        <p:grpSpPr>
          <a:xfrm>
            <a:off x="4572043" y="1853788"/>
            <a:ext cx="175079" cy="155779"/>
            <a:chOff x="9151256" y="2241829"/>
            <a:chExt cx="175079" cy="155779"/>
          </a:xfrm>
          <a:effectLst/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A276C58-5BBF-94A6-73DB-214292157A82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1676401-BB80-085E-273B-1CA7BC840D47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DA4FEF4-41F2-D97B-BA5A-9D42076B0F1C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0380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1756D-A634-B760-1D2A-2B825C19B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B3B6199-A8F4-C47C-704D-65F9EED862BA}"/>
              </a:ext>
            </a:extLst>
          </p:cNvPr>
          <p:cNvSpPr/>
          <p:nvPr/>
        </p:nvSpPr>
        <p:spPr>
          <a:xfrm>
            <a:off x="2904920" y="3250666"/>
            <a:ext cx="1158900" cy="1809585"/>
          </a:xfrm>
          <a:prstGeom prst="roundRect">
            <a:avLst/>
          </a:prstGeom>
          <a:solidFill>
            <a:srgbClr val="3FB4E0">
              <a:alpha val="20141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00" name="Folded Corner 99">
            <a:extLst>
              <a:ext uri="{FF2B5EF4-FFF2-40B4-BE49-F238E27FC236}">
                <a16:creationId xmlns:a16="http://schemas.microsoft.com/office/drawing/2014/main" id="{BF619A5D-F1C9-2EA6-0A20-BC144CA35B90}"/>
              </a:ext>
            </a:extLst>
          </p:cNvPr>
          <p:cNvSpPr/>
          <p:nvPr/>
        </p:nvSpPr>
        <p:spPr>
          <a:xfrm>
            <a:off x="4112423" y="3250666"/>
            <a:ext cx="5404703" cy="1809585"/>
          </a:xfrm>
          <a:prstGeom prst="foldedCorner">
            <a:avLst/>
          </a:prstGeom>
          <a:noFill/>
          <a:ln w="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CC64EA-4B49-4265-E299-7DB32FA74838}"/>
              </a:ext>
            </a:extLst>
          </p:cNvPr>
          <p:cNvSpPr/>
          <p:nvPr/>
        </p:nvSpPr>
        <p:spPr>
          <a:xfrm>
            <a:off x="2503170" y="1616363"/>
            <a:ext cx="7194283" cy="3574201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FE7473B3-9877-C549-D709-4869A2088FA5}"/>
              </a:ext>
            </a:extLst>
          </p:cNvPr>
          <p:cNvSpPr/>
          <p:nvPr/>
        </p:nvSpPr>
        <p:spPr>
          <a:xfrm>
            <a:off x="3065673" y="1807685"/>
            <a:ext cx="839273" cy="455418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D2019C-A264-7922-A8CB-099C51AF65C9}"/>
              </a:ext>
            </a:extLst>
          </p:cNvPr>
          <p:cNvSpPr txBox="1"/>
          <p:nvPr/>
        </p:nvSpPr>
        <p:spPr>
          <a:xfrm>
            <a:off x="2608452" y="2329739"/>
            <a:ext cx="17782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out-of-band Changes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3B89B4-DC4C-41E1-F9F8-8801FC7C28AC}"/>
              </a:ext>
            </a:extLst>
          </p:cNvPr>
          <p:cNvSpPr/>
          <p:nvPr/>
        </p:nvSpPr>
        <p:spPr>
          <a:xfrm>
            <a:off x="3063433" y="3685225"/>
            <a:ext cx="859510" cy="833571"/>
          </a:xfrm>
          <a:prstGeom prst="ellipse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D8F421-360B-9E77-4AC7-C4A41FE20A63}"/>
              </a:ext>
            </a:extLst>
          </p:cNvPr>
          <p:cNvGrpSpPr/>
          <p:nvPr/>
        </p:nvGrpSpPr>
        <p:grpSpPr>
          <a:xfrm>
            <a:off x="3149513" y="3807000"/>
            <a:ext cx="661462" cy="521877"/>
            <a:chOff x="3471626" y="4318347"/>
            <a:chExt cx="817162" cy="655434"/>
          </a:xfrm>
          <a:effectLst/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3F99B32-D1C3-A2C0-2BB7-CA666CA76288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66E6F1-D3D9-6F24-F603-B475CE92B0A0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844262D-BA73-6039-039E-F9AC9BECA15D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EC48323-895E-3EB9-4E40-40A03AED8648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7C0E976-7720-7691-4035-2118FAF3839A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33C781F-A16D-63EB-ADF9-0477CB144389}"/>
                </a:ext>
              </a:extLst>
            </p:cNvPr>
            <p:cNvCxnSpPr>
              <a:cxnSpLocks/>
              <a:endCxn id="17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33CCCF-70A8-D42B-3C98-3A7EEB79B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00C439-92FF-AB1A-A0A0-1C4544A3C0E4}"/>
                </a:ext>
              </a:extLst>
            </p:cNvPr>
            <p:cNvCxnSpPr>
              <a:cxnSpLocks/>
              <a:stCxn id="17" idx="5"/>
              <a:endCxn id="19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8A5A17C-655D-6111-DBFA-D77DD850037D}"/>
                </a:ext>
              </a:extLst>
            </p:cNvPr>
            <p:cNvCxnSpPr>
              <a:cxnSpLocks/>
              <a:stCxn id="19" idx="5"/>
              <a:endCxn id="20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028CAE5-8C1A-7219-A1ED-31B10A3F3E10}"/>
              </a:ext>
            </a:extLst>
          </p:cNvPr>
          <p:cNvSpPr txBox="1"/>
          <p:nvPr/>
        </p:nvSpPr>
        <p:spPr>
          <a:xfrm>
            <a:off x="3266955" y="4518796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6" name="Process 35">
            <a:extLst>
              <a:ext uri="{FF2B5EF4-FFF2-40B4-BE49-F238E27FC236}">
                <a16:creationId xmlns:a16="http://schemas.microsoft.com/office/drawing/2014/main" id="{677C2E12-AB1F-1A30-40DC-5F9A515246C8}"/>
              </a:ext>
            </a:extLst>
          </p:cNvPr>
          <p:cNvSpPr/>
          <p:nvPr/>
        </p:nvSpPr>
        <p:spPr>
          <a:xfrm>
            <a:off x="4275215" y="4529340"/>
            <a:ext cx="1310803" cy="263315"/>
          </a:xfrm>
          <a:prstGeom prst="flowChartProcess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sync-to-device</a:t>
            </a:r>
            <a:endParaRPr lang="en-US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37" name="Decision 36">
            <a:extLst>
              <a:ext uri="{FF2B5EF4-FFF2-40B4-BE49-F238E27FC236}">
                <a16:creationId xmlns:a16="http://schemas.microsoft.com/office/drawing/2014/main" id="{3C605ACC-B741-5A38-AE80-462C4D2BB7E0}"/>
              </a:ext>
            </a:extLst>
          </p:cNvPr>
          <p:cNvSpPr/>
          <p:nvPr/>
        </p:nvSpPr>
        <p:spPr>
          <a:xfrm>
            <a:off x="4289556" y="3491893"/>
            <a:ext cx="1284153" cy="580159"/>
          </a:xfrm>
          <a:prstGeom prst="flowChartDecision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Keep Change Now?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8C1EF52-B8EB-6F8F-09A4-D765065A5D37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931633" y="4072052"/>
            <a:ext cx="0" cy="457288"/>
          </a:xfrm>
          <a:prstGeom prst="straightConnector1">
            <a:avLst/>
          </a:prstGeom>
          <a:ln w="12700">
            <a:solidFill>
              <a:srgbClr val="FF0000">
                <a:alpha val="80053"/>
              </a:srgb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Decision 46">
            <a:extLst>
              <a:ext uri="{FF2B5EF4-FFF2-40B4-BE49-F238E27FC236}">
                <a16:creationId xmlns:a16="http://schemas.microsoft.com/office/drawing/2014/main" id="{C2D7D4F1-AEDC-63C5-3C8B-B31E40F04D61}"/>
              </a:ext>
            </a:extLst>
          </p:cNvPr>
          <p:cNvSpPr/>
          <p:nvPr/>
        </p:nvSpPr>
        <p:spPr>
          <a:xfrm>
            <a:off x="6085766" y="3496964"/>
            <a:ext cx="1284153" cy="580159"/>
          </a:xfrm>
          <a:prstGeom prst="flowChartDecision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Keep it in the Future?</a:t>
            </a:r>
          </a:p>
        </p:txBody>
      </p:sp>
      <p:sp>
        <p:nvSpPr>
          <p:cNvPr id="63" name="Process 62">
            <a:extLst>
              <a:ext uri="{FF2B5EF4-FFF2-40B4-BE49-F238E27FC236}">
                <a16:creationId xmlns:a16="http://schemas.microsoft.com/office/drawing/2014/main" id="{89560FEA-615F-753A-C1BD-4349B3EC7018}"/>
              </a:ext>
            </a:extLst>
          </p:cNvPr>
          <p:cNvSpPr/>
          <p:nvPr/>
        </p:nvSpPr>
        <p:spPr>
          <a:xfrm>
            <a:off x="4874843" y="4127915"/>
            <a:ext cx="402151" cy="263314"/>
          </a:xfrm>
          <a:prstGeom prst="flowChartProcess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No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B9A9D1C-FE10-8AE2-FE55-25A7DCF9F7C8}"/>
              </a:ext>
            </a:extLst>
          </p:cNvPr>
          <p:cNvCxnSpPr>
            <a:cxnSpLocks/>
          </p:cNvCxnSpPr>
          <p:nvPr/>
        </p:nvCxnSpPr>
        <p:spPr>
          <a:xfrm>
            <a:off x="5573202" y="3783868"/>
            <a:ext cx="510282" cy="0"/>
          </a:xfrm>
          <a:prstGeom prst="straightConnector1">
            <a:avLst/>
          </a:prstGeom>
          <a:ln w="12700">
            <a:solidFill>
              <a:schemeClr val="accent6">
                <a:alpha val="79622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Process 89">
            <a:extLst>
              <a:ext uri="{FF2B5EF4-FFF2-40B4-BE49-F238E27FC236}">
                <a16:creationId xmlns:a16="http://schemas.microsoft.com/office/drawing/2014/main" id="{0B7453C2-6FEB-68E4-4AD1-CA965BFC3A7C}"/>
              </a:ext>
            </a:extLst>
          </p:cNvPr>
          <p:cNvSpPr/>
          <p:nvPr/>
        </p:nvSpPr>
        <p:spPr>
          <a:xfrm>
            <a:off x="5622312" y="3523810"/>
            <a:ext cx="402151" cy="263314"/>
          </a:xfrm>
          <a:prstGeom prst="flowChartProcess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Yes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91" name="Process 90">
            <a:extLst>
              <a:ext uri="{FF2B5EF4-FFF2-40B4-BE49-F238E27FC236}">
                <a16:creationId xmlns:a16="http://schemas.microsoft.com/office/drawing/2014/main" id="{013C42C1-4B11-614D-0FC6-6094A907A6EF}"/>
              </a:ext>
            </a:extLst>
          </p:cNvPr>
          <p:cNvSpPr/>
          <p:nvPr/>
        </p:nvSpPr>
        <p:spPr>
          <a:xfrm>
            <a:off x="6016224" y="4542083"/>
            <a:ext cx="1431278" cy="275220"/>
          </a:xfrm>
          <a:prstGeom prst="flowChartProcess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sync-from-device</a:t>
            </a:r>
            <a:endParaRPr lang="en-US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F0C1FB6-51C2-50CC-4EDA-BF0C1B57DD99}"/>
              </a:ext>
            </a:extLst>
          </p:cNvPr>
          <p:cNvCxnSpPr>
            <a:cxnSpLocks/>
          </p:cNvCxnSpPr>
          <p:nvPr/>
        </p:nvCxnSpPr>
        <p:spPr>
          <a:xfrm flipH="1">
            <a:off x="6727841" y="4072052"/>
            <a:ext cx="1016" cy="457288"/>
          </a:xfrm>
          <a:prstGeom prst="straightConnector1">
            <a:avLst/>
          </a:prstGeom>
          <a:ln w="12700">
            <a:solidFill>
              <a:srgbClr val="FF0000">
                <a:alpha val="80053"/>
              </a:srgb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Process 92">
            <a:extLst>
              <a:ext uri="{FF2B5EF4-FFF2-40B4-BE49-F238E27FC236}">
                <a16:creationId xmlns:a16="http://schemas.microsoft.com/office/drawing/2014/main" id="{2D0169CC-0CE8-63B6-3410-463DA37B82B3}"/>
              </a:ext>
            </a:extLst>
          </p:cNvPr>
          <p:cNvSpPr/>
          <p:nvPr/>
        </p:nvSpPr>
        <p:spPr>
          <a:xfrm>
            <a:off x="6671379" y="4127915"/>
            <a:ext cx="402151" cy="263314"/>
          </a:xfrm>
          <a:prstGeom prst="flowChartProcess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No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0CAE951-8B04-040C-5891-376F63BD38DC}"/>
              </a:ext>
            </a:extLst>
          </p:cNvPr>
          <p:cNvCxnSpPr>
            <a:cxnSpLocks/>
          </p:cNvCxnSpPr>
          <p:nvPr/>
        </p:nvCxnSpPr>
        <p:spPr>
          <a:xfrm>
            <a:off x="7382112" y="3786935"/>
            <a:ext cx="510282" cy="0"/>
          </a:xfrm>
          <a:prstGeom prst="straightConnector1">
            <a:avLst/>
          </a:prstGeom>
          <a:ln w="12700">
            <a:solidFill>
              <a:schemeClr val="accent6">
                <a:alpha val="79622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Process 97">
            <a:extLst>
              <a:ext uri="{FF2B5EF4-FFF2-40B4-BE49-F238E27FC236}">
                <a16:creationId xmlns:a16="http://schemas.microsoft.com/office/drawing/2014/main" id="{67007419-7BD6-F40C-2FE2-21948EE657E9}"/>
              </a:ext>
            </a:extLst>
          </p:cNvPr>
          <p:cNvSpPr/>
          <p:nvPr/>
        </p:nvSpPr>
        <p:spPr>
          <a:xfrm>
            <a:off x="7431222" y="3527563"/>
            <a:ext cx="402151" cy="263314"/>
          </a:xfrm>
          <a:prstGeom prst="flowChartProcess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Yes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99" name="Process 98">
            <a:extLst>
              <a:ext uri="{FF2B5EF4-FFF2-40B4-BE49-F238E27FC236}">
                <a16:creationId xmlns:a16="http://schemas.microsoft.com/office/drawing/2014/main" id="{955133D4-2FE4-3748-8007-6D22E370D1D7}"/>
              </a:ext>
            </a:extLst>
          </p:cNvPr>
          <p:cNvSpPr/>
          <p:nvPr/>
        </p:nvSpPr>
        <p:spPr>
          <a:xfrm>
            <a:off x="7900364" y="3648970"/>
            <a:ext cx="1502462" cy="263314"/>
          </a:xfrm>
          <a:prstGeom prst="flowChartProcess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manage-by-service</a:t>
            </a:r>
            <a:endParaRPr lang="en-US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409DE30C-C3B0-D008-F0D5-EC9FA24518ED}"/>
              </a:ext>
            </a:extLst>
          </p:cNvPr>
          <p:cNvSpPr/>
          <p:nvPr/>
        </p:nvSpPr>
        <p:spPr>
          <a:xfrm>
            <a:off x="3455966" y="2561944"/>
            <a:ext cx="45719" cy="612087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A1E341A-6962-771A-ECCD-14DC78574BC9}"/>
              </a:ext>
            </a:extLst>
          </p:cNvPr>
          <p:cNvGrpSpPr/>
          <p:nvPr/>
        </p:nvGrpSpPr>
        <p:grpSpPr>
          <a:xfrm>
            <a:off x="3386448" y="2008857"/>
            <a:ext cx="175079" cy="155779"/>
            <a:chOff x="9151256" y="2241829"/>
            <a:chExt cx="175079" cy="155779"/>
          </a:xfrm>
          <a:effectLst/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BC9D7EF-6D6C-2816-54AF-971A5272274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D1A8CBF-6DB9-8B0A-F4CC-9E31E6E6F627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17B64BC-C624-8F4E-DBDB-2A6756EB640D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6900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F7925-0973-4D50-A65B-53C5AA5AD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905558-4BC5-8C51-263A-0321B6842C98}"/>
              </a:ext>
            </a:extLst>
          </p:cNvPr>
          <p:cNvSpPr/>
          <p:nvPr/>
        </p:nvSpPr>
        <p:spPr>
          <a:xfrm>
            <a:off x="4080294" y="1414731"/>
            <a:ext cx="3769744" cy="382274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741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687445-2174-2351-2DC0-7E3FB76D87C9}"/>
              </a:ext>
            </a:extLst>
          </p:cNvPr>
          <p:cNvSpPr/>
          <p:nvPr/>
        </p:nvSpPr>
        <p:spPr>
          <a:xfrm>
            <a:off x="4268902" y="2702295"/>
            <a:ext cx="3422449" cy="1270496"/>
          </a:xfrm>
          <a:prstGeom prst="rect">
            <a:avLst/>
          </a:prstGeom>
          <a:solidFill>
            <a:srgbClr val="3FB4E0">
              <a:alpha val="1955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82E65A-95C7-C68D-4DE5-507E7B9B6FBD}"/>
              </a:ext>
            </a:extLst>
          </p:cNvPr>
          <p:cNvSpPr/>
          <p:nvPr/>
        </p:nvSpPr>
        <p:spPr>
          <a:xfrm>
            <a:off x="4407031" y="2973301"/>
            <a:ext cx="1714500" cy="741759"/>
          </a:xfrm>
          <a:prstGeom prst="rect">
            <a:avLst/>
          </a:prstGeom>
          <a:solidFill>
            <a:srgbClr val="3FB4E0">
              <a:alpha val="7980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Alarm Manager: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chemeClr val="bg1"/>
                </a:solidFill>
              </a:rPr>
              <a:t>Alarm Model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chemeClr val="bg1"/>
                </a:solidFill>
              </a:rPr>
              <a:t>Alarm List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chemeClr val="bg1"/>
                </a:solidFill>
              </a:rPr>
              <a:t>Operator Actions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659545-29AF-2303-62BC-BD8F9327DF78}"/>
              </a:ext>
            </a:extLst>
          </p:cNvPr>
          <p:cNvSpPr txBox="1"/>
          <p:nvPr/>
        </p:nvSpPr>
        <p:spPr>
          <a:xfrm>
            <a:off x="6114004" y="3514876"/>
            <a:ext cx="159546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Alarms Stored as Operational Data in CDB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DBB935-9D1A-273D-C899-525A49009E7E}"/>
              </a:ext>
            </a:extLst>
          </p:cNvPr>
          <p:cNvSpPr txBox="1"/>
          <p:nvPr/>
        </p:nvSpPr>
        <p:spPr>
          <a:xfrm>
            <a:off x="7223746" y="2698148"/>
            <a:ext cx="467772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NCS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6DBB63-C501-6B25-4C47-256F0EEB3D6B}"/>
              </a:ext>
            </a:extLst>
          </p:cNvPr>
          <p:cNvSpPr/>
          <p:nvPr/>
        </p:nvSpPr>
        <p:spPr>
          <a:xfrm>
            <a:off x="4371171" y="1620521"/>
            <a:ext cx="1488147" cy="263041"/>
          </a:xfrm>
          <a:prstGeom prst="rect">
            <a:avLst/>
          </a:prstGeom>
          <a:solidFill>
            <a:srgbClr val="3FB4E0">
              <a:alpha val="7980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Alarm Handling Clients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7CDD61-FC7B-E612-1AAC-3CAAEF323544}"/>
              </a:ext>
            </a:extLst>
          </p:cNvPr>
          <p:cNvSpPr/>
          <p:nvPr/>
        </p:nvSpPr>
        <p:spPr>
          <a:xfrm>
            <a:off x="6149864" y="1620521"/>
            <a:ext cx="1488147" cy="263041"/>
          </a:xfrm>
          <a:prstGeom prst="rect">
            <a:avLst/>
          </a:prstGeom>
          <a:solidFill>
            <a:srgbClr val="3FB4E0">
              <a:alpha val="7980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SNMP Alarm Managers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84799D-EA12-2F89-BA35-6B71E15C21E4}"/>
              </a:ext>
            </a:extLst>
          </p:cNvPr>
          <p:cNvSpPr/>
          <p:nvPr/>
        </p:nvSpPr>
        <p:spPr>
          <a:xfrm>
            <a:off x="5198808" y="4533793"/>
            <a:ext cx="1692443" cy="525040"/>
          </a:xfrm>
          <a:prstGeom prst="rect">
            <a:avLst/>
          </a:prstGeom>
          <a:solidFill>
            <a:srgbClr val="3FB4E0">
              <a:alpha val="7980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Your Application 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NCS SNMP Trap-Receiver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…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DA8F103-ED1A-74F7-5451-503D44FBFA22}"/>
              </a:ext>
            </a:extLst>
          </p:cNvPr>
          <p:cNvCxnSpPr>
            <a:cxnSpLocks/>
          </p:cNvCxnSpPr>
          <p:nvPr/>
        </p:nvCxnSpPr>
        <p:spPr>
          <a:xfrm>
            <a:off x="4624469" y="1895992"/>
            <a:ext cx="116864" cy="81957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078BB2-71DC-68EE-077C-B6CFCB245E9A}"/>
              </a:ext>
            </a:extLst>
          </p:cNvPr>
          <p:cNvCxnSpPr>
            <a:cxnSpLocks/>
          </p:cNvCxnSpPr>
          <p:nvPr/>
        </p:nvCxnSpPr>
        <p:spPr>
          <a:xfrm>
            <a:off x="6420366" y="1891753"/>
            <a:ext cx="93527" cy="83200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A8556FE-A392-F968-A3F5-FD0842D86232}"/>
              </a:ext>
            </a:extLst>
          </p:cNvPr>
          <p:cNvCxnSpPr>
            <a:cxnSpLocks/>
          </p:cNvCxnSpPr>
          <p:nvPr/>
        </p:nvCxnSpPr>
        <p:spPr>
          <a:xfrm>
            <a:off x="5980127" y="3972791"/>
            <a:ext cx="64903" cy="561002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375C827-768F-8689-B1FE-4FCF1E5AC4A8}"/>
              </a:ext>
            </a:extLst>
          </p:cNvPr>
          <p:cNvSpPr txBox="1"/>
          <p:nvPr/>
        </p:nvSpPr>
        <p:spPr>
          <a:xfrm>
            <a:off x="5822763" y="4059151"/>
            <a:ext cx="106848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Dedicated Alarm API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0F62B4-7AEB-70A5-4F9F-E8ACF73F1D29}"/>
              </a:ext>
            </a:extLst>
          </p:cNvPr>
          <p:cNvSpPr txBox="1"/>
          <p:nvPr/>
        </p:nvSpPr>
        <p:spPr>
          <a:xfrm>
            <a:off x="4681125" y="2068078"/>
            <a:ext cx="1478383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NCS Alarm Manager</a:t>
            </a:r>
          </a:p>
          <a:p>
            <a:r>
              <a:rPr lang="en-US" sz="1000" dirty="0">
                <a:solidFill>
                  <a:srgbClr val="3FB4E0"/>
                </a:solidFill>
              </a:rPr>
              <a:t>Auto-rendered Northbound Interfaces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B13DC8-09C2-FA44-D630-B17836FFF0CD}"/>
              </a:ext>
            </a:extLst>
          </p:cNvPr>
          <p:cNvSpPr txBox="1"/>
          <p:nvPr/>
        </p:nvSpPr>
        <p:spPr>
          <a:xfrm>
            <a:off x="6413500" y="2068078"/>
            <a:ext cx="116424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Dedicated SNMP 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Alarm MIB</a:t>
            </a:r>
          </a:p>
        </p:txBody>
      </p:sp>
      <p:sp>
        <p:nvSpPr>
          <p:cNvPr id="2" name="Can 1">
            <a:extLst>
              <a:ext uri="{FF2B5EF4-FFF2-40B4-BE49-F238E27FC236}">
                <a16:creationId xmlns:a16="http://schemas.microsoft.com/office/drawing/2014/main" id="{98998ACA-C0A8-337A-C08E-C08DBD4307E2}"/>
              </a:ext>
            </a:extLst>
          </p:cNvPr>
          <p:cNvSpPr/>
          <p:nvPr/>
        </p:nvSpPr>
        <p:spPr>
          <a:xfrm>
            <a:off x="6211745" y="3028347"/>
            <a:ext cx="1399984" cy="448986"/>
          </a:xfrm>
          <a:prstGeom prst="can">
            <a:avLst/>
          </a:prstGeom>
          <a:solidFill>
            <a:srgbClr val="3FB4E0">
              <a:alpha val="79803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31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D5043E-FA10-9EE8-C2C6-62493EDE51A6}"/>
              </a:ext>
            </a:extLst>
          </p:cNvPr>
          <p:cNvSpPr/>
          <p:nvPr/>
        </p:nvSpPr>
        <p:spPr>
          <a:xfrm>
            <a:off x="2194560" y="-2886891"/>
            <a:ext cx="6844937" cy="954894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AAD3D1-87DE-A0AF-DA60-E41965A263EB}"/>
              </a:ext>
            </a:extLst>
          </p:cNvPr>
          <p:cNvSpPr/>
          <p:nvPr/>
        </p:nvSpPr>
        <p:spPr>
          <a:xfrm>
            <a:off x="4097062" y="-2525983"/>
            <a:ext cx="1303849" cy="1411071"/>
          </a:xfrm>
          <a:prstGeom prst="rect">
            <a:avLst/>
          </a:prstGeom>
          <a:solidFill>
            <a:srgbClr val="3FB4E0">
              <a:alpha val="7991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D6EE0F-45C5-9F41-E4CE-BC7C26FE8EA1}"/>
              </a:ext>
            </a:extLst>
          </p:cNvPr>
          <p:cNvSpPr txBox="1"/>
          <p:nvPr/>
        </p:nvSpPr>
        <p:spPr>
          <a:xfrm>
            <a:off x="4107226" y="-1830537"/>
            <a:ext cx="1292016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synchronize-alarms()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compress-alarms()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filter-alarms()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purge-alarms()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A6A22-BF7C-A87D-575C-E11005267FF2}"/>
              </a:ext>
            </a:extLst>
          </p:cNvPr>
          <p:cNvCxnSpPr>
            <a:cxnSpLocks/>
          </p:cNvCxnSpPr>
          <p:nvPr/>
        </p:nvCxnSpPr>
        <p:spPr>
          <a:xfrm>
            <a:off x="4097061" y="-2125872"/>
            <a:ext cx="1302181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8DC7661-5282-EEDA-10F7-F4E391A4EF3B}"/>
              </a:ext>
            </a:extLst>
          </p:cNvPr>
          <p:cNvSpPr txBox="1"/>
          <p:nvPr/>
        </p:nvSpPr>
        <p:spPr>
          <a:xfrm>
            <a:off x="4097061" y="-2525982"/>
            <a:ext cx="130218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&lt;&lt;container&gt;&gt;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alarms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FCBB0BB-B08F-D608-4499-91D89CA84A7C}"/>
              </a:ext>
            </a:extLst>
          </p:cNvPr>
          <p:cNvCxnSpPr>
            <a:cxnSpLocks/>
          </p:cNvCxnSpPr>
          <p:nvPr/>
        </p:nvCxnSpPr>
        <p:spPr>
          <a:xfrm>
            <a:off x="4095349" y="-1838276"/>
            <a:ext cx="1307275" cy="1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4A984FA-58B0-7273-D02F-D9FFB12D28ED}"/>
              </a:ext>
            </a:extLst>
          </p:cNvPr>
          <p:cNvSpPr/>
          <p:nvPr/>
        </p:nvSpPr>
        <p:spPr>
          <a:xfrm>
            <a:off x="3741808" y="-531187"/>
            <a:ext cx="1976448" cy="1137954"/>
          </a:xfrm>
          <a:prstGeom prst="rect">
            <a:avLst/>
          </a:prstGeom>
          <a:solidFill>
            <a:srgbClr val="3FB4E0">
              <a:alpha val="7991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403438-9B16-A20E-E5E4-73AC6C1F6F15}"/>
              </a:ext>
            </a:extLst>
          </p:cNvPr>
          <p:cNvSpPr txBox="1"/>
          <p:nvPr/>
        </p:nvSpPr>
        <p:spPr>
          <a:xfrm>
            <a:off x="3738424" y="-120809"/>
            <a:ext cx="197983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number-of-alarms : yang:gauge32 last-changed :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yang:date-and-time</a:t>
            </a:r>
            <a:endParaRPr lang="en-US" sz="1000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DC4A834-6B4A-1CEF-67DC-2A6A6F398A9F}"/>
              </a:ext>
            </a:extLst>
          </p:cNvPr>
          <p:cNvCxnSpPr>
            <a:cxnSpLocks/>
          </p:cNvCxnSpPr>
          <p:nvPr/>
        </p:nvCxnSpPr>
        <p:spPr>
          <a:xfrm>
            <a:off x="3741807" y="-131077"/>
            <a:ext cx="1976449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FCBB656-E372-5572-A16E-BD9E4E01486F}"/>
              </a:ext>
            </a:extLst>
          </p:cNvPr>
          <p:cNvSpPr txBox="1"/>
          <p:nvPr/>
        </p:nvSpPr>
        <p:spPr>
          <a:xfrm>
            <a:off x="3741807" y="-531187"/>
            <a:ext cx="197644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&lt;&lt;container&gt;&gt;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alarm-list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574FB21-7E5E-7118-767F-F930032F6E28}"/>
              </a:ext>
            </a:extLst>
          </p:cNvPr>
          <p:cNvCxnSpPr>
            <a:cxnSpLocks/>
          </p:cNvCxnSpPr>
          <p:nvPr/>
        </p:nvCxnSpPr>
        <p:spPr>
          <a:xfrm>
            <a:off x="3738425" y="292115"/>
            <a:ext cx="1979831" cy="1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C1178AE-B73B-AB26-3F1E-39B9886C9DF2}"/>
              </a:ext>
            </a:extLst>
          </p:cNvPr>
          <p:cNvSpPr/>
          <p:nvPr/>
        </p:nvSpPr>
        <p:spPr>
          <a:xfrm>
            <a:off x="3370754" y="1232544"/>
            <a:ext cx="2738484" cy="3021743"/>
          </a:xfrm>
          <a:prstGeom prst="rect">
            <a:avLst/>
          </a:prstGeom>
          <a:solidFill>
            <a:srgbClr val="3FB4E0">
              <a:alpha val="7991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6DD1BE-96ED-B300-57FE-A9CBCBC5C913}"/>
              </a:ext>
            </a:extLst>
          </p:cNvPr>
          <p:cNvSpPr txBox="1"/>
          <p:nvPr/>
        </p:nvSpPr>
        <p:spPr>
          <a:xfrm>
            <a:off x="3361948" y="1651346"/>
            <a:ext cx="2747290" cy="224676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device : string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type : alarm-type-t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managed-object : managed-object-t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specific-problem : string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alt-managed-object[] : managed-object-t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impacted-objects[] : managed-object-t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root-cause-objects[] : managed-object-t </a:t>
            </a:r>
          </a:p>
          <a:p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snmp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-index : uint32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is-cleared :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boolean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last-status-change :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yang:date-and-time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last-perceived-severity : severity-t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last-alarm-text : alarm-text-t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last-alarm-handling-change :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yang:date-and-time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</a:p>
          <a:p>
            <a:endParaRPr lang="en-US" sz="1000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9A76CD8-CA7C-FC6D-7820-5FC91D279CBB}"/>
              </a:ext>
            </a:extLst>
          </p:cNvPr>
          <p:cNvCxnSpPr>
            <a:cxnSpLocks/>
          </p:cNvCxnSpPr>
          <p:nvPr/>
        </p:nvCxnSpPr>
        <p:spPr>
          <a:xfrm>
            <a:off x="3365838" y="1632655"/>
            <a:ext cx="2738484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F0C317-47B2-EB03-2BB0-C3C22E4B418B}"/>
              </a:ext>
            </a:extLst>
          </p:cNvPr>
          <p:cNvSpPr txBox="1"/>
          <p:nvPr/>
        </p:nvSpPr>
        <p:spPr>
          <a:xfrm>
            <a:off x="3370754" y="1232545"/>
            <a:ext cx="2687406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&lt;&lt;list&gt;&gt;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alarm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3FD3E22-0B4F-5369-0E57-16E5F4D384B2}"/>
              </a:ext>
            </a:extLst>
          </p:cNvPr>
          <p:cNvCxnSpPr>
            <a:cxnSpLocks/>
          </p:cNvCxnSpPr>
          <p:nvPr/>
        </p:nvCxnSpPr>
        <p:spPr>
          <a:xfrm>
            <a:off x="3363978" y="3798731"/>
            <a:ext cx="2745260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6D8FF96-EE9F-173D-42B4-FCE1CB8FB1BD}"/>
              </a:ext>
            </a:extLst>
          </p:cNvPr>
          <p:cNvSpPr txBox="1"/>
          <p:nvPr/>
        </p:nvSpPr>
        <p:spPr>
          <a:xfrm>
            <a:off x="3361948" y="3812097"/>
            <a:ext cx="2738484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purge()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handle-alarm()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3E0ED46-7BBB-09D5-DCD2-BC28A18CD61D}"/>
              </a:ext>
            </a:extLst>
          </p:cNvPr>
          <p:cNvSpPr/>
          <p:nvPr/>
        </p:nvSpPr>
        <p:spPr>
          <a:xfrm>
            <a:off x="2591591" y="4879437"/>
            <a:ext cx="1976448" cy="1522234"/>
          </a:xfrm>
          <a:prstGeom prst="rect">
            <a:avLst/>
          </a:prstGeom>
          <a:solidFill>
            <a:srgbClr val="3FB4E0">
              <a:alpha val="7991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12D72D-505F-627B-26E2-81D2F1FF4E37}"/>
              </a:ext>
            </a:extLst>
          </p:cNvPr>
          <p:cNvSpPr txBox="1"/>
          <p:nvPr/>
        </p:nvSpPr>
        <p:spPr>
          <a:xfrm>
            <a:off x="2588207" y="5297630"/>
            <a:ext cx="1979831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time :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yang:date-and-time</a:t>
            </a:r>
            <a:endParaRPr lang="en-US" sz="1000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state: alarm-handling-state-t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user : string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description: string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00FDCAF-5A30-C8E7-B9AE-286AF7E58FA6}"/>
              </a:ext>
            </a:extLst>
          </p:cNvPr>
          <p:cNvCxnSpPr>
            <a:cxnSpLocks/>
          </p:cNvCxnSpPr>
          <p:nvPr/>
        </p:nvCxnSpPr>
        <p:spPr>
          <a:xfrm>
            <a:off x="2591590" y="5279547"/>
            <a:ext cx="1976449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C0DB51F-4A1A-0109-2947-A350A242668A}"/>
              </a:ext>
            </a:extLst>
          </p:cNvPr>
          <p:cNvSpPr txBox="1"/>
          <p:nvPr/>
        </p:nvSpPr>
        <p:spPr>
          <a:xfrm>
            <a:off x="2591590" y="4879437"/>
            <a:ext cx="197644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&lt;&lt;list&gt;&gt;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alarm-handling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C00F160-7A4B-4A32-E9D7-DFDE985F2AF6}"/>
              </a:ext>
            </a:extLst>
          </p:cNvPr>
          <p:cNvCxnSpPr>
            <a:cxnSpLocks/>
          </p:cNvCxnSpPr>
          <p:nvPr/>
        </p:nvCxnSpPr>
        <p:spPr>
          <a:xfrm>
            <a:off x="2588206" y="6045598"/>
            <a:ext cx="1979831" cy="1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BF8044F9-D6F2-0DDE-2FD8-B50266147B1C}"/>
              </a:ext>
            </a:extLst>
          </p:cNvPr>
          <p:cNvSpPr/>
          <p:nvPr/>
        </p:nvSpPr>
        <p:spPr>
          <a:xfrm>
            <a:off x="4861959" y="4879372"/>
            <a:ext cx="2064215" cy="1522233"/>
          </a:xfrm>
          <a:prstGeom prst="rect">
            <a:avLst/>
          </a:prstGeom>
          <a:solidFill>
            <a:srgbClr val="3FB4E0">
              <a:alpha val="7991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2FFEF0-C070-1E64-E746-388DC6D14755}"/>
              </a:ext>
            </a:extLst>
          </p:cNvPr>
          <p:cNvSpPr txBox="1"/>
          <p:nvPr/>
        </p:nvSpPr>
        <p:spPr>
          <a:xfrm>
            <a:off x="4858576" y="5297565"/>
            <a:ext cx="2067599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event-time :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yang:date-and-time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received-time :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yang:date-and-time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perceived-severity : severity-t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alarm-text : alarm-text-t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3463C76-854D-52DF-F6CC-AA0E51FC43CC}"/>
              </a:ext>
            </a:extLst>
          </p:cNvPr>
          <p:cNvCxnSpPr>
            <a:cxnSpLocks/>
          </p:cNvCxnSpPr>
          <p:nvPr/>
        </p:nvCxnSpPr>
        <p:spPr>
          <a:xfrm>
            <a:off x="4861959" y="5279482"/>
            <a:ext cx="2060831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C88F2F28-80BE-4519-B06B-79B6284C0B81}"/>
              </a:ext>
            </a:extLst>
          </p:cNvPr>
          <p:cNvSpPr txBox="1"/>
          <p:nvPr/>
        </p:nvSpPr>
        <p:spPr>
          <a:xfrm>
            <a:off x="4861958" y="4879372"/>
            <a:ext cx="2059113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&lt;&lt;list&gt;&gt;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status-change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7EB3E83-47B3-F86F-6AD7-C64A6768884A}"/>
              </a:ext>
            </a:extLst>
          </p:cNvPr>
          <p:cNvCxnSpPr>
            <a:cxnSpLocks/>
          </p:cNvCxnSpPr>
          <p:nvPr/>
        </p:nvCxnSpPr>
        <p:spPr>
          <a:xfrm>
            <a:off x="4858575" y="6045533"/>
            <a:ext cx="206421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595DE5DA-02C9-E472-3BA7-4A105CD2D4BE}"/>
              </a:ext>
            </a:extLst>
          </p:cNvPr>
          <p:cNvSpPr/>
          <p:nvPr/>
        </p:nvSpPr>
        <p:spPr>
          <a:xfrm>
            <a:off x="6922790" y="-2330407"/>
            <a:ext cx="1303849" cy="1038504"/>
          </a:xfrm>
          <a:prstGeom prst="rect">
            <a:avLst/>
          </a:prstGeom>
          <a:solidFill>
            <a:srgbClr val="3FB4E0">
              <a:alpha val="7991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B6660C3-7ADD-97CF-D681-2D1290B4A99D}"/>
              </a:ext>
            </a:extLst>
          </p:cNvPr>
          <p:cNvCxnSpPr>
            <a:cxnSpLocks/>
          </p:cNvCxnSpPr>
          <p:nvPr/>
        </p:nvCxnSpPr>
        <p:spPr>
          <a:xfrm>
            <a:off x="6922789" y="-1930297"/>
            <a:ext cx="1302181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02C2492-D1C0-2B4F-9E83-3C7DB66DCD0A}"/>
              </a:ext>
            </a:extLst>
          </p:cNvPr>
          <p:cNvSpPr txBox="1"/>
          <p:nvPr/>
        </p:nvSpPr>
        <p:spPr>
          <a:xfrm>
            <a:off x="6922789" y="-2330407"/>
            <a:ext cx="130218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&lt;&lt;container&gt;&gt;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alarm-model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03DB8B6-06F4-2F6E-504E-7AB120139B1C}"/>
              </a:ext>
            </a:extLst>
          </p:cNvPr>
          <p:cNvCxnSpPr>
            <a:cxnSpLocks/>
          </p:cNvCxnSpPr>
          <p:nvPr/>
        </p:nvCxnSpPr>
        <p:spPr>
          <a:xfrm>
            <a:off x="6921077" y="-1642701"/>
            <a:ext cx="1307275" cy="1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48D178A1-0B85-E5CD-DD48-55C70EAA2207}"/>
              </a:ext>
            </a:extLst>
          </p:cNvPr>
          <p:cNvSpPr/>
          <p:nvPr/>
        </p:nvSpPr>
        <p:spPr>
          <a:xfrm>
            <a:off x="6710039" y="-536693"/>
            <a:ext cx="1976448" cy="1539177"/>
          </a:xfrm>
          <a:prstGeom prst="rect">
            <a:avLst/>
          </a:prstGeom>
          <a:solidFill>
            <a:srgbClr val="3FB4E0">
              <a:alpha val="7991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0D5C39-ECEE-CE39-3B81-8A98FB76A808}"/>
              </a:ext>
            </a:extLst>
          </p:cNvPr>
          <p:cNvSpPr txBox="1"/>
          <p:nvPr/>
        </p:nvSpPr>
        <p:spPr>
          <a:xfrm>
            <a:off x="6713771" y="-126314"/>
            <a:ext cx="1972715" cy="86177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indeterminates : yang:gauge32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criticals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: yang:gauge32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majors : yang:gauge32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minors : yang:gauge32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warnings : yang:gauge32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689F7B3-807B-1068-D81A-FFEABD3663B5}"/>
              </a:ext>
            </a:extLst>
          </p:cNvPr>
          <p:cNvCxnSpPr>
            <a:cxnSpLocks/>
          </p:cNvCxnSpPr>
          <p:nvPr/>
        </p:nvCxnSpPr>
        <p:spPr>
          <a:xfrm>
            <a:off x="6710038" y="-136582"/>
            <a:ext cx="1976449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C8D91B4-6AEA-0CD1-B3C1-A714143FB28A}"/>
              </a:ext>
            </a:extLst>
          </p:cNvPr>
          <p:cNvSpPr txBox="1"/>
          <p:nvPr/>
        </p:nvSpPr>
        <p:spPr>
          <a:xfrm>
            <a:off x="6710038" y="-536692"/>
            <a:ext cx="197644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&lt;&lt;container&gt;&gt;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summary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6E1F168-2F4D-BF99-630D-B6E7935C44E4}"/>
              </a:ext>
            </a:extLst>
          </p:cNvPr>
          <p:cNvCxnSpPr>
            <a:cxnSpLocks/>
          </p:cNvCxnSpPr>
          <p:nvPr/>
        </p:nvCxnSpPr>
        <p:spPr>
          <a:xfrm>
            <a:off x="6706655" y="740219"/>
            <a:ext cx="1979831" cy="1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554428C-2657-1E60-2D23-4F372E8B2363}"/>
              </a:ext>
            </a:extLst>
          </p:cNvPr>
          <p:cNvCxnSpPr>
            <a:cxnSpLocks/>
          </p:cNvCxnSpPr>
          <p:nvPr/>
        </p:nvCxnSpPr>
        <p:spPr>
          <a:xfrm flipV="1">
            <a:off x="4093680" y="4319899"/>
            <a:ext cx="0" cy="559473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F7C914D-819B-37D7-512A-D82F794EA141}"/>
              </a:ext>
            </a:extLst>
          </p:cNvPr>
          <p:cNvCxnSpPr>
            <a:cxnSpLocks/>
          </p:cNvCxnSpPr>
          <p:nvPr/>
        </p:nvCxnSpPr>
        <p:spPr>
          <a:xfrm flipV="1">
            <a:off x="5124621" y="4319899"/>
            <a:ext cx="0" cy="559473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D86AEBC-3EED-7E08-2610-2D86C2FACA7D}"/>
              </a:ext>
            </a:extLst>
          </p:cNvPr>
          <p:cNvCxnSpPr>
            <a:cxnSpLocks/>
          </p:cNvCxnSpPr>
          <p:nvPr/>
        </p:nvCxnSpPr>
        <p:spPr>
          <a:xfrm flipV="1">
            <a:off x="4703280" y="673071"/>
            <a:ext cx="0" cy="559473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4DAC6F7-15B2-A786-C3CC-470526F1E398}"/>
              </a:ext>
            </a:extLst>
          </p:cNvPr>
          <p:cNvCxnSpPr>
            <a:cxnSpLocks/>
          </p:cNvCxnSpPr>
          <p:nvPr/>
        </p:nvCxnSpPr>
        <p:spPr>
          <a:xfrm flipV="1">
            <a:off x="4721533" y="-1057564"/>
            <a:ext cx="0" cy="520871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BA297C6-E095-F445-BEAD-5883323D18D5}"/>
              </a:ext>
            </a:extLst>
          </p:cNvPr>
          <p:cNvCxnSpPr>
            <a:cxnSpLocks/>
            <a:stCxn id="75" idx="1"/>
          </p:cNvCxnSpPr>
          <p:nvPr/>
        </p:nvCxnSpPr>
        <p:spPr>
          <a:xfrm flipH="1" flipV="1">
            <a:off x="5454625" y="-1833516"/>
            <a:ext cx="1468165" cy="22361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E122217-957A-C7B5-CEAA-6CBB652CB5C0}"/>
              </a:ext>
            </a:extLst>
          </p:cNvPr>
          <p:cNvCxnSpPr>
            <a:cxnSpLocks/>
          </p:cNvCxnSpPr>
          <p:nvPr/>
        </p:nvCxnSpPr>
        <p:spPr>
          <a:xfrm flipH="1" flipV="1">
            <a:off x="5454625" y="-1084320"/>
            <a:ext cx="1259145" cy="567357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A77198C6-CAA0-8D52-8E1C-C64D992CE97D}"/>
              </a:ext>
            </a:extLst>
          </p:cNvPr>
          <p:cNvSpPr txBox="1"/>
          <p:nvPr/>
        </p:nvSpPr>
        <p:spPr>
          <a:xfrm>
            <a:off x="4055956" y="4507289"/>
            <a:ext cx="3687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0…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D10423A-B999-7A42-3495-69F4F4AF87BD}"/>
              </a:ext>
            </a:extLst>
          </p:cNvPr>
          <p:cNvSpPr txBox="1"/>
          <p:nvPr/>
        </p:nvSpPr>
        <p:spPr>
          <a:xfrm>
            <a:off x="5103498" y="4514269"/>
            <a:ext cx="3687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1…</a:t>
            </a:r>
          </a:p>
        </p:txBody>
      </p:sp>
    </p:spTree>
    <p:extLst>
      <p:ext uri="{BB962C8B-B14F-4D97-AF65-F5344CB8AC3E}">
        <p14:creationId xmlns:p14="http://schemas.microsoft.com/office/powerpoint/2010/main" val="3852601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DF83-1CD4-298C-C8F5-67856C382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E63199E-6C23-6C9E-67E9-A546E9F38C80}"/>
              </a:ext>
            </a:extLst>
          </p:cNvPr>
          <p:cNvSpPr/>
          <p:nvPr/>
        </p:nvSpPr>
        <p:spPr>
          <a:xfrm rot="10800000">
            <a:off x="6793620" y="3709576"/>
            <a:ext cx="1084691" cy="571447"/>
          </a:xfrm>
          <a:prstGeom prst="roundRect">
            <a:avLst/>
          </a:prstGeom>
          <a:solidFill>
            <a:srgbClr val="3FB4E0">
              <a:alpha val="2001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45196F3-D3FF-8FE9-7275-E035D6F3F393}"/>
              </a:ext>
            </a:extLst>
          </p:cNvPr>
          <p:cNvSpPr/>
          <p:nvPr/>
        </p:nvSpPr>
        <p:spPr>
          <a:xfrm rot="10800000">
            <a:off x="5343587" y="3690365"/>
            <a:ext cx="1084691" cy="571447"/>
          </a:xfrm>
          <a:prstGeom prst="roundRect">
            <a:avLst/>
          </a:prstGeom>
          <a:solidFill>
            <a:srgbClr val="3FB4E0">
              <a:alpha val="2001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9D6C603-72EF-FF2E-AF17-375EF4910AD7}"/>
              </a:ext>
            </a:extLst>
          </p:cNvPr>
          <p:cNvSpPr/>
          <p:nvPr/>
        </p:nvSpPr>
        <p:spPr>
          <a:xfrm rot="10800000">
            <a:off x="3891107" y="3709576"/>
            <a:ext cx="1084691" cy="571447"/>
          </a:xfrm>
          <a:prstGeom prst="roundRect">
            <a:avLst/>
          </a:prstGeom>
          <a:solidFill>
            <a:srgbClr val="3FB4E0">
              <a:alpha val="2001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87B1E48-D555-AB91-EBA4-B83F75A492ED}"/>
              </a:ext>
            </a:extLst>
          </p:cNvPr>
          <p:cNvSpPr/>
          <p:nvPr/>
        </p:nvSpPr>
        <p:spPr>
          <a:xfrm rot="10800000">
            <a:off x="4363208" y="1814717"/>
            <a:ext cx="1084691" cy="1156839"/>
          </a:xfrm>
          <a:prstGeom prst="roundRect">
            <a:avLst/>
          </a:prstGeom>
          <a:solidFill>
            <a:srgbClr val="3FB4E0">
              <a:alpha val="20081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9B5610-4A40-E31E-906D-987E06CD53B8}"/>
              </a:ext>
            </a:extLst>
          </p:cNvPr>
          <p:cNvSpPr/>
          <p:nvPr/>
        </p:nvSpPr>
        <p:spPr>
          <a:xfrm>
            <a:off x="3657600" y="1564640"/>
            <a:ext cx="4460240" cy="295656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14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1F6539C-4AA4-A285-1703-A815D0322507}"/>
              </a:ext>
            </a:extLst>
          </p:cNvPr>
          <p:cNvSpPr/>
          <p:nvPr/>
        </p:nvSpPr>
        <p:spPr>
          <a:xfrm>
            <a:off x="4475972" y="1914169"/>
            <a:ext cx="859510" cy="833571"/>
          </a:xfrm>
          <a:prstGeom prst="ellipse">
            <a:avLst/>
          </a:prstGeom>
          <a:solidFill>
            <a:srgbClr val="3FB4E0">
              <a:alpha val="79938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297A73-12DE-FF46-18D6-8E7662E45138}"/>
              </a:ext>
            </a:extLst>
          </p:cNvPr>
          <p:cNvGrpSpPr/>
          <p:nvPr/>
        </p:nvGrpSpPr>
        <p:grpSpPr>
          <a:xfrm>
            <a:off x="4562052" y="2035944"/>
            <a:ext cx="661462" cy="521877"/>
            <a:chOff x="3471626" y="4318347"/>
            <a:chExt cx="817162" cy="655434"/>
          </a:xfrm>
          <a:effectLst/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504B40E-CCA7-299C-32DF-E12C2B7CC92A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A6C5AB-9333-52EE-94BE-247007018081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7A2CD10-32EF-5296-367E-05FDD499B22C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18BDDA1-05D4-34E6-D6C2-B9EC8CE3CB55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F32725B-049C-2E6E-485D-776B13A6A0C2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6B2746B-5673-C0C5-5CA3-9364F9773D73}"/>
                </a:ext>
              </a:extLst>
            </p:cNvPr>
            <p:cNvCxnSpPr>
              <a:cxnSpLocks/>
              <a:endCxn id="7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3CAC143-ACD6-6E91-33EC-685C6BC0D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B18B0F5-8AE8-C5FF-E12D-30DAEFCB6EB3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573AB6D-9E84-31E9-C576-4AA79B9B9471}"/>
                </a:ext>
              </a:extLst>
            </p:cNvPr>
            <p:cNvCxnSpPr>
              <a:cxnSpLocks/>
              <a:stCxn id="9" idx="5"/>
              <a:endCxn id="10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205CEC4-FB8A-F422-0185-0ADC3369B79F}"/>
              </a:ext>
            </a:extLst>
          </p:cNvPr>
          <p:cNvCxnSpPr>
            <a:cxnSpLocks/>
          </p:cNvCxnSpPr>
          <p:nvPr/>
        </p:nvCxnSpPr>
        <p:spPr>
          <a:xfrm>
            <a:off x="3924853" y="3410350"/>
            <a:ext cx="396407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701041-5960-CD0D-C1AB-D93167F781B4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4433454" y="3410350"/>
            <a:ext cx="0" cy="41638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3400CB2-9A55-BC64-5136-19232DBA3995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7338414" y="3410350"/>
            <a:ext cx="0" cy="41119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1BDD10-0B8E-D03F-C86B-13CC2C267259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5885935" y="3410350"/>
            <a:ext cx="0" cy="41119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n 26">
            <a:extLst>
              <a:ext uri="{FF2B5EF4-FFF2-40B4-BE49-F238E27FC236}">
                <a16:creationId xmlns:a16="http://schemas.microsoft.com/office/drawing/2014/main" id="{43795997-0BF3-DF7E-FD94-4BA2EFCCCB08}"/>
              </a:ext>
            </a:extLst>
          </p:cNvPr>
          <p:cNvSpPr/>
          <p:nvPr/>
        </p:nvSpPr>
        <p:spPr>
          <a:xfrm>
            <a:off x="4013817" y="3826739"/>
            <a:ext cx="839273" cy="347515"/>
          </a:xfrm>
          <a:prstGeom prst="can">
            <a:avLst/>
          </a:prstGeom>
          <a:solidFill>
            <a:srgbClr val="3FB4E0">
              <a:alpha val="7993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ex0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EC52169-D275-0406-2763-25910C1CA9C3}"/>
              </a:ext>
            </a:extLst>
          </p:cNvPr>
          <p:cNvGrpSpPr/>
          <p:nvPr/>
        </p:nvGrpSpPr>
        <p:grpSpPr>
          <a:xfrm>
            <a:off x="4641005" y="3922606"/>
            <a:ext cx="175079" cy="155779"/>
            <a:chOff x="9151256" y="2241829"/>
            <a:chExt cx="175079" cy="155779"/>
          </a:xfrm>
          <a:effectLst/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F825E43-0409-C52B-FDA0-44FEEC6861E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095C3D7-D441-58EF-00F5-7387E0DC4E83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9273A7-0E89-5ACD-89E0-9954D822252B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B855AE4-6FC7-37EF-3743-939FD870F7C6}"/>
              </a:ext>
            </a:extLst>
          </p:cNvPr>
          <p:cNvCxnSpPr>
            <a:cxnSpLocks/>
          </p:cNvCxnSpPr>
          <p:nvPr/>
        </p:nvCxnSpPr>
        <p:spPr>
          <a:xfrm>
            <a:off x="4933482" y="2993961"/>
            <a:ext cx="0" cy="41638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n 32">
            <a:extLst>
              <a:ext uri="{FF2B5EF4-FFF2-40B4-BE49-F238E27FC236}">
                <a16:creationId xmlns:a16="http://schemas.microsoft.com/office/drawing/2014/main" id="{B81561A2-CFD7-D2C5-849E-DF17DBC11EC1}"/>
              </a:ext>
            </a:extLst>
          </p:cNvPr>
          <p:cNvSpPr/>
          <p:nvPr/>
        </p:nvSpPr>
        <p:spPr>
          <a:xfrm>
            <a:off x="5466298" y="3821544"/>
            <a:ext cx="839273" cy="347515"/>
          </a:xfrm>
          <a:prstGeom prst="can">
            <a:avLst/>
          </a:prstGeom>
          <a:solidFill>
            <a:srgbClr val="3FB4E0">
              <a:alpha val="7993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ex1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BBD0037-9435-A7B6-DB0E-E3A4E590F1E5}"/>
              </a:ext>
            </a:extLst>
          </p:cNvPr>
          <p:cNvGrpSpPr/>
          <p:nvPr/>
        </p:nvGrpSpPr>
        <p:grpSpPr>
          <a:xfrm>
            <a:off x="6093486" y="3917411"/>
            <a:ext cx="175079" cy="155779"/>
            <a:chOff x="9151256" y="2241829"/>
            <a:chExt cx="175079" cy="155779"/>
          </a:xfrm>
          <a:effectLst/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8CA503C-2C25-0343-C0EE-43ACB5868C6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F99DD0B-50E8-46C4-D2EF-94DB50F2C96D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no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82483AF-DA84-968A-ED8F-F9172470D94F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no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Can 37">
            <a:extLst>
              <a:ext uri="{FF2B5EF4-FFF2-40B4-BE49-F238E27FC236}">
                <a16:creationId xmlns:a16="http://schemas.microsoft.com/office/drawing/2014/main" id="{F2E43C2A-0327-5135-17E4-99004034CF53}"/>
              </a:ext>
            </a:extLst>
          </p:cNvPr>
          <p:cNvSpPr/>
          <p:nvPr/>
        </p:nvSpPr>
        <p:spPr>
          <a:xfrm>
            <a:off x="6918777" y="3821544"/>
            <a:ext cx="839273" cy="347515"/>
          </a:xfrm>
          <a:prstGeom prst="can">
            <a:avLst/>
          </a:prstGeom>
          <a:solidFill>
            <a:srgbClr val="3FB4E0">
              <a:alpha val="7993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ex2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40DEC3F-F772-6F8D-A3DD-5CB2D2A48B30}"/>
              </a:ext>
            </a:extLst>
          </p:cNvPr>
          <p:cNvGrpSpPr/>
          <p:nvPr/>
        </p:nvGrpSpPr>
        <p:grpSpPr>
          <a:xfrm>
            <a:off x="7545965" y="3917411"/>
            <a:ext cx="175079" cy="155779"/>
            <a:chOff x="9151256" y="2241829"/>
            <a:chExt cx="175079" cy="155779"/>
          </a:xfrm>
          <a:effectLst/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F8D045F-CC80-E283-6811-140FDCA8CB8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F650772-6C8A-AEE0-5AA9-F73D22081D5E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no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020D6C0-8E88-C202-F8CE-186D43F9E02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no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9503954-2203-B3A7-92E1-39141F11292A}"/>
              </a:ext>
            </a:extLst>
          </p:cNvPr>
          <p:cNvSpPr txBox="1"/>
          <p:nvPr/>
        </p:nvSpPr>
        <p:spPr>
          <a:xfrm>
            <a:off x="4679494" y="2747740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737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DC5D0-C21E-2FA7-9BC9-32F8FED8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9E8810F-6338-1B59-144E-84CF665245C1}"/>
              </a:ext>
            </a:extLst>
          </p:cNvPr>
          <p:cNvSpPr/>
          <p:nvPr/>
        </p:nvSpPr>
        <p:spPr>
          <a:xfrm>
            <a:off x="3653808" y="3570518"/>
            <a:ext cx="4485372" cy="1293472"/>
          </a:xfrm>
          <a:prstGeom prst="roundRect">
            <a:avLst/>
          </a:prstGeom>
          <a:solidFill>
            <a:srgbClr val="3FB4E0">
              <a:alpha val="2034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45E8D95-67B1-8A63-5A2D-23E960D46730}"/>
              </a:ext>
            </a:extLst>
          </p:cNvPr>
          <p:cNvSpPr/>
          <p:nvPr/>
        </p:nvSpPr>
        <p:spPr>
          <a:xfrm>
            <a:off x="3653808" y="1150379"/>
            <a:ext cx="4485372" cy="2140125"/>
          </a:xfrm>
          <a:prstGeom prst="roundRect">
            <a:avLst/>
          </a:prstGeom>
          <a:solidFill>
            <a:srgbClr val="3FB4E0">
              <a:alpha val="2034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Container Deployment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9841E2E-1176-173D-2370-EEC52BB791A8}"/>
              </a:ext>
            </a:extLst>
          </p:cNvPr>
          <p:cNvSpPr/>
          <p:nvPr/>
        </p:nvSpPr>
        <p:spPr>
          <a:xfrm rot="10800000">
            <a:off x="4363207" y="1281144"/>
            <a:ext cx="1084691" cy="1690412"/>
          </a:xfrm>
          <a:prstGeom prst="roundRect">
            <a:avLst/>
          </a:prstGeom>
          <a:solidFill>
            <a:srgbClr val="3FB4E0">
              <a:alpha val="19822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0D83ECD-3E56-7BF1-C17A-3A5EAA56CE37}"/>
              </a:ext>
            </a:extLst>
          </p:cNvPr>
          <p:cNvSpPr/>
          <p:nvPr/>
        </p:nvSpPr>
        <p:spPr>
          <a:xfrm rot="10800000">
            <a:off x="3891107" y="3672309"/>
            <a:ext cx="1084691" cy="108988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A3D2818-4098-DF50-35AF-1E6EE7B13915}"/>
              </a:ext>
            </a:extLst>
          </p:cNvPr>
          <p:cNvSpPr/>
          <p:nvPr/>
        </p:nvSpPr>
        <p:spPr>
          <a:xfrm rot="10800000">
            <a:off x="6796067" y="3672308"/>
            <a:ext cx="1084691" cy="108988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C140BCF-69CB-8370-B11D-366427294C2B}"/>
              </a:ext>
            </a:extLst>
          </p:cNvPr>
          <p:cNvSpPr/>
          <p:nvPr/>
        </p:nvSpPr>
        <p:spPr>
          <a:xfrm rot="10800000">
            <a:off x="5343587" y="3672309"/>
            <a:ext cx="1084691" cy="108988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3CAC6B-B3A5-2C0E-6CA4-3975CBAECDEE}"/>
              </a:ext>
            </a:extLst>
          </p:cNvPr>
          <p:cNvSpPr/>
          <p:nvPr/>
        </p:nvSpPr>
        <p:spPr>
          <a:xfrm>
            <a:off x="3461303" y="1002890"/>
            <a:ext cx="4870384" cy="395656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0B64BF5-FB0E-6F29-EC57-9E9209D49B33}"/>
              </a:ext>
            </a:extLst>
          </p:cNvPr>
          <p:cNvSpPr/>
          <p:nvPr/>
        </p:nvSpPr>
        <p:spPr>
          <a:xfrm>
            <a:off x="4475972" y="1914169"/>
            <a:ext cx="859510" cy="833571"/>
          </a:xfrm>
          <a:prstGeom prst="ellipse">
            <a:avLst/>
          </a:prstGeom>
          <a:solidFill>
            <a:srgbClr val="3FB4E0">
              <a:alpha val="80333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D287402-58F1-EC22-A803-485354ABFC7C}"/>
              </a:ext>
            </a:extLst>
          </p:cNvPr>
          <p:cNvGrpSpPr/>
          <p:nvPr/>
        </p:nvGrpSpPr>
        <p:grpSpPr>
          <a:xfrm>
            <a:off x="4562052" y="2035944"/>
            <a:ext cx="661462" cy="521877"/>
            <a:chOff x="3471626" y="4318347"/>
            <a:chExt cx="817162" cy="655434"/>
          </a:xfrm>
          <a:effectLst/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11DBA5D-29A4-D7DA-5EA0-D41B9C7D85B8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4F9698B-5CF4-6AAD-8198-13FEF55ECBB3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50D7698-A672-30EA-F634-8F614DAA384A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850D332-88BB-F4F9-4FA5-8843271ACEFE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61A853E-DE98-23D5-77CF-61F4260EF108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7D09A79-1B67-E36A-F16A-F50B5C5C63F3}"/>
                </a:ext>
              </a:extLst>
            </p:cNvPr>
            <p:cNvCxnSpPr>
              <a:cxnSpLocks/>
              <a:endCxn id="7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1551017-E5EF-F121-7F8E-C8B92D803E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530B7C1-C22C-DC22-AC2B-0CDC1DBE06A0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10CB1D-AF1B-FC3F-B4B7-DB2E817C964F}"/>
                </a:ext>
              </a:extLst>
            </p:cNvPr>
            <p:cNvCxnSpPr>
              <a:cxnSpLocks/>
              <a:stCxn id="9" idx="5"/>
              <a:endCxn id="10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0454339-0C25-8248-D47A-128F87417926}"/>
              </a:ext>
            </a:extLst>
          </p:cNvPr>
          <p:cNvSpPr txBox="1"/>
          <p:nvPr/>
        </p:nvSpPr>
        <p:spPr>
          <a:xfrm>
            <a:off x="4679494" y="2747740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3E2BB2A-948C-30CE-0216-4542CCC798E1}"/>
              </a:ext>
            </a:extLst>
          </p:cNvPr>
          <p:cNvCxnSpPr>
            <a:cxnSpLocks/>
          </p:cNvCxnSpPr>
          <p:nvPr/>
        </p:nvCxnSpPr>
        <p:spPr>
          <a:xfrm>
            <a:off x="3924853" y="3410350"/>
            <a:ext cx="396407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2B7593-C563-8AC5-B6E5-4F186356F627}"/>
              </a:ext>
            </a:extLst>
          </p:cNvPr>
          <p:cNvCxnSpPr>
            <a:cxnSpLocks/>
            <a:endCxn id="21" idx="3"/>
          </p:cNvCxnSpPr>
          <p:nvPr/>
        </p:nvCxnSpPr>
        <p:spPr>
          <a:xfrm>
            <a:off x="4433454" y="3410350"/>
            <a:ext cx="7384" cy="41494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4C2738-7879-B018-F76B-B005FD20651E}"/>
              </a:ext>
            </a:extLst>
          </p:cNvPr>
          <p:cNvCxnSpPr>
            <a:cxnSpLocks/>
            <a:endCxn id="57" idx="3"/>
          </p:cNvCxnSpPr>
          <p:nvPr/>
        </p:nvCxnSpPr>
        <p:spPr>
          <a:xfrm flipH="1">
            <a:off x="7335267" y="3410350"/>
            <a:ext cx="3147" cy="41054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EEFDCE7-0DD3-7ABE-A019-E5BBA0C16858}"/>
              </a:ext>
            </a:extLst>
          </p:cNvPr>
          <p:cNvCxnSpPr>
            <a:cxnSpLocks/>
            <a:endCxn id="50" idx="3"/>
          </p:cNvCxnSpPr>
          <p:nvPr/>
        </p:nvCxnSpPr>
        <p:spPr>
          <a:xfrm flipH="1">
            <a:off x="5885928" y="3410350"/>
            <a:ext cx="7" cy="41054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00BA7C7-294E-F998-3DDE-B1C492857D01}"/>
              </a:ext>
            </a:extLst>
          </p:cNvPr>
          <p:cNvCxnSpPr>
            <a:cxnSpLocks/>
          </p:cNvCxnSpPr>
          <p:nvPr/>
        </p:nvCxnSpPr>
        <p:spPr>
          <a:xfrm>
            <a:off x="4933482" y="2993961"/>
            <a:ext cx="0" cy="41638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nip Same Side Corner Rectangle 20">
            <a:extLst>
              <a:ext uri="{FF2B5EF4-FFF2-40B4-BE49-F238E27FC236}">
                <a16:creationId xmlns:a16="http://schemas.microsoft.com/office/drawing/2014/main" id="{E37FABD0-399F-759F-9FF9-080D69DA824E}"/>
              </a:ext>
            </a:extLst>
          </p:cNvPr>
          <p:cNvSpPr/>
          <p:nvPr/>
        </p:nvSpPr>
        <p:spPr>
          <a:xfrm>
            <a:off x="4016483" y="3825298"/>
            <a:ext cx="848710" cy="258291"/>
          </a:xfrm>
          <a:prstGeom prst="snip2SameRect">
            <a:avLst/>
          </a:prstGeom>
          <a:solidFill>
            <a:srgbClr val="3FB4E0">
              <a:alpha val="80333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01C6C5-1776-415A-0ED2-CE6DF618BF12}"/>
              </a:ext>
            </a:extLst>
          </p:cNvPr>
          <p:cNvSpPr/>
          <p:nvPr/>
        </p:nvSpPr>
        <p:spPr>
          <a:xfrm>
            <a:off x="4082523" y="3915161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9FF8F2-E16B-C170-D4F9-0B692B201F24}"/>
              </a:ext>
            </a:extLst>
          </p:cNvPr>
          <p:cNvSpPr/>
          <p:nvPr/>
        </p:nvSpPr>
        <p:spPr>
          <a:xfrm>
            <a:off x="4222661" y="391409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B74BA96-AAA7-C24F-1367-793C7EFA7B63}"/>
              </a:ext>
            </a:extLst>
          </p:cNvPr>
          <p:cNvSpPr/>
          <p:nvPr/>
        </p:nvSpPr>
        <p:spPr>
          <a:xfrm>
            <a:off x="4357382" y="391409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78BF848-DEB7-D20F-C6E5-AD78BB8066FF}"/>
              </a:ext>
            </a:extLst>
          </p:cNvPr>
          <p:cNvSpPr/>
          <p:nvPr/>
        </p:nvSpPr>
        <p:spPr>
          <a:xfrm>
            <a:off x="4530439" y="389678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02E8190-CE73-1868-8798-50C607E713FA}"/>
              </a:ext>
            </a:extLst>
          </p:cNvPr>
          <p:cNvSpPr/>
          <p:nvPr/>
        </p:nvSpPr>
        <p:spPr>
          <a:xfrm>
            <a:off x="4688902" y="389678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Snip Same Side Corner Rectangle 49">
            <a:extLst>
              <a:ext uri="{FF2B5EF4-FFF2-40B4-BE49-F238E27FC236}">
                <a16:creationId xmlns:a16="http://schemas.microsoft.com/office/drawing/2014/main" id="{1F4E2EF1-1B56-6EFD-995D-4AD22654B8E9}"/>
              </a:ext>
            </a:extLst>
          </p:cNvPr>
          <p:cNvSpPr/>
          <p:nvPr/>
        </p:nvSpPr>
        <p:spPr>
          <a:xfrm>
            <a:off x="5461573" y="3820890"/>
            <a:ext cx="848710" cy="258291"/>
          </a:xfrm>
          <a:prstGeom prst="snip2SameRect">
            <a:avLst/>
          </a:prstGeom>
          <a:solidFill>
            <a:srgbClr val="3FB4E0">
              <a:alpha val="80333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2C957CD-C79E-1B2C-B158-5113930457F4}"/>
              </a:ext>
            </a:extLst>
          </p:cNvPr>
          <p:cNvSpPr/>
          <p:nvPr/>
        </p:nvSpPr>
        <p:spPr>
          <a:xfrm>
            <a:off x="5527613" y="3910753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1F7E7C1-E3F3-A921-240B-D080964ACAD6}"/>
              </a:ext>
            </a:extLst>
          </p:cNvPr>
          <p:cNvSpPr/>
          <p:nvPr/>
        </p:nvSpPr>
        <p:spPr>
          <a:xfrm>
            <a:off x="5667751" y="3909682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8BAD6B5-3094-34C0-6582-9DA29F5D816B}"/>
              </a:ext>
            </a:extLst>
          </p:cNvPr>
          <p:cNvSpPr/>
          <p:nvPr/>
        </p:nvSpPr>
        <p:spPr>
          <a:xfrm>
            <a:off x="5802472" y="3909682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9C52277-975B-7EA1-5C86-153E53583DAF}"/>
              </a:ext>
            </a:extLst>
          </p:cNvPr>
          <p:cNvSpPr/>
          <p:nvPr/>
        </p:nvSpPr>
        <p:spPr>
          <a:xfrm>
            <a:off x="5975529" y="3892381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11987D2-4B4B-DA2F-8256-C15DDAF42751}"/>
              </a:ext>
            </a:extLst>
          </p:cNvPr>
          <p:cNvSpPr/>
          <p:nvPr/>
        </p:nvSpPr>
        <p:spPr>
          <a:xfrm>
            <a:off x="6133992" y="3892381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nip Same Side Corner Rectangle 56">
            <a:extLst>
              <a:ext uri="{FF2B5EF4-FFF2-40B4-BE49-F238E27FC236}">
                <a16:creationId xmlns:a16="http://schemas.microsoft.com/office/drawing/2014/main" id="{5E492FCB-BEB6-0C2C-382C-57CF869D72C3}"/>
              </a:ext>
            </a:extLst>
          </p:cNvPr>
          <p:cNvSpPr/>
          <p:nvPr/>
        </p:nvSpPr>
        <p:spPr>
          <a:xfrm>
            <a:off x="6910912" y="3820890"/>
            <a:ext cx="848710" cy="258291"/>
          </a:xfrm>
          <a:prstGeom prst="snip2SameRect">
            <a:avLst/>
          </a:prstGeom>
          <a:solidFill>
            <a:srgbClr val="3FB4E0">
              <a:alpha val="80333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B951511-FA78-A11C-A0C1-7A95607E2500}"/>
              </a:ext>
            </a:extLst>
          </p:cNvPr>
          <p:cNvSpPr/>
          <p:nvPr/>
        </p:nvSpPr>
        <p:spPr>
          <a:xfrm>
            <a:off x="6976952" y="3910753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ED9AFF-67AE-ABDB-0E3C-CF52022806A5}"/>
              </a:ext>
            </a:extLst>
          </p:cNvPr>
          <p:cNvSpPr/>
          <p:nvPr/>
        </p:nvSpPr>
        <p:spPr>
          <a:xfrm>
            <a:off x="7117090" y="3909682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B98F49D-BD39-AA0A-7641-FD5811B1BE2A}"/>
              </a:ext>
            </a:extLst>
          </p:cNvPr>
          <p:cNvSpPr/>
          <p:nvPr/>
        </p:nvSpPr>
        <p:spPr>
          <a:xfrm>
            <a:off x="7251811" y="3909682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90C96B3-2876-7510-C64B-CBE2F8A1E6F1}"/>
              </a:ext>
            </a:extLst>
          </p:cNvPr>
          <p:cNvSpPr/>
          <p:nvPr/>
        </p:nvSpPr>
        <p:spPr>
          <a:xfrm>
            <a:off x="7424868" y="3892381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79F7857-F523-A246-AFCF-9A865EA17744}"/>
              </a:ext>
            </a:extLst>
          </p:cNvPr>
          <p:cNvSpPr/>
          <p:nvPr/>
        </p:nvSpPr>
        <p:spPr>
          <a:xfrm>
            <a:off x="7583331" y="3892381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5636C4-1B78-193B-8D3D-D5EFBB5913C1}"/>
              </a:ext>
            </a:extLst>
          </p:cNvPr>
          <p:cNvSpPr txBox="1"/>
          <p:nvPr/>
        </p:nvSpPr>
        <p:spPr>
          <a:xfrm>
            <a:off x="3891106" y="4072362"/>
            <a:ext cx="1084692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ex0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NETCONF Port: 830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C0A9F3-1CBA-18CC-6AB6-705635C0F19E}"/>
              </a:ext>
            </a:extLst>
          </p:cNvPr>
          <p:cNvSpPr txBox="1"/>
          <p:nvPr/>
        </p:nvSpPr>
        <p:spPr>
          <a:xfrm>
            <a:off x="5343578" y="4068313"/>
            <a:ext cx="1084692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ex1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NETCONF Port: 830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EA3B6E-F6EA-9CA8-5182-D4E45FBFB48B}"/>
              </a:ext>
            </a:extLst>
          </p:cNvPr>
          <p:cNvSpPr txBox="1"/>
          <p:nvPr/>
        </p:nvSpPr>
        <p:spPr>
          <a:xfrm>
            <a:off x="6789776" y="4068313"/>
            <a:ext cx="1084692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ex2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NETCONF Port: 830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D84A02-52E6-CAB7-AC15-AF55B409EC6C}"/>
              </a:ext>
            </a:extLst>
          </p:cNvPr>
          <p:cNvSpPr txBox="1"/>
          <p:nvPr/>
        </p:nvSpPr>
        <p:spPr>
          <a:xfrm>
            <a:off x="4348947" y="1281144"/>
            <a:ext cx="1126615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CLI Port: 2024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HTTPS Port: 8888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IPC Port: 4569</a:t>
            </a:r>
            <a:endParaRPr lang="en-US" dirty="0">
              <a:solidFill>
                <a:srgbClr val="3FB4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351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A45EB-1E3A-D31F-F0A3-653977E84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DBBF67C9-496E-72F1-4F6F-A6F247D97310}"/>
              </a:ext>
            </a:extLst>
          </p:cNvPr>
          <p:cNvSpPr/>
          <p:nvPr/>
        </p:nvSpPr>
        <p:spPr>
          <a:xfrm>
            <a:off x="3653808" y="1150379"/>
            <a:ext cx="4485372" cy="2140125"/>
          </a:xfrm>
          <a:prstGeom prst="roundRect">
            <a:avLst/>
          </a:prstGeom>
          <a:solidFill>
            <a:srgbClr val="3FB4E0">
              <a:alpha val="2034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Development Host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FD5ACAC-38F0-31E1-6319-F1DC6DB5B504}"/>
              </a:ext>
            </a:extLst>
          </p:cNvPr>
          <p:cNvSpPr/>
          <p:nvPr/>
        </p:nvSpPr>
        <p:spPr>
          <a:xfrm rot="10800000">
            <a:off x="4363207" y="1281144"/>
            <a:ext cx="1084691" cy="1690412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EAD5BA9-67C6-1AC5-A0E2-C04E2F60D092}"/>
              </a:ext>
            </a:extLst>
          </p:cNvPr>
          <p:cNvSpPr/>
          <p:nvPr/>
        </p:nvSpPr>
        <p:spPr>
          <a:xfrm>
            <a:off x="3653808" y="3570518"/>
            <a:ext cx="4485372" cy="1293472"/>
          </a:xfrm>
          <a:prstGeom prst="roundRect">
            <a:avLst/>
          </a:prstGeom>
          <a:solidFill>
            <a:srgbClr val="3FB4E0">
              <a:alpha val="2034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AEE213C-D348-F3E3-C7F0-26655F00F2BF}"/>
              </a:ext>
            </a:extLst>
          </p:cNvPr>
          <p:cNvSpPr/>
          <p:nvPr/>
        </p:nvSpPr>
        <p:spPr>
          <a:xfrm rot="10800000">
            <a:off x="3891107" y="3672309"/>
            <a:ext cx="1084691" cy="108988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1E6EBE1-BF3C-61FA-0535-162BCF39D13E}"/>
              </a:ext>
            </a:extLst>
          </p:cNvPr>
          <p:cNvSpPr/>
          <p:nvPr/>
        </p:nvSpPr>
        <p:spPr>
          <a:xfrm rot="10800000">
            <a:off x="6796067" y="3672308"/>
            <a:ext cx="1084691" cy="108988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C5B6BB6-A89F-9C3C-51D3-8DC32D5AA1EC}"/>
              </a:ext>
            </a:extLst>
          </p:cNvPr>
          <p:cNvSpPr/>
          <p:nvPr/>
        </p:nvSpPr>
        <p:spPr>
          <a:xfrm rot="10800000">
            <a:off x="5343587" y="3672309"/>
            <a:ext cx="1084691" cy="108988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DDCB80-4526-A02A-708C-0DA6A34565D9}"/>
              </a:ext>
            </a:extLst>
          </p:cNvPr>
          <p:cNvSpPr/>
          <p:nvPr/>
        </p:nvSpPr>
        <p:spPr>
          <a:xfrm>
            <a:off x="3461303" y="1002890"/>
            <a:ext cx="4870384" cy="4053204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428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01F4968-B759-536E-A4B9-3C3EAD2F56A8}"/>
              </a:ext>
            </a:extLst>
          </p:cNvPr>
          <p:cNvSpPr/>
          <p:nvPr/>
        </p:nvSpPr>
        <p:spPr>
          <a:xfrm>
            <a:off x="4475972" y="1914169"/>
            <a:ext cx="859510" cy="833571"/>
          </a:xfrm>
          <a:prstGeom prst="ellipse">
            <a:avLst/>
          </a:prstGeom>
          <a:solidFill>
            <a:srgbClr val="3FB4E0">
              <a:alpha val="79749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283AEF-2718-3EDE-F5DC-51BF4311FF76}"/>
              </a:ext>
            </a:extLst>
          </p:cNvPr>
          <p:cNvGrpSpPr/>
          <p:nvPr/>
        </p:nvGrpSpPr>
        <p:grpSpPr>
          <a:xfrm>
            <a:off x="4562052" y="2035944"/>
            <a:ext cx="661462" cy="521877"/>
            <a:chOff x="3471626" y="4318347"/>
            <a:chExt cx="817162" cy="655434"/>
          </a:xfrm>
          <a:effectLst/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7686338-A88C-2D2B-3C22-1D5962EEBE67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99C2E28-8B16-635A-4917-8E7580AA8621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8A9AF6-3F56-6B53-F54A-291BBF8B1E76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B7A82D4-EEF8-875D-A7AF-B41D508A86B2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2D50F60-6B65-B854-7559-402833AF91B9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605232-FDF6-2667-1DEE-46E47D49C759}"/>
                </a:ext>
              </a:extLst>
            </p:cNvPr>
            <p:cNvCxnSpPr>
              <a:cxnSpLocks/>
              <a:endCxn id="7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3DE6325-D3E1-411F-97F8-C8631BF5CE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044FEA5-2C03-8256-BB0F-A7951D689E09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C823062-AF5E-2C7A-8C98-C07A725BA94D}"/>
                </a:ext>
              </a:extLst>
            </p:cNvPr>
            <p:cNvCxnSpPr>
              <a:cxnSpLocks/>
              <a:stCxn id="9" idx="5"/>
              <a:endCxn id="10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502A4F0-4901-B323-6ED7-0B7D93F63849}"/>
              </a:ext>
            </a:extLst>
          </p:cNvPr>
          <p:cNvSpPr txBox="1"/>
          <p:nvPr/>
        </p:nvSpPr>
        <p:spPr>
          <a:xfrm>
            <a:off x="4679494" y="2747740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FEA06F3-3FC0-8672-FA29-FB3E93AC2127}"/>
              </a:ext>
            </a:extLst>
          </p:cNvPr>
          <p:cNvCxnSpPr>
            <a:cxnSpLocks/>
          </p:cNvCxnSpPr>
          <p:nvPr/>
        </p:nvCxnSpPr>
        <p:spPr>
          <a:xfrm>
            <a:off x="3924853" y="3410350"/>
            <a:ext cx="396407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778FD2C-6F19-C482-9FF3-5A1F0E4A7AAE}"/>
              </a:ext>
            </a:extLst>
          </p:cNvPr>
          <p:cNvCxnSpPr>
            <a:cxnSpLocks/>
            <a:endCxn id="21" idx="3"/>
          </p:cNvCxnSpPr>
          <p:nvPr/>
        </p:nvCxnSpPr>
        <p:spPr>
          <a:xfrm>
            <a:off x="4433454" y="3410350"/>
            <a:ext cx="7384" cy="41494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60740E3-E6E8-CFBD-5414-B3CAF713E76F}"/>
              </a:ext>
            </a:extLst>
          </p:cNvPr>
          <p:cNvCxnSpPr>
            <a:cxnSpLocks/>
            <a:endCxn id="57" idx="3"/>
          </p:cNvCxnSpPr>
          <p:nvPr/>
        </p:nvCxnSpPr>
        <p:spPr>
          <a:xfrm flipH="1">
            <a:off x="7335267" y="3410350"/>
            <a:ext cx="3147" cy="41054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CB94246-A3CB-529B-7E44-4ADFA6B12F34}"/>
              </a:ext>
            </a:extLst>
          </p:cNvPr>
          <p:cNvCxnSpPr>
            <a:cxnSpLocks/>
            <a:endCxn id="50" idx="3"/>
          </p:cNvCxnSpPr>
          <p:nvPr/>
        </p:nvCxnSpPr>
        <p:spPr>
          <a:xfrm flipH="1">
            <a:off x="5885928" y="3410350"/>
            <a:ext cx="7" cy="41054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A74A511-2208-4694-027A-77898505EB7D}"/>
              </a:ext>
            </a:extLst>
          </p:cNvPr>
          <p:cNvSpPr txBox="1"/>
          <p:nvPr/>
        </p:nvSpPr>
        <p:spPr>
          <a:xfrm>
            <a:off x="4348947" y="1281144"/>
            <a:ext cx="1126615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CLI Port: 2024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HTTP Port: 8080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IPC Port: 4569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665F1D5-F56A-8B4C-1B6F-2C63ECBF5A42}"/>
              </a:ext>
            </a:extLst>
          </p:cNvPr>
          <p:cNvCxnSpPr>
            <a:cxnSpLocks/>
          </p:cNvCxnSpPr>
          <p:nvPr/>
        </p:nvCxnSpPr>
        <p:spPr>
          <a:xfrm>
            <a:off x="4933482" y="2993961"/>
            <a:ext cx="0" cy="41638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nip Same Side Corner Rectangle 20">
            <a:extLst>
              <a:ext uri="{FF2B5EF4-FFF2-40B4-BE49-F238E27FC236}">
                <a16:creationId xmlns:a16="http://schemas.microsoft.com/office/drawing/2014/main" id="{721F4766-FB72-CA6D-D86B-2869C053A773}"/>
              </a:ext>
            </a:extLst>
          </p:cNvPr>
          <p:cNvSpPr/>
          <p:nvPr/>
        </p:nvSpPr>
        <p:spPr>
          <a:xfrm>
            <a:off x="4016483" y="3825298"/>
            <a:ext cx="848710" cy="258291"/>
          </a:xfrm>
          <a:prstGeom prst="snip2SameRect">
            <a:avLst/>
          </a:prstGeom>
          <a:solidFill>
            <a:srgbClr val="3FB4E0">
              <a:alpha val="79749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BDBBBA-9234-BB08-F26F-E2438E6724EA}"/>
              </a:ext>
            </a:extLst>
          </p:cNvPr>
          <p:cNvSpPr/>
          <p:nvPr/>
        </p:nvSpPr>
        <p:spPr>
          <a:xfrm>
            <a:off x="4082523" y="3915161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6B23A5B-1B73-04AD-C4AC-829767D8F572}"/>
              </a:ext>
            </a:extLst>
          </p:cNvPr>
          <p:cNvSpPr/>
          <p:nvPr/>
        </p:nvSpPr>
        <p:spPr>
          <a:xfrm>
            <a:off x="4222661" y="391409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3093E7C-F622-C41B-DBA7-D4F76564B1B6}"/>
              </a:ext>
            </a:extLst>
          </p:cNvPr>
          <p:cNvSpPr/>
          <p:nvPr/>
        </p:nvSpPr>
        <p:spPr>
          <a:xfrm>
            <a:off x="4357382" y="391409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1EC1423-0A89-C9D5-5D16-ED9D6870BE7E}"/>
              </a:ext>
            </a:extLst>
          </p:cNvPr>
          <p:cNvSpPr/>
          <p:nvPr/>
        </p:nvSpPr>
        <p:spPr>
          <a:xfrm>
            <a:off x="4530439" y="389678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5B51CEB-F58C-4F9A-1A30-B6F40B606795}"/>
              </a:ext>
            </a:extLst>
          </p:cNvPr>
          <p:cNvSpPr/>
          <p:nvPr/>
        </p:nvSpPr>
        <p:spPr>
          <a:xfrm>
            <a:off x="4688902" y="389678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Snip Same Side Corner Rectangle 49">
            <a:extLst>
              <a:ext uri="{FF2B5EF4-FFF2-40B4-BE49-F238E27FC236}">
                <a16:creationId xmlns:a16="http://schemas.microsoft.com/office/drawing/2014/main" id="{D6249850-515D-7CDE-B88A-088AA603759C}"/>
              </a:ext>
            </a:extLst>
          </p:cNvPr>
          <p:cNvSpPr/>
          <p:nvPr/>
        </p:nvSpPr>
        <p:spPr>
          <a:xfrm>
            <a:off x="5461573" y="3820890"/>
            <a:ext cx="848710" cy="258291"/>
          </a:xfrm>
          <a:prstGeom prst="snip2SameRect">
            <a:avLst/>
          </a:prstGeom>
          <a:solidFill>
            <a:srgbClr val="3FB4E0">
              <a:alpha val="79749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6829B5B-646A-2556-5C4E-9FE179FBF674}"/>
              </a:ext>
            </a:extLst>
          </p:cNvPr>
          <p:cNvSpPr/>
          <p:nvPr/>
        </p:nvSpPr>
        <p:spPr>
          <a:xfrm>
            <a:off x="5527613" y="3910753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016E470-A1BD-FE18-7F5C-FB70BB4CB7B2}"/>
              </a:ext>
            </a:extLst>
          </p:cNvPr>
          <p:cNvSpPr/>
          <p:nvPr/>
        </p:nvSpPr>
        <p:spPr>
          <a:xfrm>
            <a:off x="5667751" y="3909682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D8373F8-DF23-ADA3-187C-54E497AFDD01}"/>
              </a:ext>
            </a:extLst>
          </p:cNvPr>
          <p:cNvSpPr/>
          <p:nvPr/>
        </p:nvSpPr>
        <p:spPr>
          <a:xfrm>
            <a:off x="5802472" y="3909682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5BBDDC8-748F-485B-9827-19E869404167}"/>
              </a:ext>
            </a:extLst>
          </p:cNvPr>
          <p:cNvSpPr/>
          <p:nvPr/>
        </p:nvSpPr>
        <p:spPr>
          <a:xfrm>
            <a:off x="5975529" y="3892381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A075A63-D795-FCCF-7CD0-0E5B4B8D33F9}"/>
              </a:ext>
            </a:extLst>
          </p:cNvPr>
          <p:cNvSpPr/>
          <p:nvPr/>
        </p:nvSpPr>
        <p:spPr>
          <a:xfrm>
            <a:off x="6133992" y="3892381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nip Same Side Corner Rectangle 56">
            <a:extLst>
              <a:ext uri="{FF2B5EF4-FFF2-40B4-BE49-F238E27FC236}">
                <a16:creationId xmlns:a16="http://schemas.microsoft.com/office/drawing/2014/main" id="{39EB839D-3775-9066-E2AE-CBC980BB04AF}"/>
              </a:ext>
            </a:extLst>
          </p:cNvPr>
          <p:cNvSpPr/>
          <p:nvPr/>
        </p:nvSpPr>
        <p:spPr>
          <a:xfrm>
            <a:off x="6910912" y="3820890"/>
            <a:ext cx="848710" cy="258291"/>
          </a:xfrm>
          <a:prstGeom prst="snip2SameRect">
            <a:avLst/>
          </a:prstGeom>
          <a:solidFill>
            <a:srgbClr val="3FB4E0">
              <a:alpha val="79749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9FDFF3E-7FBF-8782-12E2-B29FF545C0A1}"/>
              </a:ext>
            </a:extLst>
          </p:cNvPr>
          <p:cNvSpPr/>
          <p:nvPr/>
        </p:nvSpPr>
        <p:spPr>
          <a:xfrm>
            <a:off x="6976952" y="3910753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40943DB-3C44-B50D-D565-FD82AAF76E49}"/>
              </a:ext>
            </a:extLst>
          </p:cNvPr>
          <p:cNvSpPr/>
          <p:nvPr/>
        </p:nvSpPr>
        <p:spPr>
          <a:xfrm>
            <a:off x="7117090" y="3909682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84118B4-3B93-202F-7939-327EF39FAFB0}"/>
              </a:ext>
            </a:extLst>
          </p:cNvPr>
          <p:cNvSpPr/>
          <p:nvPr/>
        </p:nvSpPr>
        <p:spPr>
          <a:xfrm>
            <a:off x="7251811" y="3909682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6FA7312-9B4B-DCA4-BB05-6A91DD97F326}"/>
              </a:ext>
            </a:extLst>
          </p:cNvPr>
          <p:cNvSpPr/>
          <p:nvPr/>
        </p:nvSpPr>
        <p:spPr>
          <a:xfrm>
            <a:off x="7424868" y="3892381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E2B8A6E-AB14-3E66-1E12-012E20C54D43}"/>
              </a:ext>
            </a:extLst>
          </p:cNvPr>
          <p:cNvSpPr/>
          <p:nvPr/>
        </p:nvSpPr>
        <p:spPr>
          <a:xfrm>
            <a:off x="7583331" y="3892381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8E3A6F3-BB3B-5BE2-30B0-EFFEC3C8983C}"/>
              </a:ext>
            </a:extLst>
          </p:cNvPr>
          <p:cNvSpPr txBox="1"/>
          <p:nvPr/>
        </p:nvSpPr>
        <p:spPr>
          <a:xfrm>
            <a:off x="3891106" y="4072362"/>
            <a:ext cx="1084692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ex0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NETCONF Port: 12022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CC0F84-81EC-7B7C-CB01-FD1EB198CA4C}"/>
              </a:ext>
            </a:extLst>
          </p:cNvPr>
          <p:cNvSpPr txBox="1"/>
          <p:nvPr/>
        </p:nvSpPr>
        <p:spPr>
          <a:xfrm>
            <a:off x="5343578" y="4068313"/>
            <a:ext cx="1084692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ex1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NETCONF Port: 12023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CA32E84-B78B-BBBA-070D-1EA7400033E7}"/>
              </a:ext>
            </a:extLst>
          </p:cNvPr>
          <p:cNvSpPr txBox="1"/>
          <p:nvPr/>
        </p:nvSpPr>
        <p:spPr>
          <a:xfrm>
            <a:off x="6789776" y="4068313"/>
            <a:ext cx="1084692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ex2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NETCONF Port: 12024</a:t>
            </a:r>
            <a:endParaRPr lang="en-US" dirty="0">
              <a:solidFill>
                <a:srgbClr val="3FB4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137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0ADE1-83DA-7388-B72E-5BAE5E33A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00317F7E-FB33-5C2F-AD10-4276B3AFD8CB}"/>
              </a:ext>
            </a:extLst>
          </p:cNvPr>
          <p:cNvSpPr/>
          <p:nvPr/>
        </p:nvSpPr>
        <p:spPr>
          <a:xfrm>
            <a:off x="4003486" y="1879600"/>
            <a:ext cx="4348263" cy="2334628"/>
          </a:xfrm>
          <a:prstGeom prst="rect">
            <a:avLst/>
          </a:prstGeom>
          <a:solidFill>
            <a:srgbClr val="3FB4E0">
              <a:alpha val="2034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raft-upgrade-l2_NSO-net Bridge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5589E67C-2FE6-F7A4-912D-676646BB5824}"/>
              </a:ext>
            </a:extLst>
          </p:cNvPr>
          <p:cNvSpPr/>
          <p:nvPr/>
        </p:nvSpPr>
        <p:spPr>
          <a:xfrm rot="10800000">
            <a:off x="7329057" y="3013105"/>
            <a:ext cx="848709" cy="810935"/>
          </a:xfrm>
          <a:prstGeom prst="ellipse">
            <a:avLst/>
          </a:prstGeom>
          <a:solidFill>
            <a:srgbClr val="3FB4E0">
              <a:alpha val="3000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085447-F9B7-4B31-ABC0-5D74C0AF8485}"/>
              </a:ext>
            </a:extLst>
          </p:cNvPr>
          <p:cNvSpPr/>
          <p:nvPr/>
        </p:nvSpPr>
        <p:spPr>
          <a:xfrm>
            <a:off x="3845746" y="1696720"/>
            <a:ext cx="4670612" cy="2671361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7F0209-D608-322A-D9A1-27077202CFDD}"/>
              </a:ext>
            </a:extLst>
          </p:cNvPr>
          <p:cNvCxnSpPr>
            <a:cxnSpLocks/>
          </p:cNvCxnSpPr>
          <p:nvPr/>
        </p:nvCxnSpPr>
        <p:spPr>
          <a:xfrm flipV="1">
            <a:off x="4113812" y="2297234"/>
            <a:ext cx="4140819" cy="156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70C28FB-C876-56A4-73B2-5F6DB8F3749F}"/>
              </a:ext>
            </a:extLst>
          </p:cNvPr>
          <p:cNvSpPr/>
          <p:nvPr/>
        </p:nvSpPr>
        <p:spPr>
          <a:xfrm>
            <a:off x="4313260" y="3013107"/>
            <a:ext cx="503756" cy="810939"/>
          </a:xfrm>
          <a:prstGeom prst="roundRect">
            <a:avLst/>
          </a:prstGeom>
          <a:solidFill>
            <a:srgbClr val="3FB4E0">
              <a:alpha val="8001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EE59A49-835A-BE1B-50FF-C14308B0D3B9}"/>
              </a:ext>
            </a:extLst>
          </p:cNvPr>
          <p:cNvGrpSpPr/>
          <p:nvPr/>
        </p:nvGrpSpPr>
        <p:grpSpPr>
          <a:xfrm>
            <a:off x="4343457" y="3113872"/>
            <a:ext cx="309680" cy="120239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5E98690-8507-FBF6-EA2E-573C2739FB21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219E0E3-205C-3B0E-5B32-0C73FCAA21EA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4223353-DF4C-D193-F1D6-B9A1C237F6B9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5FB66082-3C00-77E8-A8EA-6234E28601FF}"/>
              </a:ext>
            </a:extLst>
          </p:cNvPr>
          <p:cNvSpPr/>
          <p:nvPr/>
        </p:nvSpPr>
        <p:spPr>
          <a:xfrm>
            <a:off x="4603795" y="3323721"/>
            <a:ext cx="426442" cy="410716"/>
          </a:xfrm>
          <a:prstGeom prst="ellipse">
            <a:avLst/>
          </a:prstGeom>
          <a:solidFill>
            <a:srgbClr val="3FB4E0">
              <a:alpha val="79815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9D6EAB7-6F54-07EB-65CA-DDE53F9884FA}"/>
              </a:ext>
            </a:extLst>
          </p:cNvPr>
          <p:cNvGrpSpPr/>
          <p:nvPr/>
        </p:nvGrpSpPr>
        <p:grpSpPr>
          <a:xfrm>
            <a:off x="4647319" y="3380376"/>
            <a:ext cx="328181" cy="257139"/>
            <a:chOff x="3471626" y="4318347"/>
            <a:chExt cx="817162" cy="655434"/>
          </a:xfrm>
          <a:effectLst/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CC61237-2514-E424-160C-13985431384E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453A2DB-94DD-86BF-7CBD-4DF749057515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C6B9C69-8A6E-FEB7-B153-C90DD3BD50DA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E427895-7C3B-4A18-6F6E-8CB1FA0AD7E5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3A006A65-B5FA-F81F-377D-F30EB78DD76C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2FBDB64-D622-DB82-D9B5-AA870DC28F82}"/>
                </a:ext>
              </a:extLst>
            </p:cNvPr>
            <p:cNvCxnSpPr>
              <a:cxnSpLocks/>
              <a:endCxn id="40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0190025-BE35-C6EE-8768-53096F5ED9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0B177E2-8494-7AD0-657F-140638C911CB}"/>
                </a:ext>
              </a:extLst>
            </p:cNvPr>
            <p:cNvCxnSpPr>
              <a:cxnSpLocks/>
              <a:stCxn id="40" idx="5"/>
              <a:endCxn id="42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2E57F17-AAED-4A2C-0FFC-67AB2D68DAA9}"/>
                </a:ext>
              </a:extLst>
            </p:cNvPr>
            <p:cNvCxnSpPr>
              <a:cxnSpLocks/>
              <a:stCxn id="42" idx="5"/>
              <a:endCxn id="66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463A49E5-1DFC-CCF1-4888-28CC24AF47FC}"/>
              </a:ext>
            </a:extLst>
          </p:cNvPr>
          <p:cNvSpPr/>
          <p:nvPr/>
        </p:nvSpPr>
        <p:spPr>
          <a:xfrm>
            <a:off x="5318527" y="3013107"/>
            <a:ext cx="503756" cy="810939"/>
          </a:xfrm>
          <a:prstGeom prst="roundRect">
            <a:avLst/>
          </a:prstGeom>
          <a:solidFill>
            <a:schemeClr val="bg1">
              <a:lumMod val="65000"/>
              <a:alpha val="80012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B7A02DC-798F-A2D3-8192-CB501760AAC1}"/>
              </a:ext>
            </a:extLst>
          </p:cNvPr>
          <p:cNvGrpSpPr/>
          <p:nvPr/>
        </p:nvGrpSpPr>
        <p:grpSpPr>
          <a:xfrm>
            <a:off x="5348724" y="3113872"/>
            <a:ext cx="309680" cy="120239"/>
            <a:chOff x="4825765" y="5662246"/>
            <a:chExt cx="280554" cy="127279"/>
          </a:xfrm>
          <a:solidFill>
            <a:schemeClr val="bg1">
              <a:lumMod val="65000"/>
            </a:schemeClr>
          </a:solidFill>
          <a:effectLst/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723C29D-F87D-9DD8-D9F4-4FEB4E71FB3F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0FF56D7-3251-9FD6-5916-DB6692F17D28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BF06E0B-F80F-82F1-1929-1BA68BBA38E5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Oval 93">
            <a:extLst>
              <a:ext uri="{FF2B5EF4-FFF2-40B4-BE49-F238E27FC236}">
                <a16:creationId xmlns:a16="http://schemas.microsoft.com/office/drawing/2014/main" id="{0F5C7917-2B8E-6741-D134-C2019A925259}"/>
              </a:ext>
            </a:extLst>
          </p:cNvPr>
          <p:cNvSpPr/>
          <p:nvPr/>
        </p:nvSpPr>
        <p:spPr>
          <a:xfrm>
            <a:off x="5609062" y="3323721"/>
            <a:ext cx="426442" cy="410716"/>
          </a:xfrm>
          <a:prstGeom prst="ellipse">
            <a:avLst/>
          </a:prstGeom>
          <a:solidFill>
            <a:schemeClr val="bg1">
              <a:lumMod val="50000"/>
              <a:alpha val="79815"/>
            </a:scheme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513C4C9-6E99-75AB-14DF-939C374A89A6}"/>
              </a:ext>
            </a:extLst>
          </p:cNvPr>
          <p:cNvGrpSpPr/>
          <p:nvPr/>
        </p:nvGrpSpPr>
        <p:grpSpPr>
          <a:xfrm>
            <a:off x="5652586" y="3380376"/>
            <a:ext cx="328181" cy="257139"/>
            <a:chOff x="3471626" y="4318347"/>
            <a:chExt cx="817162" cy="655434"/>
          </a:xfrm>
          <a:effectLst/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CB3B97C9-0819-4EAA-EBE3-3D8A743B9072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B8B1D7C8-1234-398C-1797-8D125A383D89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D0FFE3AB-B2F8-05B1-538C-EC88253DEE4F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21BBC32-0484-AAD8-D72B-6E26F4C25671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78AFE4D2-CCAE-394E-21DF-FE7F53F22311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815B4FD9-D0C5-517A-DAF5-EF047DDF411A}"/>
                </a:ext>
              </a:extLst>
            </p:cNvPr>
            <p:cNvCxnSpPr>
              <a:cxnSpLocks/>
              <a:endCxn id="97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B814EC2-FE3B-8425-E1D7-3C2AA3EE39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A15AF83-7516-DB35-30E6-6E08A3351ECE}"/>
                </a:ext>
              </a:extLst>
            </p:cNvPr>
            <p:cNvCxnSpPr>
              <a:cxnSpLocks/>
              <a:stCxn id="97" idx="5"/>
              <a:endCxn id="99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D5DCBD88-AC95-F834-0874-9DB3E8366755}"/>
                </a:ext>
              </a:extLst>
            </p:cNvPr>
            <p:cNvCxnSpPr>
              <a:cxnSpLocks/>
              <a:stCxn id="99" idx="5"/>
              <a:endCxn id="100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C4D0E529-C216-7E9C-6E1A-661EF9EC7275}"/>
              </a:ext>
            </a:extLst>
          </p:cNvPr>
          <p:cNvSpPr/>
          <p:nvPr/>
        </p:nvSpPr>
        <p:spPr>
          <a:xfrm>
            <a:off x="6323794" y="3013107"/>
            <a:ext cx="503756" cy="810939"/>
          </a:xfrm>
          <a:prstGeom prst="roundRect">
            <a:avLst/>
          </a:prstGeom>
          <a:solidFill>
            <a:schemeClr val="bg1">
              <a:lumMod val="65000"/>
              <a:alpha val="80012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F0FD977-CA45-9B16-49EA-948C17B2F7B5}"/>
              </a:ext>
            </a:extLst>
          </p:cNvPr>
          <p:cNvGrpSpPr/>
          <p:nvPr/>
        </p:nvGrpSpPr>
        <p:grpSpPr>
          <a:xfrm>
            <a:off x="6353991" y="3113872"/>
            <a:ext cx="309680" cy="120239"/>
            <a:chOff x="4825765" y="5662246"/>
            <a:chExt cx="280554" cy="127279"/>
          </a:xfrm>
          <a:solidFill>
            <a:schemeClr val="bg1">
              <a:lumMod val="65000"/>
            </a:schemeClr>
          </a:solidFill>
          <a:effectLst/>
        </p:grpSpPr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C0192A7-0F98-C0BB-1BB0-7D9C62ED5150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61972403-9F9F-ED45-7849-9E53564E1F1E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2954F17-660A-9F56-276B-D517E886AA5B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Oval 110">
            <a:extLst>
              <a:ext uri="{FF2B5EF4-FFF2-40B4-BE49-F238E27FC236}">
                <a16:creationId xmlns:a16="http://schemas.microsoft.com/office/drawing/2014/main" id="{3F9C3A4F-D2B8-6897-E2A7-B1CD45944B51}"/>
              </a:ext>
            </a:extLst>
          </p:cNvPr>
          <p:cNvSpPr/>
          <p:nvPr/>
        </p:nvSpPr>
        <p:spPr>
          <a:xfrm>
            <a:off x="6614329" y="3323721"/>
            <a:ext cx="426442" cy="410716"/>
          </a:xfrm>
          <a:prstGeom prst="ellipse">
            <a:avLst/>
          </a:prstGeom>
          <a:solidFill>
            <a:schemeClr val="bg1">
              <a:lumMod val="50000"/>
              <a:alpha val="79815"/>
            </a:scheme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B37153E-C7B9-5BF3-88DD-0456DF22E4E4}"/>
              </a:ext>
            </a:extLst>
          </p:cNvPr>
          <p:cNvGrpSpPr/>
          <p:nvPr/>
        </p:nvGrpSpPr>
        <p:grpSpPr>
          <a:xfrm>
            <a:off x="6657853" y="3380376"/>
            <a:ext cx="328181" cy="257139"/>
            <a:chOff x="3471626" y="4318347"/>
            <a:chExt cx="817162" cy="655434"/>
          </a:xfrm>
          <a:effectLst/>
        </p:grpSpPr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BDE1D0D9-EDE5-C10A-E05B-B39A6C4C40A4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7EDBB258-EDA7-3E92-BB5B-3A9AD1DA5481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41BAF206-FD1A-CD49-DEC5-86DFBA00EE05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0D5B5B56-C977-AD3A-E59C-4B3D8ACB6E5A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C9920691-DBAD-1B84-27A1-01177CDCE543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E295CB3-1088-CAEE-0EB9-88B9A8419CF9}"/>
                </a:ext>
              </a:extLst>
            </p:cNvPr>
            <p:cNvCxnSpPr>
              <a:cxnSpLocks/>
              <a:endCxn id="114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8B41EEC0-30CA-9FA3-77D2-AEF08F03D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882CF935-607A-3C0A-2845-0970CB721E8C}"/>
                </a:ext>
              </a:extLst>
            </p:cNvPr>
            <p:cNvCxnSpPr>
              <a:cxnSpLocks/>
              <a:stCxn id="114" idx="5"/>
              <a:endCxn id="116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8F0778A9-738F-0856-6EDD-BBC0EA1983C2}"/>
                </a:ext>
              </a:extLst>
            </p:cNvPr>
            <p:cNvCxnSpPr>
              <a:cxnSpLocks/>
              <a:stCxn id="116" idx="5"/>
              <a:endCxn id="117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Snip Same Side Corner Rectangle 139">
            <a:extLst>
              <a:ext uri="{FF2B5EF4-FFF2-40B4-BE49-F238E27FC236}">
                <a16:creationId xmlns:a16="http://schemas.microsoft.com/office/drawing/2014/main" id="{43AD2353-5237-9BB1-B8FA-4D2069D03BA8}"/>
              </a:ext>
            </a:extLst>
          </p:cNvPr>
          <p:cNvSpPr/>
          <p:nvPr/>
        </p:nvSpPr>
        <p:spPr>
          <a:xfrm>
            <a:off x="7428791" y="3323721"/>
            <a:ext cx="649240" cy="198515"/>
          </a:xfrm>
          <a:prstGeom prst="snip2SameRect">
            <a:avLst/>
          </a:prstGeom>
          <a:solidFill>
            <a:srgbClr val="3FB4E0">
              <a:alpha val="80012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9960E04-633F-CF65-6CEC-E714A95BCBA8}"/>
              </a:ext>
            </a:extLst>
          </p:cNvPr>
          <p:cNvSpPr/>
          <p:nvPr/>
        </p:nvSpPr>
        <p:spPr>
          <a:xfrm>
            <a:off x="7479310" y="3392787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EBF0DD8-D6A9-BC36-9DBE-51C00F349C26}"/>
              </a:ext>
            </a:extLst>
          </p:cNvPr>
          <p:cNvSpPr/>
          <p:nvPr/>
        </p:nvSpPr>
        <p:spPr>
          <a:xfrm>
            <a:off x="7586512" y="3391964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256EC6F-EA6A-FA81-AECB-9A8F1F4EFE7B}"/>
              </a:ext>
            </a:extLst>
          </p:cNvPr>
          <p:cNvSpPr/>
          <p:nvPr/>
        </p:nvSpPr>
        <p:spPr>
          <a:xfrm>
            <a:off x="7689569" y="3391964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2F00DE91-3B0D-63AA-A738-BFF62E14BEF3}"/>
              </a:ext>
            </a:extLst>
          </p:cNvPr>
          <p:cNvSpPr/>
          <p:nvPr/>
        </p:nvSpPr>
        <p:spPr>
          <a:xfrm>
            <a:off x="7821953" y="3378667"/>
            <a:ext cx="99017" cy="98519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E67CD400-79FB-1D13-8E81-85CC3B485C0C}"/>
              </a:ext>
            </a:extLst>
          </p:cNvPr>
          <p:cNvSpPr/>
          <p:nvPr/>
        </p:nvSpPr>
        <p:spPr>
          <a:xfrm>
            <a:off x="7943173" y="3378667"/>
            <a:ext cx="99017" cy="98519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64DD620-1432-F8EC-D7AF-1168D84558E4}"/>
              </a:ext>
            </a:extLst>
          </p:cNvPr>
          <p:cNvSpPr txBox="1"/>
          <p:nvPr/>
        </p:nvSpPr>
        <p:spPr>
          <a:xfrm>
            <a:off x="4310558" y="3824040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Paris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84183A8-700C-C1A9-B749-6228459476F6}"/>
              </a:ext>
            </a:extLst>
          </p:cNvPr>
          <p:cNvSpPr txBox="1"/>
          <p:nvPr/>
        </p:nvSpPr>
        <p:spPr>
          <a:xfrm>
            <a:off x="5301475" y="3824040"/>
            <a:ext cx="61808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London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1B1158F-86CD-CB19-925F-A40D4F6B6F4B}"/>
              </a:ext>
            </a:extLst>
          </p:cNvPr>
          <p:cNvSpPr txBox="1"/>
          <p:nvPr/>
        </p:nvSpPr>
        <p:spPr>
          <a:xfrm>
            <a:off x="6293932" y="3830231"/>
            <a:ext cx="61808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Berlin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3D3C192-B4D5-966C-8713-8D7290641E91}"/>
              </a:ext>
            </a:extLst>
          </p:cNvPr>
          <p:cNvSpPr txBox="1"/>
          <p:nvPr/>
        </p:nvSpPr>
        <p:spPr>
          <a:xfrm>
            <a:off x="7437413" y="3824820"/>
            <a:ext cx="67089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Manager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90C0A695-C7EC-DAEB-A540-20BBDE79F447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4565138" y="2297234"/>
            <a:ext cx="10579" cy="715873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30B5A75-542D-E19B-11FF-97F9313C2DD9}"/>
              </a:ext>
            </a:extLst>
          </p:cNvPr>
          <p:cNvCxnSpPr>
            <a:cxnSpLocks/>
          </p:cNvCxnSpPr>
          <p:nvPr/>
        </p:nvCxnSpPr>
        <p:spPr>
          <a:xfrm flipH="1" flipV="1">
            <a:off x="5576497" y="2298795"/>
            <a:ext cx="2193" cy="73918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6D2FCF7B-4AF0-A141-0F60-8A09A7C14C5B}"/>
              </a:ext>
            </a:extLst>
          </p:cNvPr>
          <p:cNvCxnSpPr>
            <a:cxnSpLocks/>
            <a:stCxn id="106" idx="0"/>
          </p:cNvCxnSpPr>
          <p:nvPr/>
        </p:nvCxnSpPr>
        <p:spPr>
          <a:xfrm flipV="1">
            <a:off x="6575672" y="2291056"/>
            <a:ext cx="16793" cy="722051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553DF87-0CCA-1A38-4FAC-42C780F61166}"/>
              </a:ext>
            </a:extLst>
          </p:cNvPr>
          <p:cNvCxnSpPr>
            <a:cxnSpLocks/>
            <a:stCxn id="146" idx="4"/>
          </p:cNvCxnSpPr>
          <p:nvPr/>
        </p:nvCxnSpPr>
        <p:spPr>
          <a:xfrm flipV="1">
            <a:off x="7753411" y="2291056"/>
            <a:ext cx="12188" cy="72204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07B9F214-69BC-E371-AC89-11E22DCBE04A}"/>
              </a:ext>
            </a:extLst>
          </p:cNvPr>
          <p:cNvSpPr txBox="1"/>
          <p:nvPr/>
        </p:nvSpPr>
        <p:spPr>
          <a:xfrm>
            <a:off x="4518102" y="2791763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.99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60B123F-8C66-A908-B0D0-22873B639EA5}"/>
              </a:ext>
            </a:extLst>
          </p:cNvPr>
          <p:cNvSpPr txBox="1"/>
          <p:nvPr/>
        </p:nvSpPr>
        <p:spPr>
          <a:xfrm>
            <a:off x="5519689" y="2791763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.98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16D5AD3-B4B2-C9AF-EC84-738B39F3F5F3}"/>
              </a:ext>
            </a:extLst>
          </p:cNvPr>
          <p:cNvSpPr txBox="1"/>
          <p:nvPr/>
        </p:nvSpPr>
        <p:spPr>
          <a:xfrm>
            <a:off x="6553853" y="2794152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.97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FF9F135-C414-44E6-1D90-E5EC7C4D1667}"/>
              </a:ext>
            </a:extLst>
          </p:cNvPr>
          <p:cNvSpPr txBox="1"/>
          <p:nvPr/>
        </p:nvSpPr>
        <p:spPr>
          <a:xfrm>
            <a:off x="7702104" y="2799082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.2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675F63-5F94-1520-8600-1B798844B6F7}"/>
              </a:ext>
            </a:extLst>
          </p:cNvPr>
          <p:cNvSpPr txBox="1"/>
          <p:nvPr/>
        </p:nvSpPr>
        <p:spPr>
          <a:xfrm>
            <a:off x="4653137" y="3575302"/>
            <a:ext cx="346062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NSO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DF4654-DFFC-8844-DB89-915851A4CD4C}"/>
              </a:ext>
            </a:extLst>
          </p:cNvPr>
          <p:cNvSpPr txBox="1"/>
          <p:nvPr/>
        </p:nvSpPr>
        <p:spPr>
          <a:xfrm>
            <a:off x="5670944" y="3573690"/>
            <a:ext cx="346062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NSO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02A65-1DB6-7131-C59D-C01E8F70614D}"/>
              </a:ext>
            </a:extLst>
          </p:cNvPr>
          <p:cNvSpPr txBox="1"/>
          <p:nvPr/>
        </p:nvSpPr>
        <p:spPr>
          <a:xfrm>
            <a:off x="6670636" y="3575302"/>
            <a:ext cx="346062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NSO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322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5B835-B342-7B81-26B9-EAFB347A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9CC28FEE-0CF8-C732-0E8C-F7963CCD9B21}"/>
              </a:ext>
            </a:extLst>
          </p:cNvPr>
          <p:cNvSpPr/>
          <p:nvPr/>
        </p:nvSpPr>
        <p:spPr>
          <a:xfrm>
            <a:off x="4411494" y="1765006"/>
            <a:ext cx="3378835" cy="2294736"/>
          </a:xfrm>
          <a:prstGeom prst="rect">
            <a:avLst/>
          </a:prstGeom>
          <a:solidFill>
            <a:srgbClr val="3FB4E0">
              <a:alpha val="2034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56CD7A4A-BBBF-02B2-182B-56232C23A38B}"/>
              </a:ext>
            </a:extLst>
          </p:cNvPr>
          <p:cNvSpPr/>
          <p:nvPr/>
        </p:nvSpPr>
        <p:spPr>
          <a:xfrm rot="10800000">
            <a:off x="6752925" y="2857769"/>
            <a:ext cx="848709" cy="810935"/>
          </a:xfrm>
          <a:prstGeom prst="ellipse">
            <a:avLst/>
          </a:prstGeom>
          <a:solidFill>
            <a:srgbClr val="3FB4E0">
              <a:alpha val="29885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0B8F60-E991-7C9E-78DA-5DA517EA813E}"/>
              </a:ext>
            </a:extLst>
          </p:cNvPr>
          <p:cNvSpPr/>
          <p:nvPr/>
        </p:nvSpPr>
        <p:spPr>
          <a:xfrm>
            <a:off x="4262718" y="1641667"/>
            <a:ext cx="3666564" cy="257192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868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1F81C38-610C-7C65-B5C0-1849CD825CAC}"/>
              </a:ext>
            </a:extLst>
          </p:cNvPr>
          <p:cNvCxnSpPr>
            <a:cxnSpLocks/>
          </p:cNvCxnSpPr>
          <p:nvPr/>
        </p:nvCxnSpPr>
        <p:spPr>
          <a:xfrm>
            <a:off x="4521820" y="2144308"/>
            <a:ext cx="3150634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E8A70D9-F473-59B2-435A-CE900A8B6327}"/>
              </a:ext>
            </a:extLst>
          </p:cNvPr>
          <p:cNvSpPr/>
          <p:nvPr/>
        </p:nvSpPr>
        <p:spPr>
          <a:xfrm>
            <a:off x="4721268" y="2858620"/>
            <a:ext cx="503756" cy="810939"/>
          </a:xfrm>
          <a:prstGeom prst="roundRect">
            <a:avLst/>
          </a:prstGeom>
          <a:solidFill>
            <a:srgbClr val="3FB4E0">
              <a:alpha val="7970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C4DFED2-7DBA-310B-3E6D-0B35861DEEA2}"/>
              </a:ext>
            </a:extLst>
          </p:cNvPr>
          <p:cNvGrpSpPr/>
          <p:nvPr/>
        </p:nvGrpSpPr>
        <p:grpSpPr>
          <a:xfrm>
            <a:off x="4751465" y="2959385"/>
            <a:ext cx="309680" cy="120239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4044C9E-EF28-021B-4F3B-B15553232D49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5658B5D-3D3A-C993-AE61-4C118DC87CF9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CD372C6-4FA6-F1EB-2A14-9DF0069BF1E9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7493427A-7165-FCB1-53CC-8DE8B51724B4}"/>
              </a:ext>
            </a:extLst>
          </p:cNvPr>
          <p:cNvSpPr/>
          <p:nvPr/>
        </p:nvSpPr>
        <p:spPr>
          <a:xfrm>
            <a:off x="5011803" y="3169234"/>
            <a:ext cx="426442" cy="410716"/>
          </a:xfrm>
          <a:prstGeom prst="ellipse">
            <a:avLst/>
          </a:prstGeom>
          <a:solidFill>
            <a:srgbClr val="3FB4E0">
              <a:alpha val="80132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B8C2AC7-4581-24EB-4DA6-49817C9181F3}"/>
              </a:ext>
            </a:extLst>
          </p:cNvPr>
          <p:cNvGrpSpPr/>
          <p:nvPr/>
        </p:nvGrpSpPr>
        <p:grpSpPr>
          <a:xfrm>
            <a:off x="5055327" y="3225889"/>
            <a:ext cx="328181" cy="257139"/>
            <a:chOff x="3471626" y="4318347"/>
            <a:chExt cx="817162" cy="655434"/>
          </a:xfrm>
          <a:effectLst/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8E66A93-985E-81C0-0079-17D9900C61DE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35C8ADA-7529-D1F1-016B-67294828D10A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0A343A0-DD44-3848-2BAF-CF5F237BDFFC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C48DA9A-E93C-900D-1325-1B1E117484B7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960123A1-6A39-F40E-EB3C-EE222F697C08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16AE2C9-DBFA-E866-469B-2BD66DA19A0E}"/>
                </a:ext>
              </a:extLst>
            </p:cNvPr>
            <p:cNvCxnSpPr>
              <a:cxnSpLocks/>
              <a:endCxn id="40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358E41E-2B01-B348-5EC9-C46073060B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2325BF2-F71E-2E8E-CDFC-56F981735134}"/>
                </a:ext>
              </a:extLst>
            </p:cNvPr>
            <p:cNvCxnSpPr>
              <a:cxnSpLocks/>
              <a:stCxn id="40" idx="5"/>
              <a:endCxn id="42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B34AACE-E75B-DC98-EE98-5E0F9331593D}"/>
                </a:ext>
              </a:extLst>
            </p:cNvPr>
            <p:cNvCxnSpPr>
              <a:cxnSpLocks/>
              <a:stCxn id="42" idx="5"/>
              <a:endCxn id="66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E92F4653-7B33-95F5-2557-2CCF7B6C910F}"/>
              </a:ext>
            </a:extLst>
          </p:cNvPr>
          <p:cNvSpPr/>
          <p:nvPr/>
        </p:nvSpPr>
        <p:spPr>
          <a:xfrm>
            <a:off x="5726535" y="2858620"/>
            <a:ext cx="503756" cy="810939"/>
          </a:xfrm>
          <a:prstGeom prst="roundRect">
            <a:avLst/>
          </a:prstGeom>
          <a:solidFill>
            <a:schemeClr val="bg1">
              <a:lumMod val="65000"/>
              <a:alpha val="79704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2148962-8419-B596-8868-2CED2DA908DB}"/>
              </a:ext>
            </a:extLst>
          </p:cNvPr>
          <p:cNvGrpSpPr/>
          <p:nvPr/>
        </p:nvGrpSpPr>
        <p:grpSpPr>
          <a:xfrm>
            <a:off x="5756732" y="2959385"/>
            <a:ext cx="309680" cy="120239"/>
            <a:chOff x="4825765" y="5662246"/>
            <a:chExt cx="280554" cy="127279"/>
          </a:xfrm>
          <a:solidFill>
            <a:schemeClr val="bg1">
              <a:lumMod val="65000"/>
            </a:schemeClr>
          </a:solidFill>
          <a:effectLst/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019AB75-E2DD-53F9-9EB4-59427750252C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26C65788-BB3A-6D31-2F5B-7E8225CBBBD5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8C533BF-CB17-C3CF-1141-ED0DAEE126A6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Oval 93">
            <a:extLst>
              <a:ext uri="{FF2B5EF4-FFF2-40B4-BE49-F238E27FC236}">
                <a16:creationId xmlns:a16="http://schemas.microsoft.com/office/drawing/2014/main" id="{BDBD98EA-F574-4069-461B-AFE94E5773EF}"/>
              </a:ext>
            </a:extLst>
          </p:cNvPr>
          <p:cNvSpPr/>
          <p:nvPr/>
        </p:nvSpPr>
        <p:spPr>
          <a:xfrm>
            <a:off x="6017070" y="3169234"/>
            <a:ext cx="426442" cy="410716"/>
          </a:xfrm>
          <a:prstGeom prst="ellipse">
            <a:avLst/>
          </a:prstGeom>
          <a:solidFill>
            <a:schemeClr val="bg1">
              <a:lumMod val="50000"/>
              <a:alpha val="80132"/>
            </a:scheme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3E01C5C-8258-555B-7367-3ED2A343FE99}"/>
              </a:ext>
            </a:extLst>
          </p:cNvPr>
          <p:cNvGrpSpPr/>
          <p:nvPr/>
        </p:nvGrpSpPr>
        <p:grpSpPr>
          <a:xfrm>
            <a:off x="6060594" y="3225889"/>
            <a:ext cx="328181" cy="257139"/>
            <a:chOff x="3471626" y="4318347"/>
            <a:chExt cx="817162" cy="655434"/>
          </a:xfrm>
          <a:effectLst/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3A613A3B-56B4-B9FF-69B8-1CF9BB34763A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FDF0A1DB-D2E2-2FD6-D16B-B5ED9D0705C4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6004FAC-D037-CAFF-CB09-AAB1E9C7812B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6B0A1877-F79C-16C5-9885-FAEFB1871AC7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A8648168-65E6-182F-E9F8-3C0E0D604A22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1AD08801-93F7-F68F-5AEA-5FB83B961C6C}"/>
                </a:ext>
              </a:extLst>
            </p:cNvPr>
            <p:cNvCxnSpPr>
              <a:cxnSpLocks/>
              <a:endCxn id="97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C77F8CF2-13C6-439B-522D-50510F13E6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709DAAC8-3CAC-338A-2D34-5C06F3FC03BF}"/>
                </a:ext>
              </a:extLst>
            </p:cNvPr>
            <p:cNvCxnSpPr>
              <a:cxnSpLocks/>
              <a:stCxn id="97" idx="5"/>
              <a:endCxn id="99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3807A3C-341E-8801-76FC-5C15A8903443}"/>
                </a:ext>
              </a:extLst>
            </p:cNvPr>
            <p:cNvCxnSpPr>
              <a:cxnSpLocks/>
              <a:stCxn id="99" idx="5"/>
              <a:endCxn id="100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Snip Same Side Corner Rectangle 139">
            <a:extLst>
              <a:ext uri="{FF2B5EF4-FFF2-40B4-BE49-F238E27FC236}">
                <a16:creationId xmlns:a16="http://schemas.microsoft.com/office/drawing/2014/main" id="{30043A3A-5D2F-5715-E3B2-46C210D216F4}"/>
              </a:ext>
            </a:extLst>
          </p:cNvPr>
          <p:cNvSpPr/>
          <p:nvPr/>
        </p:nvSpPr>
        <p:spPr>
          <a:xfrm>
            <a:off x="6852659" y="3168385"/>
            <a:ext cx="649240" cy="198515"/>
          </a:xfrm>
          <a:prstGeom prst="snip2SameRect">
            <a:avLst/>
          </a:prstGeom>
          <a:solidFill>
            <a:srgbClr val="3FB4E0">
              <a:alpha val="79704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3E83261-DBA2-DAFB-2829-BA4CF0D05A3C}"/>
              </a:ext>
            </a:extLst>
          </p:cNvPr>
          <p:cNvSpPr/>
          <p:nvPr/>
        </p:nvSpPr>
        <p:spPr>
          <a:xfrm>
            <a:off x="6903178" y="3237451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48EB552-6AF3-9E86-0509-8C6406F73727}"/>
              </a:ext>
            </a:extLst>
          </p:cNvPr>
          <p:cNvSpPr/>
          <p:nvPr/>
        </p:nvSpPr>
        <p:spPr>
          <a:xfrm>
            <a:off x="7010380" y="3236628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59952F3D-2177-AE65-576D-A222F128A599}"/>
              </a:ext>
            </a:extLst>
          </p:cNvPr>
          <p:cNvSpPr/>
          <p:nvPr/>
        </p:nvSpPr>
        <p:spPr>
          <a:xfrm>
            <a:off x="7113437" y="3236628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8E1AE554-4031-87BE-E6A2-4567D6A34CC1}"/>
              </a:ext>
            </a:extLst>
          </p:cNvPr>
          <p:cNvSpPr/>
          <p:nvPr/>
        </p:nvSpPr>
        <p:spPr>
          <a:xfrm>
            <a:off x="7245821" y="3223331"/>
            <a:ext cx="99017" cy="98519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A10AB0E6-9633-0A23-2854-115446FBF665}"/>
              </a:ext>
            </a:extLst>
          </p:cNvPr>
          <p:cNvSpPr/>
          <p:nvPr/>
        </p:nvSpPr>
        <p:spPr>
          <a:xfrm>
            <a:off x="7367041" y="3223331"/>
            <a:ext cx="99017" cy="98519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2DD1CBF0-AE53-F9FD-D61E-5C95B1FE3046}"/>
              </a:ext>
            </a:extLst>
          </p:cNvPr>
          <p:cNvSpPr txBox="1"/>
          <p:nvPr/>
        </p:nvSpPr>
        <p:spPr>
          <a:xfrm>
            <a:off x="4718566" y="3669553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Paris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CEC32AF-9AB9-BD2B-A9DB-903767F06E46}"/>
              </a:ext>
            </a:extLst>
          </p:cNvPr>
          <p:cNvSpPr txBox="1"/>
          <p:nvPr/>
        </p:nvSpPr>
        <p:spPr>
          <a:xfrm>
            <a:off x="5709483" y="3669553"/>
            <a:ext cx="61808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London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4DAB4C4-489C-D291-557D-AC302D0340EC}"/>
              </a:ext>
            </a:extLst>
          </p:cNvPr>
          <p:cNvSpPr txBox="1"/>
          <p:nvPr/>
        </p:nvSpPr>
        <p:spPr>
          <a:xfrm>
            <a:off x="6861281" y="3669484"/>
            <a:ext cx="67089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Manager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C7203C9D-9D5A-047B-BED6-9289BE2DA550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4973146" y="2142747"/>
            <a:ext cx="10579" cy="715873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0361669A-DB91-75E0-8C4F-687689810EEA}"/>
              </a:ext>
            </a:extLst>
          </p:cNvPr>
          <p:cNvCxnSpPr>
            <a:cxnSpLocks/>
          </p:cNvCxnSpPr>
          <p:nvPr/>
        </p:nvCxnSpPr>
        <p:spPr>
          <a:xfrm flipH="1" flipV="1">
            <a:off x="5984505" y="2144308"/>
            <a:ext cx="2193" cy="73918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3E2CD1A8-C091-A997-5358-775854E3E5DA}"/>
              </a:ext>
            </a:extLst>
          </p:cNvPr>
          <p:cNvCxnSpPr>
            <a:cxnSpLocks/>
            <a:stCxn id="146" idx="4"/>
          </p:cNvCxnSpPr>
          <p:nvPr/>
        </p:nvCxnSpPr>
        <p:spPr>
          <a:xfrm flipV="1">
            <a:off x="7177279" y="2135720"/>
            <a:ext cx="12188" cy="72204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0A4EB49D-8BBD-DC64-686A-6B2CA35BBC22}"/>
              </a:ext>
            </a:extLst>
          </p:cNvPr>
          <p:cNvSpPr txBox="1"/>
          <p:nvPr/>
        </p:nvSpPr>
        <p:spPr>
          <a:xfrm>
            <a:off x="4926110" y="2637276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.99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39F1FE1-B502-5A26-7C6F-99BEBEFB8A1D}"/>
              </a:ext>
            </a:extLst>
          </p:cNvPr>
          <p:cNvSpPr txBox="1"/>
          <p:nvPr/>
        </p:nvSpPr>
        <p:spPr>
          <a:xfrm>
            <a:off x="5927697" y="2637276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.98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5A849CF-8F76-C15C-331B-95DE998EADC6}"/>
              </a:ext>
            </a:extLst>
          </p:cNvPr>
          <p:cNvSpPr txBox="1"/>
          <p:nvPr/>
        </p:nvSpPr>
        <p:spPr>
          <a:xfrm>
            <a:off x="7125972" y="2643746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.2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45F7F-415C-AD40-3938-9AD17070A92E}"/>
              </a:ext>
            </a:extLst>
          </p:cNvPr>
          <p:cNvSpPr txBox="1"/>
          <p:nvPr/>
        </p:nvSpPr>
        <p:spPr>
          <a:xfrm>
            <a:off x="5121123" y="1856248"/>
            <a:ext cx="196697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rule-upgrade-l2_NSO-net Bridge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DBA3BD-FE98-AFDF-87E7-C5DB08188C95}"/>
              </a:ext>
            </a:extLst>
          </p:cNvPr>
          <p:cNvSpPr txBox="1"/>
          <p:nvPr/>
        </p:nvSpPr>
        <p:spPr>
          <a:xfrm>
            <a:off x="5069045" y="3423267"/>
            <a:ext cx="346062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NSO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455420-3B85-3092-52AA-F4EE820F22EF}"/>
              </a:ext>
            </a:extLst>
          </p:cNvPr>
          <p:cNvSpPr txBox="1"/>
          <p:nvPr/>
        </p:nvSpPr>
        <p:spPr>
          <a:xfrm>
            <a:off x="6074312" y="3412289"/>
            <a:ext cx="346062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NSO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677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AAFF-AC65-94C0-A540-A0898F0BF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7AD00999-45E3-EE37-91E7-E03C02E135ED}"/>
              </a:ext>
            </a:extLst>
          </p:cNvPr>
          <p:cNvSpPr/>
          <p:nvPr/>
        </p:nvSpPr>
        <p:spPr>
          <a:xfrm>
            <a:off x="4383566" y="3963299"/>
            <a:ext cx="1105048" cy="284715"/>
          </a:xfrm>
          <a:prstGeom prst="roundRect">
            <a:avLst/>
          </a:prstGeom>
          <a:solidFill>
            <a:srgbClr val="3FB4E0">
              <a:alpha val="2034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A637D0-9F78-E9D6-9ECE-839AC0F8B6A6}"/>
              </a:ext>
            </a:extLst>
          </p:cNvPr>
          <p:cNvSpPr/>
          <p:nvPr/>
        </p:nvSpPr>
        <p:spPr>
          <a:xfrm>
            <a:off x="4259335" y="1761422"/>
            <a:ext cx="3055866" cy="264293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5" name="Snip Same Side Corner Rectangle 4">
            <a:extLst>
              <a:ext uri="{FF2B5EF4-FFF2-40B4-BE49-F238E27FC236}">
                <a16:creationId xmlns:a16="http://schemas.microsoft.com/office/drawing/2014/main" id="{5B4FC357-84C4-0179-0DAB-7809A2C55E3C}"/>
              </a:ext>
            </a:extLst>
          </p:cNvPr>
          <p:cNvSpPr/>
          <p:nvPr/>
        </p:nvSpPr>
        <p:spPr>
          <a:xfrm>
            <a:off x="5535049" y="2934420"/>
            <a:ext cx="649240" cy="198515"/>
          </a:xfrm>
          <a:prstGeom prst="snip2SameRect">
            <a:avLst/>
          </a:prstGeom>
          <a:solidFill>
            <a:srgbClr val="3FB4E0">
              <a:alpha val="79655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37A72E-6BE1-015E-6D09-46AA2C9BEE07}"/>
              </a:ext>
            </a:extLst>
          </p:cNvPr>
          <p:cNvSpPr/>
          <p:nvPr/>
        </p:nvSpPr>
        <p:spPr>
          <a:xfrm>
            <a:off x="5585568" y="3003486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B7759A-1A3B-F0D4-0BF8-6D78AB90DACB}"/>
              </a:ext>
            </a:extLst>
          </p:cNvPr>
          <p:cNvSpPr/>
          <p:nvPr/>
        </p:nvSpPr>
        <p:spPr>
          <a:xfrm>
            <a:off x="5692770" y="3002663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1E3FE-40EA-5391-01B3-6F80A63684D3}"/>
              </a:ext>
            </a:extLst>
          </p:cNvPr>
          <p:cNvSpPr/>
          <p:nvPr/>
        </p:nvSpPr>
        <p:spPr>
          <a:xfrm>
            <a:off x="5795827" y="3002663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AA1131-89C2-9EE2-5F7F-F4F6BA1D3B4A}"/>
              </a:ext>
            </a:extLst>
          </p:cNvPr>
          <p:cNvSpPr/>
          <p:nvPr/>
        </p:nvSpPr>
        <p:spPr>
          <a:xfrm>
            <a:off x="5928211" y="2989366"/>
            <a:ext cx="99017" cy="98519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B3DA60D-F00B-3C3E-E4F6-E37195D559C4}"/>
              </a:ext>
            </a:extLst>
          </p:cNvPr>
          <p:cNvSpPr/>
          <p:nvPr/>
        </p:nvSpPr>
        <p:spPr>
          <a:xfrm>
            <a:off x="6049431" y="2989366"/>
            <a:ext cx="99017" cy="98519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A2BFEB2-6E74-F49B-6ABF-4A32A25E5656}"/>
              </a:ext>
            </a:extLst>
          </p:cNvPr>
          <p:cNvSpPr/>
          <p:nvPr/>
        </p:nvSpPr>
        <p:spPr>
          <a:xfrm>
            <a:off x="6629062" y="2253753"/>
            <a:ext cx="392458" cy="680667"/>
          </a:xfrm>
          <a:prstGeom prst="roundRect">
            <a:avLst/>
          </a:prstGeom>
          <a:solidFill>
            <a:srgbClr val="3FB4E0">
              <a:alpha val="7965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7CAC00-5788-CAE9-6CD2-8966E58B4D6E}"/>
              </a:ext>
            </a:extLst>
          </p:cNvPr>
          <p:cNvGrpSpPr/>
          <p:nvPr/>
        </p:nvGrpSpPr>
        <p:grpSpPr>
          <a:xfrm>
            <a:off x="6652587" y="2338330"/>
            <a:ext cx="241260" cy="100924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CD00230-19C0-90BC-D6A0-C33592FFD02A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6570680-C68F-081B-E50F-692751755046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F5DF5D9-3F76-8F5E-2360-FED50064F74E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Graphic 24" descr="User with solid fill">
            <a:extLst>
              <a:ext uri="{FF2B5EF4-FFF2-40B4-BE49-F238E27FC236}">
                <a16:creationId xmlns:a16="http://schemas.microsoft.com/office/drawing/2014/main" id="{B3AE44C0-4F95-3CD8-D775-16ED06166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9052" y="2745691"/>
            <a:ext cx="555930" cy="555930"/>
          </a:xfrm>
          <a:prstGeom prst="rect">
            <a:avLst/>
          </a:prstGeom>
          <a:effectLst/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D238E54-026A-D84D-5E8B-B9F92E282BF3}"/>
              </a:ext>
            </a:extLst>
          </p:cNvPr>
          <p:cNvSpPr/>
          <p:nvPr/>
        </p:nvSpPr>
        <p:spPr>
          <a:xfrm>
            <a:off x="6627808" y="3132935"/>
            <a:ext cx="392458" cy="680667"/>
          </a:xfrm>
          <a:prstGeom prst="roundRect">
            <a:avLst/>
          </a:prstGeom>
          <a:solidFill>
            <a:srgbClr val="3FB4E0">
              <a:alpha val="7965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6E87AAB-9530-EF26-1FE7-AA4A2F9D15F5}"/>
              </a:ext>
            </a:extLst>
          </p:cNvPr>
          <p:cNvGrpSpPr/>
          <p:nvPr/>
        </p:nvGrpSpPr>
        <p:grpSpPr>
          <a:xfrm>
            <a:off x="6651333" y="3217512"/>
            <a:ext cx="241260" cy="100924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6EC3DA-2B0C-7C85-42C3-F296045EA878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8F45726-499E-03BF-EA5E-1256039D3DB4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9566A9F-C07E-1BD5-7357-C2A88A912D00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D508AEE-5392-BEDE-4EFD-373436BE1B6B}"/>
              </a:ext>
            </a:extLst>
          </p:cNvPr>
          <p:cNvCxnSpPr/>
          <p:nvPr/>
        </p:nvCxnSpPr>
        <p:spPr>
          <a:xfrm>
            <a:off x="4924982" y="3033677"/>
            <a:ext cx="507926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F090A22-F080-2CDD-93BE-57DA8488299C}"/>
              </a:ext>
            </a:extLst>
          </p:cNvPr>
          <p:cNvCxnSpPr>
            <a:cxnSpLocks/>
          </p:cNvCxnSpPr>
          <p:nvPr/>
        </p:nvCxnSpPr>
        <p:spPr>
          <a:xfrm flipV="1">
            <a:off x="6224812" y="2594086"/>
            <a:ext cx="333143" cy="28471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BE4B660-CCF4-D657-7CEE-1F8678E1B778}"/>
              </a:ext>
            </a:extLst>
          </p:cNvPr>
          <p:cNvCxnSpPr>
            <a:cxnSpLocks/>
          </p:cNvCxnSpPr>
          <p:nvPr/>
        </p:nvCxnSpPr>
        <p:spPr>
          <a:xfrm>
            <a:off x="4474652" y="4036932"/>
            <a:ext cx="912601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5623C21-3CBE-3D9F-9B75-104D960F7258}"/>
              </a:ext>
            </a:extLst>
          </p:cNvPr>
          <p:cNvSpPr txBox="1"/>
          <p:nvPr/>
        </p:nvSpPr>
        <p:spPr>
          <a:xfrm>
            <a:off x="4369052" y="4040738"/>
            <a:ext cx="115593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User Connection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F481D5-453A-4A1C-609A-466DF40EF0A3}"/>
              </a:ext>
            </a:extLst>
          </p:cNvPr>
          <p:cNvSpPr txBox="1"/>
          <p:nvPr/>
        </p:nvSpPr>
        <p:spPr>
          <a:xfrm>
            <a:off x="5381137" y="3129650"/>
            <a:ext cx="9794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Load Balancer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A73894-34D4-05EA-7FBC-38A6470EECD6}"/>
              </a:ext>
            </a:extLst>
          </p:cNvPr>
          <p:cNvSpPr txBox="1"/>
          <p:nvPr/>
        </p:nvSpPr>
        <p:spPr>
          <a:xfrm>
            <a:off x="6472951" y="1869671"/>
            <a:ext cx="699664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Node 1 (Primary)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F2908A-14B0-7C32-ED9F-775D23C52FFF}"/>
              </a:ext>
            </a:extLst>
          </p:cNvPr>
          <p:cNvSpPr txBox="1"/>
          <p:nvPr/>
        </p:nvSpPr>
        <p:spPr>
          <a:xfrm>
            <a:off x="6384288" y="3825329"/>
            <a:ext cx="852103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Node 2 (Secondary)</a:t>
            </a:r>
            <a:endParaRPr lang="en-US" dirty="0">
              <a:solidFill>
                <a:srgbClr val="3FB4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699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BA954-4646-3141-908E-8506DB991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957DF4-09D6-DE4E-9FE0-02C462A296BF}"/>
              </a:ext>
            </a:extLst>
          </p:cNvPr>
          <p:cNvSpPr/>
          <p:nvPr/>
        </p:nvSpPr>
        <p:spPr>
          <a:xfrm>
            <a:off x="4305471" y="1336745"/>
            <a:ext cx="3620696" cy="2726799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366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5" name="Snip Same Side Corner Rectangle 4">
            <a:extLst>
              <a:ext uri="{FF2B5EF4-FFF2-40B4-BE49-F238E27FC236}">
                <a16:creationId xmlns:a16="http://schemas.microsoft.com/office/drawing/2014/main" id="{361C99BB-82D4-1422-F17F-86D93791CB96}"/>
              </a:ext>
            </a:extLst>
          </p:cNvPr>
          <p:cNvSpPr/>
          <p:nvPr/>
        </p:nvSpPr>
        <p:spPr>
          <a:xfrm>
            <a:off x="5815104" y="1455240"/>
            <a:ext cx="649240" cy="198515"/>
          </a:xfrm>
          <a:prstGeom prst="snip2SameRect">
            <a:avLst/>
          </a:prstGeom>
          <a:solidFill>
            <a:srgbClr val="3FB4E0">
              <a:alpha val="80136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162E15-2EE4-E26E-56FF-4F9663B6FAE9}"/>
              </a:ext>
            </a:extLst>
          </p:cNvPr>
          <p:cNvSpPr/>
          <p:nvPr/>
        </p:nvSpPr>
        <p:spPr>
          <a:xfrm>
            <a:off x="5865623" y="1524306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641A61-790E-1D1C-DD19-C97328210028}"/>
              </a:ext>
            </a:extLst>
          </p:cNvPr>
          <p:cNvSpPr/>
          <p:nvPr/>
        </p:nvSpPr>
        <p:spPr>
          <a:xfrm>
            <a:off x="5972825" y="1523483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D33F17-1B01-64E3-6E8E-94E2C7250AF9}"/>
              </a:ext>
            </a:extLst>
          </p:cNvPr>
          <p:cNvSpPr/>
          <p:nvPr/>
        </p:nvSpPr>
        <p:spPr>
          <a:xfrm>
            <a:off x="6075882" y="1523483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3FECB22-0621-3A85-2048-A826E008C84A}"/>
              </a:ext>
            </a:extLst>
          </p:cNvPr>
          <p:cNvSpPr/>
          <p:nvPr/>
        </p:nvSpPr>
        <p:spPr>
          <a:xfrm>
            <a:off x="6208266" y="1510186"/>
            <a:ext cx="99017" cy="98519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D5827F-B925-0F67-CAC0-3842763187E3}"/>
              </a:ext>
            </a:extLst>
          </p:cNvPr>
          <p:cNvSpPr/>
          <p:nvPr/>
        </p:nvSpPr>
        <p:spPr>
          <a:xfrm>
            <a:off x="6329486" y="1510186"/>
            <a:ext cx="99017" cy="98519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35E5561-B5CE-68B7-34E7-117406F827CC}"/>
              </a:ext>
            </a:extLst>
          </p:cNvPr>
          <p:cNvSpPr/>
          <p:nvPr/>
        </p:nvSpPr>
        <p:spPr>
          <a:xfrm>
            <a:off x="4589027" y="2865842"/>
            <a:ext cx="392458" cy="680667"/>
          </a:xfrm>
          <a:prstGeom prst="roundRect">
            <a:avLst/>
          </a:prstGeom>
          <a:solidFill>
            <a:srgbClr val="3FB4E0">
              <a:alpha val="80136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D1CDF5-6DAC-FC55-2568-45032CEF0546}"/>
              </a:ext>
            </a:extLst>
          </p:cNvPr>
          <p:cNvGrpSpPr/>
          <p:nvPr/>
        </p:nvGrpSpPr>
        <p:grpSpPr>
          <a:xfrm>
            <a:off x="4613740" y="2944947"/>
            <a:ext cx="241260" cy="100924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85B393-42BC-E9E5-2040-90B05C9BA490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049F35C-52FF-B272-0E38-3246D88DF697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6276D78-C577-BDAB-DE9D-594A6EE7151A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003F026-457C-3587-9DF0-FE1181A0DC52}"/>
              </a:ext>
            </a:extLst>
          </p:cNvPr>
          <p:cNvSpPr/>
          <p:nvPr/>
        </p:nvSpPr>
        <p:spPr>
          <a:xfrm>
            <a:off x="7266826" y="2876152"/>
            <a:ext cx="392458" cy="680667"/>
          </a:xfrm>
          <a:prstGeom prst="roundRect">
            <a:avLst/>
          </a:prstGeom>
          <a:solidFill>
            <a:srgbClr val="3FB4E0">
              <a:alpha val="80136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E47A6CD-42A8-3B44-5B34-1E779824957D}"/>
              </a:ext>
            </a:extLst>
          </p:cNvPr>
          <p:cNvCxnSpPr/>
          <p:nvPr/>
        </p:nvCxnSpPr>
        <p:spPr>
          <a:xfrm>
            <a:off x="7303924" y="2961118"/>
            <a:ext cx="12063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CF78D6D-F6C2-27BC-8B86-86EE74F4AC97}"/>
              </a:ext>
            </a:extLst>
          </p:cNvPr>
          <p:cNvCxnSpPr/>
          <p:nvPr/>
        </p:nvCxnSpPr>
        <p:spPr>
          <a:xfrm>
            <a:off x="7354744" y="3010251"/>
            <a:ext cx="12063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5DFFB30-17F8-F6C9-ECB3-B4575C4557A5}"/>
              </a:ext>
            </a:extLst>
          </p:cNvPr>
          <p:cNvCxnSpPr/>
          <p:nvPr/>
        </p:nvCxnSpPr>
        <p:spPr>
          <a:xfrm>
            <a:off x="7424554" y="3062042"/>
            <a:ext cx="12063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CBD7037-05E1-9E41-9983-BB455EDC755D}"/>
              </a:ext>
            </a:extLst>
          </p:cNvPr>
          <p:cNvSpPr txBox="1"/>
          <p:nvPr/>
        </p:nvSpPr>
        <p:spPr>
          <a:xfrm>
            <a:off x="5648431" y="1653755"/>
            <a:ext cx="9794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Load Balancer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24744C-A670-DF6D-39D7-727340C7172B}"/>
              </a:ext>
            </a:extLst>
          </p:cNvPr>
          <p:cNvSpPr txBox="1"/>
          <p:nvPr/>
        </p:nvSpPr>
        <p:spPr>
          <a:xfrm>
            <a:off x="4431095" y="3557208"/>
            <a:ext cx="699664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Node 1 (Primary)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1BABC7-AC5C-B0EB-CAF4-DFFE7B15D54C}"/>
              </a:ext>
            </a:extLst>
          </p:cNvPr>
          <p:cNvSpPr txBox="1"/>
          <p:nvPr/>
        </p:nvSpPr>
        <p:spPr>
          <a:xfrm>
            <a:off x="7013189" y="3562679"/>
            <a:ext cx="852103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Node 2 (Secondary)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" name="Left Arrow 2">
            <a:extLst>
              <a:ext uri="{FF2B5EF4-FFF2-40B4-BE49-F238E27FC236}">
                <a16:creationId xmlns:a16="http://schemas.microsoft.com/office/drawing/2014/main" id="{FE976B90-82E8-5F74-63A0-9B560F290560}"/>
              </a:ext>
            </a:extLst>
          </p:cNvPr>
          <p:cNvSpPr/>
          <p:nvPr/>
        </p:nvSpPr>
        <p:spPr>
          <a:xfrm rot="19065750">
            <a:off x="4723729" y="2166706"/>
            <a:ext cx="915639" cy="104347"/>
          </a:xfrm>
          <a:prstGeom prst="leftArrow">
            <a:avLst/>
          </a:prstGeom>
          <a:solidFill>
            <a:srgbClr val="3FB4E0">
              <a:alpha val="8013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Arrow 16">
            <a:extLst>
              <a:ext uri="{FF2B5EF4-FFF2-40B4-BE49-F238E27FC236}">
                <a16:creationId xmlns:a16="http://schemas.microsoft.com/office/drawing/2014/main" id="{0155A049-734D-C2BF-E9FE-6BF58D8F154D}"/>
              </a:ext>
            </a:extLst>
          </p:cNvPr>
          <p:cNvSpPr/>
          <p:nvPr/>
        </p:nvSpPr>
        <p:spPr>
          <a:xfrm rot="8225778">
            <a:off x="4831876" y="2245540"/>
            <a:ext cx="915639" cy="103657"/>
          </a:xfrm>
          <a:prstGeom prst="leftArrow">
            <a:avLst/>
          </a:prstGeom>
          <a:solidFill>
            <a:schemeClr val="accent2">
              <a:alpha val="80136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Arrow 18">
            <a:extLst>
              <a:ext uri="{FF2B5EF4-FFF2-40B4-BE49-F238E27FC236}">
                <a16:creationId xmlns:a16="http://schemas.microsoft.com/office/drawing/2014/main" id="{3C169D5C-2693-84B1-F314-CB951109EE8A}"/>
              </a:ext>
            </a:extLst>
          </p:cNvPr>
          <p:cNvSpPr/>
          <p:nvPr/>
        </p:nvSpPr>
        <p:spPr>
          <a:xfrm rot="3007783">
            <a:off x="6503491" y="2252585"/>
            <a:ext cx="915639" cy="104020"/>
          </a:xfrm>
          <a:prstGeom prst="leftArrow">
            <a:avLst/>
          </a:prstGeom>
          <a:solidFill>
            <a:schemeClr val="accent2">
              <a:alpha val="80136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Arrow 19">
            <a:extLst>
              <a:ext uri="{FF2B5EF4-FFF2-40B4-BE49-F238E27FC236}">
                <a16:creationId xmlns:a16="http://schemas.microsoft.com/office/drawing/2014/main" id="{780D3676-CDDF-2573-5DC0-858C4F80FEAC}"/>
              </a:ext>
            </a:extLst>
          </p:cNvPr>
          <p:cNvSpPr/>
          <p:nvPr/>
        </p:nvSpPr>
        <p:spPr>
          <a:xfrm rot="13787358">
            <a:off x="6611060" y="2193168"/>
            <a:ext cx="915639" cy="95374"/>
          </a:xfrm>
          <a:prstGeom prst="leftArrow">
            <a:avLst/>
          </a:prstGeom>
          <a:solidFill>
            <a:srgbClr val="3FB4E0">
              <a:alpha val="8013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A8C2FB-C3C5-AAD4-4326-32C915AC4BA7}"/>
              </a:ext>
            </a:extLst>
          </p:cNvPr>
          <p:cNvSpPr txBox="1"/>
          <p:nvPr/>
        </p:nvSpPr>
        <p:spPr>
          <a:xfrm rot="19080888">
            <a:off x="4648827" y="1961385"/>
            <a:ext cx="9794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Health Check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2FE12C-AF17-2224-4ECA-D3E396023D7A}"/>
              </a:ext>
            </a:extLst>
          </p:cNvPr>
          <p:cNvSpPr txBox="1"/>
          <p:nvPr/>
        </p:nvSpPr>
        <p:spPr>
          <a:xfrm rot="19080888">
            <a:off x="4959887" y="2269796"/>
            <a:ext cx="97947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“OK”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(Primary)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D819E8-FF78-9FD8-3BA7-46CD885E981A}"/>
              </a:ext>
            </a:extLst>
          </p:cNvPr>
          <p:cNvSpPr txBox="1"/>
          <p:nvPr/>
        </p:nvSpPr>
        <p:spPr>
          <a:xfrm rot="2935493">
            <a:off x="6681210" y="2027797"/>
            <a:ext cx="9794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Health Check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F178EE-85D5-C052-A2DF-9C2BB8BD4703}"/>
              </a:ext>
            </a:extLst>
          </p:cNvPr>
          <p:cNvSpPr txBox="1"/>
          <p:nvPr/>
        </p:nvSpPr>
        <p:spPr>
          <a:xfrm rot="2991178">
            <a:off x="6289164" y="2237854"/>
            <a:ext cx="97947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“Not OK”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(Not Primary)</a:t>
            </a:r>
            <a:endParaRPr lang="en-US" dirty="0">
              <a:solidFill>
                <a:srgbClr val="3FB4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1788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213C5-E0F4-3C0D-C7C8-1A0699DA1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D9792D-C84C-5E38-B494-FD8855735BA2}"/>
              </a:ext>
            </a:extLst>
          </p:cNvPr>
          <p:cNvSpPr/>
          <p:nvPr/>
        </p:nvSpPr>
        <p:spPr>
          <a:xfrm>
            <a:off x="2820203" y="875899"/>
            <a:ext cx="6198670" cy="429286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762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E97E1518-076E-AE47-B17C-43F2879345CC}"/>
              </a:ext>
            </a:extLst>
          </p:cNvPr>
          <p:cNvSpPr/>
          <p:nvPr/>
        </p:nvSpPr>
        <p:spPr>
          <a:xfrm>
            <a:off x="3086638" y="1122448"/>
            <a:ext cx="1440382" cy="451555"/>
          </a:xfrm>
          <a:prstGeom prst="cube">
            <a:avLst/>
          </a:prstGeom>
          <a:solidFill>
            <a:srgbClr val="3FB4E0">
              <a:alpha val="8003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NCS Daemon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3B0DA71-E914-D591-DA49-695E1F9C46F0}"/>
              </a:ext>
            </a:extLst>
          </p:cNvPr>
          <p:cNvSpPr/>
          <p:nvPr/>
        </p:nvSpPr>
        <p:spPr>
          <a:xfrm>
            <a:off x="5064571" y="3819952"/>
            <a:ext cx="503756" cy="810939"/>
          </a:xfrm>
          <a:prstGeom prst="roundRect">
            <a:avLst/>
          </a:prstGeom>
          <a:solidFill>
            <a:srgbClr val="3FB4E0">
              <a:alpha val="8003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6ABD99F-DCED-FF8C-7003-BA0F347DE6D8}"/>
              </a:ext>
            </a:extLst>
          </p:cNvPr>
          <p:cNvGrpSpPr/>
          <p:nvPr/>
        </p:nvGrpSpPr>
        <p:grpSpPr>
          <a:xfrm>
            <a:off x="5122823" y="3917406"/>
            <a:ext cx="309680" cy="120239"/>
            <a:chOff x="4825765" y="5662246"/>
            <a:chExt cx="280554" cy="127279"/>
          </a:xfrm>
          <a:effectLst/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392AEB-527F-BCA9-ED7C-835C2EC0F939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CC35CDF-1047-2DD8-E039-71C2D9A17944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8DE3F-F723-FE5B-7B46-A08C4E1053CC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Graphic 18" descr="Envelope with solid fill">
            <a:extLst>
              <a:ext uri="{FF2B5EF4-FFF2-40B4-BE49-F238E27FC236}">
                <a16:creationId xmlns:a16="http://schemas.microsoft.com/office/drawing/2014/main" id="{6510A245-6A5A-4A16-91A4-5376EB3EC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2700" y="4288420"/>
            <a:ext cx="307498" cy="307498"/>
          </a:xfrm>
          <a:prstGeom prst="rect">
            <a:avLst/>
          </a:prstGeom>
          <a:effectLst/>
        </p:spPr>
      </p:pic>
      <p:sp>
        <p:nvSpPr>
          <p:cNvPr id="36" name="Hexagon 35">
            <a:extLst>
              <a:ext uri="{FF2B5EF4-FFF2-40B4-BE49-F238E27FC236}">
                <a16:creationId xmlns:a16="http://schemas.microsoft.com/office/drawing/2014/main" id="{2F02F6C8-009B-4F07-9459-9DD5D02B1557}"/>
              </a:ext>
            </a:extLst>
          </p:cNvPr>
          <p:cNvSpPr/>
          <p:nvPr/>
        </p:nvSpPr>
        <p:spPr>
          <a:xfrm>
            <a:off x="7241206" y="1566894"/>
            <a:ext cx="1557867" cy="471310"/>
          </a:xfrm>
          <a:prstGeom prst="hexagon">
            <a:avLst/>
          </a:prstGeom>
          <a:solidFill>
            <a:srgbClr val="3FB4E0">
              <a:alpha val="8003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Your Java Code { }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7D43300-A232-1468-E451-441A9FE5EB1B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5568327" y="3282398"/>
            <a:ext cx="2451812" cy="94302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DB230F8-ADE8-531F-3B65-192A839A0745}"/>
              </a:ext>
            </a:extLst>
          </p:cNvPr>
          <p:cNvCxnSpPr>
            <a:cxnSpLocks/>
          </p:cNvCxnSpPr>
          <p:nvPr/>
        </p:nvCxnSpPr>
        <p:spPr>
          <a:xfrm flipH="1" flipV="1">
            <a:off x="8020140" y="2038204"/>
            <a:ext cx="304799" cy="68393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A510546-89CD-0AE9-6158-BE860CC8C49F}"/>
              </a:ext>
            </a:extLst>
          </p:cNvPr>
          <p:cNvCxnSpPr>
            <a:cxnSpLocks/>
          </p:cNvCxnSpPr>
          <p:nvPr/>
        </p:nvCxnSpPr>
        <p:spPr>
          <a:xfrm flipH="1" flipV="1">
            <a:off x="4527019" y="1348225"/>
            <a:ext cx="2714187" cy="44781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D8E1969-416A-A1BE-9C37-A75021C1102C}"/>
              </a:ext>
            </a:extLst>
          </p:cNvPr>
          <p:cNvCxnSpPr>
            <a:cxnSpLocks/>
          </p:cNvCxnSpPr>
          <p:nvPr/>
        </p:nvCxnSpPr>
        <p:spPr>
          <a:xfrm>
            <a:off x="4485736" y="1512498"/>
            <a:ext cx="3534403" cy="1398106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54E540E-724C-96C2-ECB1-DB50FC6B9F36}"/>
              </a:ext>
            </a:extLst>
          </p:cNvPr>
          <p:cNvCxnSpPr>
            <a:cxnSpLocks/>
          </p:cNvCxnSpPr>
          <p:nvPr/>
        </p:nvCxnSpPr>
        <p:spPr>
          <a:xfrm flipH="1">
            <a:off x="3887028" y="1566894"/>
            <a:ext cx="460001" cy="134928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AEEB19F-3564-D853-E2EE-6DEAC8323D54}"/>
              </a:ext>
            </a:extLst>
          </p:cNvPr>
          <p:cNvCxnSpPr>
            <a:cxnSpLocks/>
          </p:cNvCxnSpPr>
          <p:nvPr/>
        </p:nvCxnSpPr>
        <p:spPr>
          <a:xfrm>
            <a:off x="3882264" y="2910604"/>
            <a:ext cx="1182306" cy="94641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9C5C462-53D8-1B88-81ED-889595441CB8}"/>
              </a:ext>
            </a:extLst>
          </p:cNvPr>
          <p:cNvSpPr txBox="1"/>
          <p:nvPr/>
        </p:nvSpPr>
        <p:spPr>
          <a:xfrm>
            <a:off x="2926966" y="1598495"/>
            <a:ext cx="1665865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/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/managed-device</a:t>
            </a:r>
          </a:p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Name: mail-server-1</a:t>
            </a:r>
          </a:p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Address: 192.168.10.10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2928A4-642C-5F2A-1CBF-7EAA74A71534}"/>
              </a:ext>
            </a:extLst>
          </p:cNvPr>
          <p:cNvSpPr txBox="1"/>
          <p:nvPr/>
        </p:nvSpPr>
        <p:spPr>
          <a:xfrm rot="2291377">
            <a:off x="3677638" y="3150858"/>
            <a:ext cx="1698762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Configured via NETCONF</a:t>
            </a:r>
          </a:p>
        </p:txBody>
      </p:sp>
      <p:pic>
        <p:nvPicPr>
          <p:cNvPr id="56" name="Graphic 55" descr="Box with solid fill">
            <a:extLst>
              <a:ext uri="{FF2B5EF4-FFF2-40B4-BE49-F238E27FC236}">
                <a16:creationId xmlns:a16="http://schemas.microsoft.com/office/drawing/2014/main" id="{BEBC6EF2-F490-319C-6BB6-7D2F2C10B6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80049" y="2606065"/>
            <a:ext cx="914400" cy="914400"/>
          </a:xfrm>
          <a:prstGeom prst="rect">
            <a:avLst/>
          </a:prstGeom>
          <a:effectLst/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7D9A9DC3-312E-AF28-A8BD-D0862C32E33C}"/>
              </a:ext>
            </a:extLst>
          </p:cNvPr>
          <p:cNvSpPr txBox="1"/>
          <p:nvPr/>
        </p:nvSpPr>
        <p:spPr>
          <a:xfrm>
            <a:off x="7713817" y="3497895"/>
            <a:ext cx="137327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 Notification Receiver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8BD454-AB38-538F-0C22-A446B4C4B097}"/>
              </a:ext>
            </a:extLst>
          </p:cNvPr>
          <p:cNvSpPr txBox="1"/>
          <p:nvPr/>
        </p:nvSpPr>
        <p:spPr>
          <a:xfrm rot="20352490">
            <a:off x="5777991" y="3348032"/>
            <a:ext cx="198859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Notification Sender IP Address in 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/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/managed-device</a:t>
            </a:r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?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405FEE0-9B3D-18CC-3B35-7FDCB66FE892}"/>
              </a:ext>
            </a:extLst>
          </p:cNvPr>
          <p:cNvSpPr txBox="1"/>
          <p:nvPr/>
        </p:nvSpPr>
        <p:spPr>
          <a:xfrm rot="1298153">
            <a:off x="5777991" y="1935106"/>
            <a:ext cx="74916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Configure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AE87F9-622B-5590-F6E3-CB11E696498E}"/>
              </a:ext>
            </a:extLst>
          </p:cNvPr>
          <p:cNvSpPr txBox="1"/>
          <p:nvPr/>
        </p:nvSpPr>
        <p:spPr>
          <a:xfrm>
            <a:off x="4428282" y="4690448"/>
            <a:ext cx="169876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mail-server-1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Address: 192.168.10.10</a:t>
            </a:r>
          </a:p>
        </p:txBody>
      </p:sp>
    </p:spTree>
    <p:extLst>
      <p:ext uri="{BB962C8B-B14F-4D97-AF65-F5344CB8AC3E}">
        <p14:creationId xmlns:p14="http://schemas.microsoft.com/office/powerpoint/2010/main" val="711857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75CB6-361F-C7E4-D234-83F91F0E3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2DC097C-9315-111F-40D0-2EE9A97D7CB4}"/>
              </a:ext>
            </a:extLst>
          </p:cNvPr>
          <p:cNvSpPr/>
          <p:nvPr/>
        </p:nvSpPr>
        <p:spPr>
          <a:xfrm rot="16200000">
            <a:off x="2032234" y="2850314"/>
            <a:ext cx="2372614" cy="222014"/>
          </a:xfrm>
          <a:prstGeom prst="roundRect">
            <a:avLst/>
          </a:prstGeom>
          <a:solidFill>
            <a:srgbClr val="3FB4E0">
              <a:alpha val="1984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392DDE2-1D9D-1398-8330-4969BBC3F1C1}"/>
              </a:ext>
            </a:extLst>
          </p:cNvPr>
          <p:cNvSpPr/>
          <p:nvPr/>
        </p:nvSpPr>
        <p:spPr>
          <a:xfrm rot="16200000">
            <a:off x="7841902" y="2691916"/>
            <a:ext cx="2372614" cy="564270"/>
          </a:xfrm>
          <a:prstGeom prst="roundRect">
            <a:avLst/>
          </a:prstGeom>
          <a:solidFill>
            <a:srgbClr val="3FB4E0">
              <a:alpha val="19901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C882CB-E90A-7604-9AF7-693D6C552827}"/>
              </a:ext>
            </a:extLst>
          </p:cNvPr>
          <p:cNvSpPr/>
          <p:nvPr/>
        </p:nvSpPr>
        <p:spPr>
          <a:xfrm>
            <a:off x="2796549" y="1450227"/>
            <a:ext cx="6796902" cy="2852265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873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9B175B0-86B1-34A5-9F23-E8B33035EF1B}"/>
              </a:ext>
            </a:extLst>
          </p:cNvPr>
          <p:cNvSpPr/>
          <p:nvPr/>
        </p:nvSpPr>
        <p:spPr>
          <a:xfrm>
            <a:off x="4807527" y="1846952"/>
            <a:ext cx="277091" cy="2215463"/>
          </a:xfrm>
          <a:prstGeom prst="roundRect">
            <a:avLst/>
          </a:prstGeom>
          <a:solidFill>
            <a:srgbClr val="3FB4E0">
              <a:alpha val="8001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530EBC5-29A1-E234-2E4B-63BB1FA857DA}"/>
              </a:ext>
            </a:extLst>
          </p:cNvPr>
          <p:cNvSpPr/>
          <p:nvPr/>
        </p:nvSpPr>
        <p:spPr>
          <a:xfrm>
            <a:off x="7107384" y="1846952"/>
            <a:ext cx="277091" cy="2215463"/>
          </a:xfrm>
          <a:prstGeom prst="roundRect">
            <a:avLst/>
          </a:prstGeom>
          <a:solidFill>
            <a:srgbClr val="3FB4E0">
              <a:alpha val="8001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DC15747-F6DF-DE71-331E-842D89733AC7}"/>
              </a:ext>
            </a:extLst>
          </p:cNvPr>
          <p:cNvSpPr/>
          <p:nvPr/>
        </p:nvSpPr>
        <p:spPr>
          <a:xfrm>
            <a:off x="3837710" y="1846953"/>
            <a:ext cx="327890" cy="331097"/>
          </a:xfrm>
          <a:prstGeom prst="ellipse">
            <a:avLst/>
          </a:prstGeom>
          <a:solidFill>
            <a:srgbClr val="3FB4E0">
              <a:alpha val="8001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DC8C4EE-868C-27CA-75C3-A40E2691799D}"/>
              </a:ext>
            </a:extLst>
          </p:cNvPr>
          <p:cNvSpPr/>
          <p:nvPr/>
        </p:nvSpPr>
        <p:spPr>
          <a:xfrm>
            <a:off x="3837710" y="2370555"/>
            <a:ext cx="327890" cy="331097"/>
          </a:xfrm>
          <a:prstGeom prst="ellipse">
            <a:avLst/>
          </a:prstGeom>
          <a:solidFill>
            <a:srgbClr val="3FB4E0">
              <a:alpha val="8001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89D32F1-B2B1-A80F-555A-5FC22BB665CE}"/>
              </a:ext>
            </a:extLst>
          </p:cNvPr>
          <p:cNvSpPr/>
          <p:nvPr/>
        </p:nvSpPr>
        <p:spPr>
          <a:xfrm>
            <a:off x="3960422" y="2894157"/>
            <a:ext cx="85106" cy="86549"/>
          </a:xfrm>
          <a:prstGeom prst="ellipse">
            <a:avLst/>
          </a:prstGeom>
          <a:solidFill>
            <a:srgbClr val="3FB4E0">
              <a:alpha val="8001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52751AF-714A-3858-1E7F-E1AA017D0AA4}"/>
              </a:ext>
            </a:extLst>
          </p:cNvPr>
          <p:cNvSpPr/>
          <p:nvPr/>
        </p:nvSpPr>
        <p:spPr>
          <a:xfrm>
            <a:off x="3965700" y="3173211"/>
            <a:ext cx="85106" cy="86549"/>
          </a:xfrm>
          <a:prstGeom prst="ellipse">
            <a:avLst/>
          </a:prstGeom>
          <a:solidFill>
            <a:srgbClr val="3FB4E0">
              <a:alpha val="8001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CDAE3F9-2E09-E9E6-0DBC-9DEED855BC16}"/>
              </a:ext>
            </a:extLst>
          </p:cNvPr>
          <p:cNvSpPr/>
          <p:nvPr/>
        </p:nvSpPr>
        <p:spPr>
          <a:xfrm>
            <a:off x="3969658" y="3452265"/>
            <a:ext cx="85106" cy="86549"/>
          </a:xfrm>
          <a:prstGeom prst="ellipse">
            <a:avLst/>
          </a:prstGeom>
          <a:solidFill>
            <a:srgbClr val="3FB4E0">
              <a:alpha val="8001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A2D4B4F-CFF8-566E-AAC4-1039BCEDA2BA}"/>
              </a:ext>
            </a:extLst>
          </p:cNvPr>
          <p:cNvSpPr/>
          <p:nvPr/>
        </p:nvSpPr>
        <p:spPr>
          <a:xfrm>
            <a:off x="3844308" y="3731319"/>
            <a:ext cx="327890" cy="331097"/>
          </a:xfrm>
          <a:prstGeom prst="ellipse">
            <a:avLst/>
          </a:prstGeom>
          <a:solidFill>
            <a:srgbClr val="3FB4E0">
              <a:alpha val="8001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Folded Corner 21">
            <a:extLst>
              <a:ext uri="{FF2B5EF4-FFF2-40B4-BE49-F238E27FC236}">
                <a16:creationId xmlns:a16="http://schemas.microsoft.com/office/drawing/2014/main" id="{4C2DBCA9-3846-C7F2-58C9-A4E365FD59DE}"/>
              </a:ext>
            </a:extLst>
          </p:cNvPr>
          <p:cNvSpPr/>
          <p:nvPr/>
        </p:nvSpPr>
        <p:spPr>
          <a:xfrm>
            <a:off x="5676409" y="2355045"/>
            <a:ext cx="856648" cy="1199276"/>
          </a:xfrm>
          <a:prstGeom prst="foldedCorner">
            <a:avLst/>
          </a:prstGeom>
          <a:solidFill>
            <a:srgbClr val="3FB4E0">
              <a:alpha val="8001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NCS 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Alarm List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F54BD8-E21A-5CC3-50B1-2B01CBA14B70}"/>
              </a:ext>
            </a:extLst>
          </p:cNvPr>
          <p:cNvSpPr/>
          <p:nvPr/>
        </p:nvSpPr>
        <p:spPr>
          <a:xfrm>
            <a:off x="7958802" y="1849694"/>
            <a:ext cx="327890" cy="331097"/>
          </a:xfrm>
          <a:prstGeom prst="ellipse">
            <a:avLst/>
          </a:prstGeom>
          <a:solidFill>
            <a:srgbClr val="3FB4E0">
              <a:alpha val="8001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43438BF-4011-7244-6326-A34177491C8B}"/>
              </a:ext>
            </a:extLst>
          </p:cNvPr>
          <p:cNvSpPr/>
          <p:nvPr/>
        </p:nvSpPr>
        <p:spPr>
          <a:xfrm>
            <a:off x="7958802" y="2355045"/>
            <a:ext cx="327890" cy="331097"/>
          </a:xfrm>
          <a:prstGeom prst="ellipse">
            <a:avLst/>
          </a:prstGeom>
          <a:solidFill>
            <a:srgbClr val="3FB4E0">
              <a:alpha val="8001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66BE095-6248-3486-5394-C65F68EFA1B9}"/>
              </a:ext>
            </a:extLst>
          </p:cNvPr>
          <p:cNvSpPr/>
          <p:nvPr/>
        </p:nvSpPr>
        <p:spPr>
          <a:xfrm>
            <a:off x="7958802" y="3731318"/>
            <a:ext cx="327890" cy="331097"/>
          </a:xfrm>
          <a:prstGeom prst="ellipse">
            <a:avLst/>
          </a:prstGeom>
          <a:solidFill>
            <a:srgbClr val="3FB4E0">
              <a:alpha val="8001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4CC30DD-1EE3-91BE-2530-662E92BC8580}"/>
              </a:ext>
            </a:extLst>
          </p:cNvPr>
          <p:cNvSpPr/>
          <p:nvPr/>
        </p:nvSpPr>
        <p:spPr>
          <a:xfrm>
            <a:off x="8080194" y="2894157"/>
            <a:ext cx="85106" cy="86549"/>
          </a:xfrm>
          <a:prstGeom prst="ellipse">
            <a:avLst/>
          </a:prstGeom>
          <a:solidFill>
            <a:srgbClr val="3FB4E0">
              <a:alpha val="8001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4AA9BDC-865C-9682-C0AE-5DF9CCDF2184}"/>
              </a:ext>
            </a:extLst>
          </p:cNvPr>
          <p:cNvSpPr/>
          <p:nvPr/>
        </p:nvSpPr>
        <p:spPr>
          <a:xfrm>
            <a:off x="8080194" y="3216485"/>
            <a:ext cx="85106" cy="86549"/>
          </a:xfrm>
          <a:prstGeom prst="ellipse">
            <a:avLst/>
          </a:prstGeom>
          <a:solidFill>
            <a:srgbClr val="3FB4E0">
              <a:alpha val="8001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8E5FF6D-7D38-9923-5868-A49D3CF3ECAE}"/>
              </a:ext>
            </a:extLst>
          </p:cNvPr>
          <p:cNvSpPr/>
          <p:nvPr/>
        </p:nvSpPr>
        <p:spPr>
          <a:xfrm>
            <a:off x="8080194" y="3495538"/>
            <a:ext cx="85106" cy="86549"/>
          </a:xfrm>
          <a:prstGeom prst="ellipse">
            <a:avLst/>
          </a:prstGeom>
          <a:solidFill>
            <a:srgbClr val="3FB4E0">
              <a:alpha val="8001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F1BAD85-5AA4-DAD3-2D7B-737764D52A30}"/>
              </a:ext>
            </a:extLst>
          </p:cNvPr>
          <p:cNvCxnSpPr/>
          <p:nvPr/>
        </p:nvCxnSpPr>
        <p:spPr>
          <a:xfrm>
            <a:off x="3423760" y="2007108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7426FF8-EFB1-E57D-E082-88CE970E4D12}"/>
              </a:ext>
            </a:extLst>
          </p:cNvPr>
          <p:cNvCxnSpPr/>
          <p:nvPr/>
        </p:nvCxnSpPr>
        <p:spPr>
          <a:xfrm>
            <a:off x="3423760" y="2557272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F33ABFF-B75C-72E2-0939-A3026F6A269A}"/>
              </a:ext>
            </a:extLst>
          </p:cNvPr>
          <p:cNvCxnSpPr/>
          <p:nvPr/>
        </p:nvCxnSpPr>
        <p:spPr>
          <a:xfrm>
            <a:off x="3423760" y="3901440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D644267-AF8B-906B-7661-0204EFBF7342}"/>
              </a:ext>
            </a:extLst>
          </p:cNvPr>
          <p:cNvCxnSpPr/>
          <p:nvPr/>
        </p:nvCxnSpPr>
        <p:spPr>
          <a:xfrm>
            <a:off x="4290863" y="2007108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E85A8D9-63F0-13EC-A61E-1D5E4C85DF09}"/>
              </a:ext>
            </a:extLst>
          </p:cNvPr>
          <p:cNvCxnSpPr/>
          <p:nvPr/>
        </p:nvCxnSpPr>
        <p:spPr>
          <a:xfrm>
            <a:off x="4290863" y="2551649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7B94463-A01E-5095-F1B9-CFAC020AD827}"/>
              </a:ext>
            </a:extLst>
          </p:cNvPr>
          <p:cNvCxnSpPr/>
          <p:nvPr/>
        </p:nvCxnSpPr>
        <p:spPr>
          <a:xfrm>
            <a:off x="4254077" y="3901440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0946BE2-1602-955A-6047-34CC49EC112D}"/>
              </a:ext>
            </a:extLst>
          </p:cNvPr>
          <p:cNvCxnSpPr/>
          <p:nvPr/>
        </p:nvCxnSpPr>
        <p:spPr>
          <a:xfrm>
            <a:off x="5218515" y="2986736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1D9B9CF-0D29-8EA0-F96A-AB469A745322}"/>
              </a:ext>
            </a:extLst>
          </p:cNvPr>
          <p:cNvCxnSpPr/>
          <p:nvPr/>
        </p:nvCxnSpPr>
        <p:spPr>
          <a:xfrm>
            <a:off x="6643123" y="2980706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F3DC164-058F-3F69-C0E4-07DC3F59DBE9}"/>
              </a:ext>
            </a:extLst>
          </p:cNvPr>
          <p:cNvCxnSpPr/>
          <p:nvPr/>
        </p:nvCxnSpPr>
        <p:spPr>
          <a:xfrm>
            <a:off x="7518972" y="2007108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1D7C7E4-230B-B3D3-4967-BA9F818E42EF}"/>
              </a:ext>
            </a:extLst>
          </p:cNvPr>
          <p:cNvCxnSpPr/>
          <p:nvPr/>
        </p:nvCxnSpPr>
        <p:spPr>
          <a:xfrm>
            <a:off x="7518972" y="2551649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FFF18AE-62BE-5ED9-427E-823022F3C0DC}"/>
              </a:ext>
            </a:extLst>
          </p:cNvPr>
          <p:cNvCxnSpPr/>
          <p:nvPr/>
        </p:nvCxnSpPr>
        <p:spPr>
          <a:xfrm>
            <a:off x="7518972" y="3901440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CB9A30C-1164-5B52-6659-B1D5DA13AEE8}"/>
              </a:ext>
            </a:extLst>
          </p:cNvPr>
          <p:cNvCxnSpPr/>
          <p:nvPr/>
        </p:nvCxnSpPr>
        <p:spPr>
          <a:xfrm>
            <a:off x="8348668" y="2007108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4C05FD2-6484-EAAD-7D05-DDD7E9E10299}"/>
              </a:ext>
            </a:extLst>
          </p:cNvPr>
          <p:cNvCxnSpPr/>
          <p:nvPr/>
        </p:nvCxnSpPr>
        <p:spPr>
          <a:xfrm>
            <a:off x="8348668" y="2551649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D63BAFD-FC0D-6588-8B1D-B9F2B5DA1E39}"/>
              </a:ext>
            </a:extLst>
          </p:cNvPr>
          <p:cNvCxnSpPr/>
          <p:nvPr/>
        </p:nvCxnSpPr>
        <p:spPr>
          <a:xfrm>
            <a:off x="8348668" y="3898319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6BA0A66-A6C6-CA36-496C-58A66F430F3D}"/>
              </a:ext>
            </a:extLst>
          </p:cNvPr>
          <p:cNvSpPr txBox="1"/>
          <p:nvPr/>
        </p:nvSpPr>
        <p:spPr>
          <a:xfrm>
            <a:off x="4590654" y="1541524"/>
            <a:ext cx="71083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Producer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7C2A87-BE93-F7F3-70DA-65D6CA804D2E}"/>
              </a:ext>
            </a:extLst>
          </p:cNvPr>
          <p:cNvSpPr txBox="1"/>
          <p:nvPr/>
        </p:nvSpPr>
        <p:spPr>
          <a:xfrm>
            <a:off x="6852100" y="1547414"/>
            <a:ext cx="78765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Consumer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D91C35-EB9F-8966-4BE8-4674C037C177}"/>
              </a:ext>
            </a:extLst>
          </p:cNvPr>
          <p:cNvSpPr txBox="1"/>
          <p:nvPr/>
        </p:nvSpPr>
        <p:spPr>
          <a:xfrm>
            <a:off x="7672572" y="1551188"/>
            <a:ext cx="98545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Alarm Source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E90557-0E0B-D8C9-F68E-D07C4DBEFDF9}"/>
              </a:ext>
            </a:extLst>
          </p:cNvPr>
          <p:cNvSpPr txBox="1"/>
          <p:nvPr/>
        </p:nvSpPr>
        <p:spPr>
          <a:xfrm>
            <a:off x="8635481" y="1545266"/>
            <a:ext cx="78765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Alarm Out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E4F4BB6-F292-5040-B1F7-14485DB975DA}"/>
              </a:ext>
            </a:extLst>
          </p:cNvPr>
          <p:cNvSpPr txBox="1"/>
          <p:nvPr/>
        </p:nvSpPr>
        <p:spPr>
          <a:xfrm>
            <a:off x="3576576" y="1528793"/>
            <a:ext cx="85015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Alarm Sink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EE68BE-6A13-2C91-7A55-C0E301C56EF4}"/>
              </a:ext>
            </a:extLst>
          </p:cNvPr>
          <p:cNvSpPr txBox="1"/>
          <p:nvPr/>
        </p:nvSpPr>
        <p:spPr>
          <a:xfrm>
            <a:off x="2796550" y="1541523"/>
            <a:ext cx="85015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Alarm In</a:t>
            </a:r>
          </a:p>
        </p:txBody>
      </p:sp>
      <p:pic>
        <p:nvPicPr>
          <p:cNvPr id="65" name="Graphic 64" descr="Lightning bolt with solid fill">
            <a:extLst>
              <a:ext uri="{FF2B5EF4-FFF2-40B4-BE49-F238E27FC236}">
                <a16:creationId xmlns:a16="http://schemas.microsoft.com/office/drawing/2014/main" id="{EBCF1826-50E9-E021-5940-A03A756AF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1630" y="3731318"/>
            <a:ext cx="378382" cy="378382"/>
          </a:xfrm>
          <a:prstGeom prst="rect">
            <a:avLst/>
          </a:prstGeom>
          <a:effectLst/>
        </p:spPr>
      </p:pic>
      <p:pic>
        <p:nvPicPr>
          <p:cNvPr id="66" name="Graphic 65" descr="Lightning bolt with solid fill">
            <a:extLst>
              <a:ext uri="{FF2B5EF4-FFF2-40B4-BE49-F238E27FC236}">
                <a16:creationId xmlns:a16="http://schemas.microsoft.com/office/drawing/2014/main" id="{129F320E-E859-29CF-C865-6261F12CF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0499" y="2427963"/>
            <a:ext cx="378382" cy="378382"/>
          </a:xfrm>
          <a:prstGeom prst="rect">
            <a:avLst/>
          </a:prstGeom>
          <a:effectLst/>
        </p:spPr>
      </p:pic>
      <p:pic>
        <p:nvPicPr>
          <p:cNvPr id="67" name="Graphic 66" descr="Lightning bolt with solid fill">
            <a:extLst>
              <a:ext uri="{FF2B5EF4-FFF2-40B4-BE49-F238E27FC236}">
                <a16:creationId xmlns:a16="http://schemas.microsoft.com/office/drawing/2014/main" id="{3542C6B1-A885-5E7D-4BE4-D48B7FCA3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1217" y="1829244"/>
            <a:ext cx="378382" cy="378382"/>
          </a:xfrm>
          <a:prstGeom prst="rect">
            <a:avLst/>
          </a:prstGeom>
          <a:effectLst/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75EC8A7E-7F3D-7746-125C-A44731BDC058}"/>
              </a:ext>
            </a:extLst>
          </p:cNvPr>
          <p:cNvGrpSpPr/>
          <p:nvPr/>
        </p:nvGrpSpPr>
        <p:grpSpPr>
          <a:xfrm>
            <a:off x="8677557" y="3731318"/>
            <a:ext cx="745581" cy="378382"/>
            <a:chOff x="8941790" y="4703286"/>
            <a:chExt cx="745581" cy="378382"/>
          </a:xfrm>
          <a:solidFill>
            <a:srgbClr val="3FB4E0">
              <a:alpha val="79803"/>
            </a:srgbClr>
          </a:solidFill>
          <a:effectLst/>
        </p:grpSpPr>
        <p:pic>
          <p:nvPicPr>
            <p:cNvPr id="68" name="Graphic 67" descr="Lightning bolt with solid fill">
              <a:extLst>
                <a:ext uri="{FF2B5EF4-FFF2-40B4-BE49-F238E27FC236}">
                  <a16:creationId xmlns:a16="http://schemas.microsoft.com/office/drawing/2014/main" id="{A14067D2-299B-9432-5486-D518CF25A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941790" y="4703286"/>
              <a:ext cx="378382" cy="378382"/>
            </a:xfrm>
            <a:prstGeom prst="rect">
              <a:avLst/>
            </a:prstGeom>
          </p:spPr>
        </p:pic>
        <p:pic>
          <p:nvPicPr>
            <p:cNvPr id="69" name="Graphic 68" descr="Lightning bolt with solid fill">
              <a:extLst>
                <a:ext uri="{FF2B5EF4-FFF2-40B4-BE49-F238E27FC236}">
                  <a16:creationId xmlns:a16="http://schemas.microsoft.com/office/drawing/2014/main" id="{CF1365B9-0140-BBC4-1790-B10AA2FB6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25806" y="4703286"/>
              <a:ext cx="378382" cy="378382"/>
            </a:xfrm>
            <a:prstGeom prst="rect">
              <a:avLst/>
            </a:prstGeom>
          </p:spPr>
        </p:pic>
        <p:pic>
          <p:nvPicPr>
            <p:cNvPr id="70" name="Graphic 69" descr="Lightning bolt with solid fill">
              <a:extLst>
                <a:ext uri="{FF2B5EF4-FFF2-40B4-BE49-F238E27FC236}">
                  <a16:creationId xmlns:a16="http://schemas.microsoft.com/office/drawing/2014/main" id="{68AC7531-609E-198D-4383-BE740BA9F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08989" y="4703286"/>
              <a:ext cx="378382" cy="378382"/>
            </a:xfrm>
            <a:prstGeom prst="rect">
              <a:avLst/>
            </a:prstGeom>
          </p:spPr>
        </p:pic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E2878DA-DB46-CB3A-AE07-92FB7604C20D}"/>
              </a:ext>
            </a:extLst>
          </p:cNvPr>
          <p:cNvGrpSpPr/>
          <p:nvPr/>
        </p:nvGrpSpPr>
        <p:grpSpPr>
          <a:xfrm>
            <a:off x="8671965" y="2394926"/>
            <a:ext cx="745581" cy="378382"/>
            <a:chOff x="8941790" y="4703286"/>
            <a:chExt cx="745581" cy="378382"/>
          </a:xfrm>
          <a:solidFill>
            <a:srgbClr val="3FB4E0">
              <a:alpha val="80000"/>
            </a:srgbClr>
          </a:solidFill>
          <a:effectLst/>
        </p:grpSpPr>
        <p:pic>
          <p:nvPicPr>
            <p:cNvPr id="73" name="Graphic 72" descr="Lightning bolt with solid fill">
              <a:extLst>
                <a:ext uri="{FF2B5EF4-FFF2-40B4-BE49-F238E27FC236}">
                  <a16:creationId xmlns:a16="http://schemas.microsoft.com/office/drawing/2014/main" id="{C13E1DC7-F862-848D-73E9-F4F0F143C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941790" y="4703286"/>
              <a:ext cx="378382" cy="378382"/>
            </a:xfrm>
            <a:prstGeom prst="rect">
              <a:avLst/>
            </a:prstGeom>
          </p:spPr>
        </p:pic>
        <p:pic>
          <p:nvPicPr>
            <p:cNvPr id="74" name="Graphic 73" descr="Lightning bolt with solid fill">
              <a:extLst>
                <a:ext uri="{FF2B5EF4-FFF2-40B4-BE49-F238E27FC236}">
                  <a16:creationId xmlns:a16="http://schemas.microsoft.com/office/drawing/2014/main" id="{3293AACC-D1EC-7785-4481-F6ED3D40C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125806" y="4703286"/>
              <a:ext cx="378382" cy="378382"/>
            </a:xfrm>
            <a:prstGeom prst="rect">
              <a:avLst/>
            </a:prstGeom>
          </p:spPr>
        </p:pic>
        <p:pic>
          <p:nvPicPr>
            <p:cNvPr id="75" name="Graphic 74" descr="Lightning bolt with solid fill">
              <a:extLst>
                <a:ext uri="{FF2B5EF4-FFF2-40B4-BE49-F238E27FC236}">
                  <a16:creationId xmlns:a16="http://schemas.microsoft.com/office/drawing/2014/main" id="{0971DB18-9DC8-96AC-8259-CDB950091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308989" y="4703286"/>
              <a:ext cx="378382" cy="378382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22F4598-0EB9-51F8-18A3-D97385AD4580}"/>
              </a:ext>
            </a:extLst>
          </p:cNvPr>
          <p:cNvGrpSpPr/>
          <p:nvPr/>
        </p:nvGrpSpPr>
        <p:grpSpPr>
          <a:xfrm>
            <a:off x="8677556" y="1833592"/>
            <a:ext cx="745581" cy="378382"/>
            <a:chOff x="8941790" y="4703286"/>
            <a:chExt cx="745581" cy="378382"/>
          </a:xfrm>
          <a:solidFill>
            <a:srgbClr val="3FB4E0">
              <a:alpha val="79790"/>
            </a:srgbClr>
          </a:solidFill>
          <a:effectLst/>
        </p:grpSpPr>
        <p:pic>
          <p:nvPicPr>
            <p:cNvPr id="77" name="Graphic 76" descr="Lightning bolt with solid fill">
              <a:extLst>
                <a:ext uri="{FF2B5EF4-FFF2-40B4-BE49-F238E27FC236}">
                  <a16:creationId xmlns:a16="http://schemas.microsoft.com/office/drawing/2014/main" id="{BF7B4F29-0650-4DE7-C507-D37878CFA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941790" y="4703286"/>
              <a:ext cx="378382" cy="378382"/>
            </a:xfrm>
            <a:prstGeom prst="rect">
              <a:avLst/>
            </a:prstGeom>
          </p:spPr>
        </p:pic>
        <p:pic>
          <p:nvPicPr>
            <p:cNvPr id="78" name="Graphic 77" descr="Lightning bolt with solid fill">
              <a:extLst>
                <a:ext uri="{FF2B5EF4-FFF2-40B4-BE49-F238E27FC236}">
                  <a16:creationId xmlns:a16="http://schemas.microsoft.com/office/drawing/2014/main" id="{2D33EEAA-9707-9799-952F-71445BAE0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125806" y="4703286"/>
              <a:ext cx="378382" cy="378382"/>
            </a:xfrm>
            <a:prstGeom prst="rect">
              <a:avLst/>
            </a:prstGeom>
          </p:spPr>
        </p:pic>
        <p:pic>
          <p:nvPicPr>
            <p:cNvPr id="79" name="Graphic 78" descr="Lightning bolt with solid fill">
              <a:extLst>
                <a:ext uri="{FF2B5EF4-FFF2-40B4-BE49-F238E27FC236}">
                  <a16:creationId xmlns:a16="http://schemas.microsoft.com/office/drawing/2014/main" id="{B5E4C55A-529D-587F-6714-529E4B5B2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308989" y="4703286"/>
              <a:ext cx="378382" cy="3783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3518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EBE85-61DB-92EF-3A34-5A799D720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6D3046-82B6-F935-33DB-040ED8F97240}"/>
              </a:ext>
            </a:extLst>
          </p:cNvPr>
          <p:cNvSpPr/>
          <p:nvPr/>
        </p:nvSpPr>
        <p:spPr>
          <a:xfrm>
            <a:off x="2936029" y="518984"/>
            <a:ext cx="6554862" cy="5729416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815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91A19E86-95D5-517D-58CE-3E3A4DC4B667}"/>
              </a:ext>
            </a:extLst>
          </p:cNvPr>
          <p:cNvSpPr/>
          <p:nvPr/>
        </p:nvSpPr>
        <p:spPr>
          <a:xfrm>
            <a:off x="5098576" y="1510723"/>
            <a:ext cx="504092" cy="375139"/>
          </a:xfrm>
          <a:prstGeom prst="can">
            <a:avLst/>
          </a:prstGeom>
          <a:solidFill>
            <a:schemeClr val="bg1">
              <a:lumMod val="65000"/>
              <a:alpha val="79852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DF88975-99BE-0B8D-9260-7C9C906173EB}"/>
              </a:ext>
            </a:extLst>
          </p:cNvPr>
          <p:cNvGrpSpPr/>
          <p:nvPr/>
        </p:nvGrpSpPr>
        <p:grpSpPr>
          <a:xfrm>
            <a:off x="5263082" y="1653099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3A6D15D-E1C9-AE2C-4545-C5FE99946CA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8918B80-7518-6B80-CA76-D2A3969ED95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90257D6-F0B0-1186-83A0-5ADBF2B8207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Can 12">
            <a:extLst>
              <a:ext uri="{FF2B5EF4-FFF2-40B4-BE49-F238E27FC236}">
                <a16:creationId xmlns:a16="http://schemas.microsoft.com/office/drawing/2014/main" id="{0F4BD354-313D-08FB-AC8B-F9B24E17772C}"/>
              </a:ext>
            </a:extLst>
          </p:cNvPr>
          <p:cNvSpPr/>
          <p:nvPr/>
        </p:nvSpPr>
        <p:spPr>
          <a:xfrm>
            <a:off x="6779017" y="1510723"/>
            <a:ext cx="504092" cy="375139"/>
          </a:xfrm>
          <a:prstGeom prst="can">
            <a:avLst/>
          </a:prstGeom>
          <a:solidFill>
            <a:schemeClr val="bg1">
              <a:lumMod val="65000"/>
              <a:alpha val="79852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1F4B0E-1E05-C92A-C277-40DBAE49718B}"/>
              </a:ext>
            </a:extLst>
          </p:cNvPr>
          <p:cNvGrpSpPr/>
          <p:nvPr/>
        </p:nvGrpSpPr>
        <p:grpSpPr>
          <a:xfrm>
            <a:off x="6943523" y="1653099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A8482AF-1896-0F1E-7747-694DEAE11CB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7A01103-257C-B4D0-AE37-26DB41149190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454F0E3-6DE2-5FF5-1C47-E7FDED7272EB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Can 18">
            <a:extLst>
              <a:ext uri="{FF2B5EF4-FFF2-40B4-BE49-F238E27FC236}">
                <a16:creationId xmlns:a16="http://schemas.microsoft.com/office/drawing/2014/main" id="{6085AF7C-C552-667E-20D3-DAD94F36AEA9}"/>
              </a:ext>
            </a:extLst>
          </p:cNvPr>
          <p:cNvSpPr/>
          <p:nvPr/>
        </p:nvSpPr>
        <p:spPr>
          <a:xfrm>
            <a:off x="5953971" y="2772171"/>
            <a:ext cx="504092" cy="375139"/>
          </a:xfrm>
          <a:prstGeom prst="can">
            <a:avLst/>
          </a:prstGeom>
          <a:solidFill>
            <a:schemeClr val="bg1">
              <a:lumMod val="65000"/>
              <a:alpha val="79852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4ED7870-E1AF-E8DC-8F48-2851EBEB8D30}"/>
              </a:ext>
            </a:extLst>
          </p:cNvPr>
          <p:cNvGrpSpPr/>
          <p:nvPr/>
        </p:nvGrpSpPr>
        <p:grpSpPr>
          <a:xfrm>
            <a:off x="6118477" y="2914547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C736336-50B1-58FB-62D8-8BE0AA402C3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9A02149-1F4B-381C-484F-2D7D9CB25336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F0A080D-7882-A7C4-978D-F77096C14FD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an 24">
            <a:extLst>
              <a:ext uri="{FF2B5EF4-FFF2-40B4-BE49-F238E27FC236}">
                <a16:creationId xmlns:a16="http://schemas.microsoft.com/office/drawing/2014/main" id="{2DF08E69-BC96-C8E3-B88D-91E6B109D903}"/>
              </a:ext>
            </a:extLst>
          </p:cNvPr>
          <p:cNvSpPr/>
          <p:nvPr/>
        </p:nvSpPr>
        <p:spPr>
          <a:xfrm>
            <a:off x="5953971" y="4145375"/>
            <a:ext cx="504092" cy="375139"/>
          </a:xfrm>
          <a:prstGeom prst="can">
            <a:avLst/>
          </a:prstGeom>
          <a:solidFill>
            <a:srgbClr val="3FB4E0">
              <a:alpha val="7985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F0C931F-C9E0-2869-36E1-DF4095E21DBD}"/>
              </a:ext>
            </a:extLst>
          </p:cNvPr>
          <p:cNvGrpSpPr/>
          <p:nvPr/>
        </p:nvGrpSpPr>
        <p:grpSpPr>
          <a:xfrm>
            <a:off x="6118477" y="428775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A308552-3F00-F295-7AA2-30A6B764413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544F3679-2566-D601-FE8A-0D495FF7EFAD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3FB1825-BF27-137B-A8DF-55407CC40E4E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Can 30">
            <a:extLst>
              <a:ext uri="{FF2B5EF4-FFF2-40B4-BE49-F238E27FC236}">
                <a16:creationId xmlns:a16="http://schemas.microsoft.com/office/drawing/2014/main" id="{8D533126-40D8-2C74-B6C9-B9A0C51D04E6}"/>
              </a:ext>
            </a:extLst>
          </p:cNvPr>
          <p:cNvSpPr/>
          <p:nvPr/>
        </p:nvSpPr>
        <p:spPr>
          <a:xfrm>
            <a:off x="8443985" y="754298"/>
            <a:ext cx="504092" cy="375139"/>
          </a:xfrm>
          <a:prstGeom prst="can">
            <a:avLst/>
          </a:prstGeom>
          <a:solidFill>
            <a:srgbClr val="3FB4E0">
              <a:alpha val="7985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8A78788-B7BA-F73D-7035-139CFF5C4DCC}"/>
              </a:ext>
            </a:extLst>
          </p:cNvPr>
          <p:cNvGrpSpPr/>
          <p:nvPr/>
        </p:nvGrpSpPr>
        <p:grpSpPr>
          <a:xfrm>
            <a:off x="8608491" y="89667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83E1A85-12FA-8ECF-D390-6840AA70C80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19569A0-C428-2886-DAC5-1EFDDA7196D1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03DB2C1-5B6C-AC44-CBEB-BC74188DBCF6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Can 36">
            <a:extLst>
              <a:ext uri="{FF2B5EF4-FFF2-40B4-BE49-F238E27FC236}">
                <a16:creationId xmlns:a16="http://schemas.microsoft.com/office/drawing/2014/main" id="{27A3C280-7646-8BBC-2DC7-049C08523DAC}"/>
              </a:ext>
            </a:extLst>
          </p:cNvPr>
          <p:cNvSpPr/>
          <p:nvPr/>
        </p:nvSpPr>
        <p:spPr>
          <a:xfrm>
            <a:off x="3435010" y="754298"/>
            <a:ext cx="504092" cy="375139"/>
          </a:xfrm>
          <a:prstGeom prst="can">
            <a:avLst/>
          </a:prstGeom>
          <a:solidFill>
            <a:srgbClr val="C00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0AE665A-4AA8-75C6-A253-EC87BB828505}"/>
              </a:ext>
            </a:extLst>
          </p:cNvPr>
          <p:cNvGrpSpPr/>
          <p:nvPr/>
        </p:nvGrpSpPr>
        <p:grpSpPr>
          <a:xfrm>
            <a:off x="3599516" y="89667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5E41F8F-4D60-D82B-8A6F-EE037B3805E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040F94E-8B02-94D3-1430-41D54E2CA476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23E9AE7-9148-9376-6A8C-AC21432D0A1F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Can 42">
            <a:extLst>
              <a:ext uri="{FF2B5EF4-FFF2-40B4-BE49-F238E27FC236}">
                <a16:creationId xmlns:a16="http://schemas.microsoft.com/office/drawing/2014/main" id="{FA68BC51-402E-18F3-446B-536BDD716DAB}"/>
              </a:ext>
            </a:extLst>
          </p:cNvPr>
          <p:cNvSpPr/>
          <p:nvPr/>
        </p:nvSpPr>
        <p:spPr>
          <a:xfrm>
            <a:off x="8443985" y="2772171"/>
            <a:ext cx="504092" cy="375139"/>
          </a:xfrm>
          <a:prstGeom prst="can">
            <a:avLst/>
          </a:prstGeom>
          <a:solidFill>
            <a:srgbClr val="C00000">
              <a:alpha val="7985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F488EFC-A88C-9179-19E4-E4EE0E463C83}"/>
              </a:ext>
            </a:extLst>
          </p:cNvPr>
          <p:cNvGrpSpPr/>
          <p:nvPr/>
        </p:nvGrpSpPr>
        <p:grpSpPr>
          <a:xfrm>
            <a:off x="8608491" y="2914547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939DA4F-23E2-7C04-8E2B-E9CD6D12D5C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589B881-0B46-70E2-0477-1C498BF55D95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BBF82A7-C6F3-75F6-19F6-B7BDCE595070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Can 48">
            <a:extLst>
              <a:ext uri="{FF2B5EF4-FFF2-40B4-BE49-F238E27FC236}">
                <a16:creationId xmlns:a16="http://schemas.microsoft.com/office/drawing/2014/main" id="{ABE47A20-3575-E093-4D32-4212A613963E}"/>
              </a:ext>
            </a:extLst>
          </p:cNvPr>
          <p:cNvSpPr/>
          <p:nvPr/>
        </p:nvSpPr>
        <p:spPr>
          <a:xfrm>
            <a:off x="3435010" y="2766209"/>
            <a:ext cx="504092" cy="375139"/>
          </a:xfrm>
          <a:prstGeom prst="can">
            <a:avLst/>
          </a:prstGeom>
          <a:solidFill>
            <a:srgbClr val="3FB4E0">
              <a:alpha val="7985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FBFE880-93EB-6E1B-E08D-3DD908E2CE83}"/>
              </a:ext>
            </a:extLst>
          </p:cNvPr>
          <p:cNvGrpSpPr/>
          <p:nvPr/>
        </p:nvGrpSpPr>
        <p:grpSpPr>
          <a:xfrm>
            <a:off x="3599516" y="2908585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A2C9A1C-7728-C940-EA77-04E34D2E3D6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9075D87-D17D-A99A-5EFC-E1374CD86C41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022F3631-B097-3CAE-85E6-35708E02DE23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45AE804-A23D-A0D5-4E25-1A57C6625FFD}"/>
              </a:ext>
            </a:extLst>
          </p:cNvPr>
          <p:cNvCxnSpPr/>
          <p:nvPr/>
        </p:nvCxnSpPr>
        <p:spPr>
          <a:xfrm>
            <a:off x="3939102" y="941868"/>
            <a:ext cx="1159474" cy="756425"/>
          </a:xfrm>
          <a:prstGeom prst="line">
            <a:avLst/>
          </a:prstGeom>
          <a:ln w="12700">
            <a:solidFill>
              <a:schemeClr val="accent2"/>
            </a:solidFill>
            <a:headEnd type="diamond"/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CEA8622-0834-8C85-1928-BFC14DAFF8CC}"/>
              </a:ext>
            </a:extLst>
          </p:cNvPr>
          <p:cNvCxnSpPr>
            <a:cxnSpLocks/>
          </p:cNvCxnSpPr>
          <p:nvPr/>
        </p:nvCxnSpPr>
        <p:spPr>
          <a:xfrm flipV="1">
            <a:off x="3939102" y="1698293"/>
            <a:ext cx="1159474" cy="1255486"/>
          </a:xfrm>
          <a:prstGeom prst="line">
            <a:avLst/>
          </a:prstGeom>
          <a:ln w="12700">
            <a:solidFill>
              <a:schemeClr val="accent2"/>
            </a:solidFill>
            <a:headEnd type="diamond"/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A5159A0-9FE1-7D80-A4F5-8EA06FCB4693}"/>
              </a:ext>
            </a:extLst>
          </p:cNvPr>
          <p:cNvCxnSpPr/>
          <p:nvPr/>
        </p:nvCxnSpPr>
        <p:spPr>
          <a:xfrm>
            <a:off x="5602668" y="1698293"/>
            <a:ext cx="1176349" cy="0"/>
          </a:xfrm>
          <a:prstGeom prst="line">
            <a:avLst/>
          </a:prstGeom>
          <a:ln w="12700">
            <a:solidFill>
              <a:schemeClr val="accent2"/>
            </a:solidFill>
            <a:headEnd type="diamond"/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31229BE-12E7-0351-8ECA-BD04B48FA713}"/>
              </a:ext>
            </a:extLst>
          </p:cNvPr>
          <p:cNvCxnSpPr/>
          <p:nvPr/>
        </p:nvCxnSpPr>
        <p:spPr>
          <a:xfrm>
            <a:off x="5350622" y="1885862"/>
            <a:ext cx="855395" cy="886309"/>
          </a:xfrm>
          <a:prstGeom prst="line">
            <a:avLst/>
          </a:prstGeom>
          <a:ln w="12700">
            <a:solidFill>
              <a:schemeClr val="accent2"/>
            </a:solidFill>
            <a:headEnd type="diamond"/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1B7A9CD-6C74-5C28-971A-08570A8E4066}"/>
              </a:ext>
            </a:extLst>
          </p:cNvPr>
          <p:cNvCxnSpPr/>
          <p:nvPr/>
        </p:nvCxnSpPr>
        <p:spPr>
          <a:xfrm flipH="1">
            <a:off x="6206017" y="1885862"/>
            <a:ext cx="825046" cy="886309"/>
          </a:xfrm>
          <a:prstGeom prst="line">
            <a:avLst/>
          </a:prstGeom>
          <a:ln w="12700">
            <a:solidFill>
              <a:schemeClr val="accent2"/>
            </a:solidFill>
            <a:headEnd type="diamond"/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5A758F2-0B00-DBB6-ECB8-0BB37C7D8001}"/>
              </a:ext>
            </a:extLst>
          </p:cNvPr>
          <p:cNvCxnSpPr/>
          <p:nvPr/>
        </p:nvCxnSpPr>
        <p:spPr>
          <a:xfrm>
            <a:off x="6206017" y="3147310"/>
            <a:ext cx="0" cy="998065"/>
          </a:xfrm>
          <a:prstGeom prst="line">
            <a:avLst/>
          </a:prstGeom>
          <a:ln w="12700">
            <a:solidFill>
              <a:schemeClr val="accent2"/>
            </a:solidFill>
            <a:headEnd type="diamond"/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528A6F5-52FE-5F74-574E-29643F24F625}"/>
              </a:ext>
            </a:extLst>
          </p:cNvPr>
          <p:cNvCxnSpPr/>
          <p:nvPr/>
        </p:nvCxnSpPr>
        <p:spPr>
          <a:xfrm flipH="1">
            <a:off x="7283109" y="941868"/>
            <a:ext cx="1160876" cy="756425"/>
          </a:xfrm>
          <a:prstGeom prst="line">
            <a:avLst/>
          </a:prstGeom>
          <a:ln w="12700">
            <a:solidFill>
              <a:schemeClr val="accent2"/>
            </a:solidFill>
            <a:headEnd type="diamond"/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8C61575-95B3-F5F4-6693-CF11BF9E56F4}"/>
              </a:ext>
            </a:extLst>
          </p:cNvPr>
          <p:cNvCxnSpPr/>
          <p:nvPr/>
        </p:nvCxnSpPr>
        <p:spPr>
          <a:xfrm flipH="1" flipV="1">
            <a:off x="7283109" y="1698293"/>
            <a:ext cx="1160876" cy="1261448"/>
          </a:xfrm>
          <a:prstGeom prst="line">
            <a:avLst/>
          </a:prstGeom>
          <a:ln w="12700">
            <a:solidFill>
              <a:schemeClr val="accent2"/>
            </a:solidFill>
            <a:headEnd type="diamond"/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A8E2D61-24A1-1145-96FE-E0EA55E2D25C}"/>
              </a:ext>
            </a:extLst>
          </p:cNvPr>
          <p:cNvSpPr txBox="1"/>
          <p:nvPr/>
        </p:nvSpPr>
        <p:spPr>
          <a:xfrm>
            <a:off x="2936030" y="1194640"/>
            <a:ext cx="149653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CE0: 192.168.7.1/24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0B4D73A-898C-068E-6343-3A93B32AC841}"/>
              </a:ext>
            </a:extLst>
          </p:cNvPr>
          <p:cNvSpPr txBox="1"/>
          <p:nvPr/>
        </p:nvSpPr>
        <p:spPr>
          <a:xfrm>
            <a:off x="7994358" y="1202133"/>
            <a:ext cx="149653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CE1: 192.168.7.1/24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591BF7A-F916-ADBF-B2E1-17391F42E906}"/>
              </a:ext>
            </a:extLst>
          </p:cNvPr>
          <p:cNvSpPr txBox="1"/>
          <p:nvPr/>
        </p:nvSpPr>
        <p:spPr>
          <a:xfrm>
            <a:off x="7947763" y="3209680"/>
            <a:ext cx="149653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CE2: 192.168.6.1/24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4F9FBFD-76AE-3AF6-F80A-397894A5A4F7}"/>
              </a:ext>
            </a:extLst>
          </p:cNvPr>
          <p:cNvSpPr txBox="1"/>
          <p:nvPr/>
        </p:nvSpPr>
        <p:spPr>
          <a:xfrm>
            <a:off x="5441518" y="4589910"/>
            <a:ext cx="149653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CE3: 192.168.6.1/24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A947309-6EDC-F89C-27A5-3C1018C6C0E8}"/>
              </a:ext>
            </a:extLst>
          </p:cNvPr>
          <p:cNvSpPr txBox="1"/>
          <p:nvPr/>
        </p:nvSpPr>
        <p:spPr>
          <a:xfrm>
            <a:off x="2936029" y="3209679"/>
            <a:ext cx="149653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CE4: 192.168.8.1/24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8F21C9D-0802-C04A-27E1-888B354DFA0B}"/>
              </a:ext>
            </a:extLst>
          </p:cNvPr>
          <p:cNvSpPr txBox="1"/>
          <p:nvPr/>
        </p:nvSpPr>
        <p:spPr>
          <a:xfrm>
            <a:off x="4894066" y="1189043"/>
            <a:ext cx="108313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PE0: 10.10.10.1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1AC7D05-0FE5-F114-5F07-28BD51C2F475}"/>
              </a:ext>
            </a:extLst>
          </p:cNvPr>
          <p:cNvSpPr txBox="1"/>
          <p:nvPr/>
        </p:nvSpPr>
        <p:spPr>
          <a:xfrm>
            <a:off x="6489493" y="1177157"/>
            <a:ext cx="108313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PE1: 10.10.10.2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B636915-7E8C-082B-8D74-6BC5E3626D5A}"/>
              </a:ext>
            </a:extLst>
          </p:cNvPr>
          <p:cNvSpPr txBox="1"/>
          <p:nvPr/>
        </p:nvSpPr>
        <p:spPr>
          <a:xfrm>
            <a:off x="6381410" y="2845034"/>
            <a:ext cx="108313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PE2: 10.10.10.3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0F3815C-A284-522B-6D13-894A819DDD9D}"/>
              </a:ext>
            </a:extLst>
          </p:cNvPr>
          <p:cNvSpPr txBox="1"/>
          <p:nvPr/>
        </p:nvSpPr>
        <p:spPr>
          <a:xfrm>
            <a:off x="3945752" y="769823"/>
            <a:ext cx="170113" cy="246221"/>
          </a:xfrm>
          <a:custGeom>
            <a:avLst/>
            <a:gdLst>
              <a:gd name="connsiteX0" fmla="*/ 0 w 170113"/>
              <a:gd name="connsiteY0" fmla="*/ 0 h 246221"/>
              <a:gd name="connsiteX1" fmla="*/ 170113 w 170113"/>
              <a:gd name="connsiteY1" fmla="*/ 0 h 246221"/>
              <a:gd name="connsiteX2" fmla="*/ 170113 w 170113"/>
              <a:gd name="connsiteY2" fmla="*/ 246221 h 246221"/>
              <a:gd name="connsiteX3" fmla="*/ 0 w 170113"/>
              <a:gd name="connsiteY3" fmla="*/ 246221 h 246221"/>
              <a:gd name="connsiteX4" fmla="*/ 0 w 170113"/>
              <a:gd name="connsiteY4" fmla="*/ 0 h 246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0113" h="246221" extrusionOk="0">
                <a:moveTo>
                  <a:pt x="0" y="0"/>
                </a:moveTo>
                <a:cubicBezTo>
                  <a:pt x="47550" y="-14900"/>
                  <a:pt x="106179" y="15112"/>
                  <a:pt x="170113" y="0"/>
                </a:cubicBezTo>
                <a:cubicBezTo>
                  <a:pt x="177053" y="100645"/>
                  <a:pt x="175198" y="179643"/>
                  <a:pt x="170113" y="246221"/>
                </a:cubicBezTo>
                <a:cubicBezTo>
                  <a:pt x="97404" y="256928"/>
                  <a:pt x="17600" y="232260"/>
                  <a:pt x="0" y="246221"/>
                </a:cubicBezTo>
                <a:cubicBezTo>
                  <a:pt x="-13414" y="218582"/>
                  <a:pt x="6030" y="36364"/>
                  <a:pt x="0" y="0"/>
                </a:cubicBezTo>
                <a:close/>
              </a:path>
            </a:pathLst>
          </a:custGeom>
          <a:noFill/>
          <a:ln w="12700" cap="rnd">
            <a:noFill/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FECB066-88AA-4A65-D3DA-7D7B7816DD1B}"/>
              </a:ext>
            </a:extLst>
          </p:cNvPr>
          <p:cNvSpPr txBox="1"/>
          <p:nvPr/>
        </p:nvSpPr>
        <p:spPr>
          <a:xfrm>
            <a:off x="8177445" y="742583"/>
            <a:ext cx="34494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C685AD-93B0-426D-6636-E3C0C92B0210}"/>
              </a:ext>
            </a:extLst>
          </p:cNvPr>
          <p:cNvSpPr txBox="1"/>
          <p:nvPr/>
        </p:nvSpPr>
        <p:spPr>
          <a:xfrm>
            <a:off x="4877428" y="1428046"/>
            <a:ext cx="29682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5C5AA1E-0E32-3891-0717-D5BC93BEE720}"/>
              </a:ext>
            </a:extLst>
          </p:cNvPr>
          <p:cNvSpPr txBox="1"/>
          <p:nvPr/>
        </p:nvSpPr>
        <p:spPr>
          <a:xfrm>
            <a:off x="7240721" y="1451223"/>
            <a:ext cx="21482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D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69315B48-67C4-CF67-C6EE-56D2374397A9}"/>
              </a:ext>
            </a:extLst>
          </p:cNvPr>
          <p:cNvSpPr/>
          <p:nvPr/>
        </p:nvSpPr>
        <p:spPr>
          <a:xfrm>
            <a:off x="4000931" y="4964109"/>
            <a:ext cx="1377561" cy="1124067"/>
          </a:xfrm>
          <a:prstGeom prst="roundRect">
            <a:avLst/>
          </a:prstGeom>
          <a:solidFill>
            <a:srgbClr val="3FB4E0">
              <a:alpha val="2022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A. eth0 192.168.7.1</a:t>
            </a:r>
          </a:p>
          <a:p>
            <a:r>
              <a:rPr lang="en-US" sz="1000" dirty="0">
                <a:solidFill>
                  <a:srgbClr val="3FB4E0"/>
                </a:solidFill>
              </a:rPr>
              <a:t>B. eth1 192.168.7.2</a:t>
            </a:r>
          </a:p>
          <a:p>
            <a:r>
              <a:rPr lang="en-US" sz="1000" dirty="0">
                <a:solidFill>
                  <a:srgbClr val="3FB4E0"/>
                </a:solidFill>
              </a:rPr>
              <a:t>C. eth0 192.168.7.1</a:t>
            </a:r>
          </a:p>
          <a:p>
            <a:r>
              <a:rPr lang="en-US" sz="1000" dirty="0">
                <a:solidFill>
                  <a:srgbClr val="3FB4E0"/>
                </a:solidFill>
              </a:rPr>
              <a:t>D. eth0 192.168.7.2</a:t>
            </a:r>
          </a:p>
          <a:p>
            <a:r>
              <a:rPr lang="en-US" sz="1000" dirty="0">
                <a:solidFill>
                  <a:srgbClr val="3FB4E0"/>
                </a:solidFill>
              </a:rPr>
              <a:t>E. eth2 10.0.12.9</a:t>
            </a:r>
          </a:p>
          <a:p>
            <a:r>
              <a:rPr lang="en-US" sz="1000" dirty="0">
                <a:solidFill>
                  <a:srgbClr val="3FB4E0"/>
                </a:solidFill>
              </a:rPr>
              <a:t>F. eth1 10.0.12.10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FE95E3B-4B13-2A97-0314-270DB1D10D02}"/>
              </a:ext>
            </a:extLst>
          </p:cNvPr>
          <p:cNvSpPr txBox="1"/>
          <p:nvPr/>
        </p:nvSpPr>
        <p:spPr>
          <a:xfrm>
            <a:off x="5468274" y="1491909"/>
            <a:ext cx="4022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A45AB7B-225E-2209-DEBB-E670955EB05F}"/>
              </a:ext>
            </a:extLst>
          </p:cNvPr>
          <p:cNvSpPr txBox="1"/>
          <p:nvPr/>
        </p:nvSpPr>
        <p:spPr>
          <a:xfrm>
            <a:off x="6493551" y="1500750"/>
            <a:ext cx="4022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2E71CB8-EBC6-9BF1-83E9-8A9DBF4377A6}"/>
              </a:ext>
            </a:extLst>
          </p:cNvPr>
          <p:cNvSpPr txBox="1"/>
          <p:nvPr/>
        </p:nvSpPr>
        <p:spPr>
          <a:xfrm>
            <a:off x="5213584" y="1872250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4534A76-EB33-32E8-6FB8-9D8B1B862ABC}"/>
              </a:ext>
            </a:extLst>
          </p:cNvPr>
          <p:cNvSpPr txBox="1"/>
          <p:nvPr/>
        </p:nvSpPr>
        <p:spPr>
          <a:xfrm>
            <a:off x="5891605" y="2587367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H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ABB9A59-27AB-CB24-5770-52EB7F093907}"/>
              </a:ext>
            </a:extLst>
          </p:cNvPr>
          <p:cNvSpPr txBox="1"/>
          <p:nvPr/>
        </p:nvSpPr>
        <p:spPr>
          <a:xfrm>
            <a:off x="6240467" y="2589713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J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17B6E48-11EC-449F-E3AE-8499EA81D98D}"/>
              </a:ext>
            </a:extLst>
          </p:cNvPr>
          <p:cNvSpPr txBox="1"/>
          <p:nvPr/>
        </p:nvSpPr>
        <p:spPr>
          <a:xfrm>
            <a:off x="6917485" y="1879269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I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FD79795-29E8-CF2E-A97F-834111E73731}"/>
              </a:ext>
            </a:extLst>
          </p:cNvPr>
          <p:cNvSpPr txBox="1"/>
          <p:nvPr/>
        </p:nvSpPr>
        <p:spPr>
          <a:xfrm>
            <a:off x="7217029" y="1766286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C998549-F980-5DE6-995F-BBFCD42822F1}"/>
              </a:ext>
            </a:extLst>
          </p:cNvPr>
          <p:cNvSpPr txBox="1"/>
          <p:nvPr/>
        </p:nvSpPr>
        <p:spPr>
          <a:xfrm>
            <a:off x="8262780" y="2662208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L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91086F7-C379-F791-CAF3-775B6C7BC060}"/>
              </a:ext>
            </a:extLst>
          </p:cNvPr>
          <p:cNvSpPr txBox="1"/>
          <p:nvPr/>
        </p:nvSpPr>
        <p:spPr>
          <a:xfrm>
            <a:off x="6170175" y="3129013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O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B06B305-C355-2687-28CD-8B8EA92A18E7}"/>
              </a:ext>
            </a:extLst>
          </p:cNvPr>
          <p:cNvSpPr txBox="1"/>
          <p:nvPr/>
        </p:nvSpPr>
        <p:spPr>
          <a:xfrm>
            <a:off x="6157030" y="3940458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P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98D3ED8-0541-693D-1F1D-075476CF5687}"/>
              </a:ext>
            </a:extLst>
          </p:cNvPr>
          <p:cNvSpPr txBox="1"/>
          <p:nvPr/>
        </p:nvSpPr>
        <p:spPr>
          <a:xfrm>
            <a:off x="4904482" y="1763779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M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9A6B35A-166E-98A7-39D2-7C50CB5D121B}"/>
              </a:ext>
            </a:extLst>
          </p:cNvPr>
          <p:cNvSpPr txBox="1"/>
          <p:nvPr/>
        </p:nvSpPr>
        <p:spPr>
          <a:xfrm>
            <a:off x="3901347" y="2853935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F01DE56F-171A-BD73-83DE-0E190B05BCD1}"/>
              </a:ext>
            </a:extLst>
          </p:cNvPr>
          <p:cNvSpPr/>
          <p:nvPr/>
        </p:nvSpPr>
        <p:spPr>
          <a:xfrm>
            <a:off x="5473742" y="4964109"/>
            <a:ext cx="1374910" cy="1124067"/>
          </a:xfrm>
          <a:prstGeom prst="roundRect">
            <a:avLst/>
          </a:prstGeom>
          <a:solidFill>
            <a:srgbClr val="3FB4E0">
              <a:alpha val="2022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G. eth3 10.0.17.13</a:t>
            </a:r>
          </a:p>
          <a:p>
            <a:r>
              <a:rPr lang="en-US" sz="1000" dirty="0">
                <a:solidFill>
                  <a:srgbClr val="3FB4E0"/>
                </a:solidFill>
              </a:rPr>
              <a:t>H. eth1 10.0.17.14</a:t>
            </a:r>
          </a:p>
          <a:p>
            <a:r>
              <a:rPr lang="en-US" sz="1000" dirty="0">
                <a:solidFill>
                  <a:srgbClr val="3FB4E0"/>
                </a:solidFill>
              </a:rPr>
              <a:t>I. eth2 10.0.27.13</a:t>
            </a:r>
          </a:p>
          <a:p>
            <a:r>
              <a:rPr lang="en-US" sz="1000" dirty="0">
                <a:solidFill>
                  <a:srgbClr val="3FB4E0"/>
                </a:solidFill>
              </a:rPr>
              <a:t>J. eth2 10.0.27.14</a:t>
            </a:r>
          </a:p>
          <a:p>
            <a:r>
              <a:rPr lang="en-US" sz="1000" dirty="0">
                <a:solidFill>
                  <a:srgbClr val="3FB4E0"/>
                </a:solidFill>
              </a:rPr>
              <a:t>K. eth3 192.168.6.2</a:t>
            </a:r>
          </a:p>
          <a:p>
            <a:r>
              <a:rPr lang="en-US" sz="1000" dirty="0">
                <a:solidFill>
                  <a:srgbClr val="3FB4E0"/>
                </a:solidFill>
              </a:rPr>
              <a:t>L. eth0 192.168.6.1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CCA84AE7-7123-04F0-87B9-0C4FA8F5C6C4}"/>
              </a:ext>
            </a:extLst>
          </p:cNvPr>
          <p:cNvSpPr/>
          <p:nvPr/>
        </p:nvSpPr>
        <p:spPr>
          <a:xfrm>
            <a:off x="6938051" y="4957549"/>
            <a:ext cx="1496532" cy="1124067"/>
          </a:xfrm>
          <a:prstGeom prst="roundRect">
            <a:avLst/>
          </a:prstGeom>
          <a:solidFill>
            <a:srgbClr val="3FB4E0">
              <a:alpha val="2022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M. eth0 192.168.8.2</a:t>
            </a:r>
          </a:p>
          <a:p>
            <a:r>
              <a:rPr lang="en-US" sz="1000" dirty="0">
                <a:solidFill>
                  <a:srgbClr val="3FB4E0"/>
                </a:solidFill>
              </a:rPr>
              <a:t>N. eth0 192.168.8.1</a:t>
            </a:r>
          </a:p>
          <a:p>
            <a:r>
              <a:rPr lang="en-US" sz="1000" dirty="0">
                <a:solidFill>
                  <a:srgbClr val="3FB4E0"/>
                </a:solidFill>
              </a:rPr>
              <a:t>O. eth0 192.168.6.2</a:t>
            </a:r>
          </a:p>
          <a:p>
            <a:r>
              <a:rPr lang="en-US" sz="1000" dirty="0">
                <a:solidFill>
                  <a:srgbClr val="3FB4E0"/>
                </a:solidFill>
              </a:rPr>
              <a:t>P. eth0 192.168.6.1</a:t>
            </a:r>
          </a:p>
        </p:txBody>
      </p:sp>
    </p:spTree>
    <p:extLst>
      <p:ext uri="{BB962C8B-B14F-4D97-AF65-F5344CB8AC3E}">
        <p14:creationId xmlns:p14="http://schemas.microsoft.com/office/powerpoint/2010/main" val="42158724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94E93-00B2-6E24-4FA4-D89051C50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8FC0A9-0EBE-10E7-02BA-89753E0282C8}"/>
              </a:ext>
            </a:extLst>
          </p:cNvPr>
          <p:cNvSpPr/>
          <p:nvPr/>
        </p:nvSpPr>
        <p:spPr>
          <a:xfrm>
            <a:off x="4615962" y="1465217"/>
            <a:ext cx="3516924" cy="3951171"/>
          </a:xfrm>
          <a:prstGeom prst="rect">
            <a:avLst/>
          </a:prstGeom>
          <a:solidFill>
            <a:srgbClr val="3FB4E0">
              <a:alpha val="2024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512B1FD-62E8-C637-13E5-2C4F2420680B}"/>
              </a:ext>
            </a:extLst>
          </p:cNvPr>
          <p:cNvSpPr/>
          <p:nvPr/>
        </p:nvSpPr>
        <p:spPr>
          <a:xfrm>
            <a:off x="4902630" y="3015635"/>
            <a:ext cx="2895641" cy="1238501"/>
          </a:xfrm>
          <a:prstGeom prst="ellipse">
            <a:avLst/>
          </a:prstGeom>
          <a:solidFill>
            <a:srgbClr val="3FB4E0">
              <a:alpha val="20241"/>
            </a:srgbClr>
          </a:solidFill>
          <a:ln w="12700">
            <a:noFill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B1384C-5026-C102-24C8-3038FB90AD49}"/>
              </a:ext>
            </a:extLst>
          </p:cNvPr>
          <p:cNvSpPr/>
          <p:nvPr/>
        </p:nvSpPr>
        <p:spPr>
          <a:xfrm>
            <a:off x="4380410" y="1288869"/>
            <a:ext cx="3971109" cy="436108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901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EA847DC-399A-2250-D4AD-3C5C4931F136}"/>
              </a:ext>
            </a:extLst>
          </p:cNvPr>
          <p:cNvSpPr/>
          <p:nvPr/>
        </p:nvSpPr>
        <p:spPr>
          <a:xfrm>
            <a:off x="5939731" y="3174345"/>
            <a:ext cx="859510" cy="833571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971DDE5-3047-4F93-B107-3D93250C9245}"/>
              </a:ext>
            </a:extLst>
          </p:cNvPr>
          <p:cNvGrpSpPr/>
          <p:nvPr/>
        </p:nvGrpSpPr>
        <p:grpSpPr>
          <a:xfrm>
            <a:off x="6025811" y="3296120"/>
            <a:ext cx="661462" cy="521877"/>
            <a:chOff x="3471626" y="4318347"/>
            <a:chExt cx="817162" cy="655434"/>
          </a:xfrm>
          <a:effectLst/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273D6A2-23D3-D994-3D6A-F0BD78E6F63E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B549232-B560-2C41-9B4D-19D684413EB4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73F2AC1-6EB7-3583-30EA-7756A6B494A0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320327B-8044-9553-A32F-11DB23701C4E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BA7447B-4852-FD14-BF1C-4A92E1C1AEB6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584F3BC-AF0B-A41D-DFC7-1282CC47C695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6EDC516-2486-F85F-F8EB-10A9DDE2A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FFA2B88-ADB7-4889-2702-CAC2479F3039}"/>
                </a:ext>
              </a:extLst>
            </p:cNvPr>
            <p:cNvCxnSpPr>
              <a:cxnSpLocks/>
              <a:stCxn id="9" idx="5"/>
              <a:endCxn id="11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738B305-6422-8DE9-1E7D-2041C2D71E82}"/>
                </a:ext>
              </a:extLst>
            </p:cNvPr>
            <p:cNvCxnSpPr>
              <a:cxnSpLocks/>
              <a:stCxn id="11" idx="5"/>
              <a:endCxn id="12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5148F94-0B8E-8632-9FAD-920C6E133311}"/>
              </a:ext>
            </a:extLst>
          </p:cNvPr>
          <p:cNvSpPr txBox="1"/>
          <p:nvPr/>
        </p:nvSpPr>
        <p:spPr>
          <a:xfrm>
            <a:off x="6143253" y="4007916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4E84761-BA78-F144-A5E5-F4F1CC2EFDFC}"/>
              </a:ext>
            </a:extLst>
          </p:cNvPr>
          <p:cNvSpPr/>
          <p:nvPr/>
        </p:nvSpPr>
        <p:spPr>
          <a:xfrm>
            <a:off x="5169113" y="1638873"/>
            <a:ext cx="517907" cy="814095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8B33F69-0E18-DC11-5A0B-B23C1C5D2734}"/>
              </a:ext>
            </a:extLst>
          </p:cNvPr>
          <p:cNvGrpSpPr/>
          <p:nvPr/>
        </p:nvGrpSpPr>
        <p:grpSpPr>
          <a:xfrm>
            <a:off x="5200158" y="1740030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3060C1B-E727-A9CA-FA78-3BF6F3DFC582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AB8E159-2A78-A319-9A18-BA8B6926D581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A6519DA-BD8D-82E3-AC88-601282A79E07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Graphic 22" descr="Circles with lines outline">
            <a:extLst>
              <a:ext uri="{FF2B5EF4-FFF2-40B4-BE49-F238E27FC236}">
                <a16:creationId xmlns:a16="http://schemas.microsoft.com/office/drawing/2014/main" id="{D65032B6-94DA-791E-A86A-160A2DC8B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9349" y="2133052"/>
            <a:ext cx="327671" cy="333128"/>
          </a:xfrm>
          <a:prstGeom prst="rect">
            <a:avLst/>
          </a:prstGeom>
          <a:effectLst/>
        </p:spPr>
      </p:pic>
      <p:pic>
        <p:nvPicPr>
          <p:cNvPr id="28" name="Graphic 27" descr="Users with solid fill">
            <a:extLst>
              <a:ext uri="{FF2B5EF4-FFF2-40B4-BE49-F238E27FC236}">
                <a16:creationId xmlns:a16="http://schemas.microsoft.com/office/drawing/2014/main" id="{770BFC33-432A-D9EB-DE63-58BA23520D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1837" y="1671447"/>
            <a:ext cx="914400" cy="914400"/>
          </a:xfrm>
          <a:prstGeom prst="rect">
            <a:avLst/>
          </a:prstGeom>
          <a:effectLst/>
        </p:spPr>
      </p:pic>
      <p:sp>
        <p:nvSpPr>
          <p:cNvPr id="32" name="Magnetic Disk 31">
            <a:extLst>
              <a:ext uri="{FF2B5EF4-FFF2-40B4-BE49-F238E27FC236}">
                <a16:creationId xmlns:a16="http://schemas.microsoft.com/office/drawing/2014/main" id="{BC5D8B1C-4825-7BD2-DE15-B40E51B6FC88}"/>
              </a:ext>
            </a:extLst>
          </p:cNvPr>
          <p:cNvSpPr/>
          <p:nvPr/>
        </p:nvSpPr>
        <p:spPr>
          <a:xfrm>
            <a:off x="5023402" y="4927460"/>
            <a:ext cx="504092" cy="289760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EC61125-4CF5-0968-47F1-85F00A2B7EC7}"/>
              </a:ext>
            </a:extLst>
          </p:cNvPr>
          <p:cNvGrpSpPr/>
          <p:nvPr/>
        </p:nvGrpSpPr>
        <p:grpSpPr>
          <a:xfrm>
            <a:off x="5187908" y="502471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494C847-0C26-8D57-10C3-18AFC8958D37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D974DA0-5170-097F-331D-9406AAAB763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034AE87-F340-E814-D528-A2B90B4B7DC4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Magnetic Disk 37">
            <a:extLst>
              <a:ext uri="{FF2B5EF4-FFF2-40B4-BE49-F238E27FC236}">
                <a16:creationId xmlns:a16="http://schemas.microsoft.com/office/drawing/2014/main" id="{CFA0B1AE-8A9F-1172-CFA7-CCBF72EECEFA}"/>
              </a:ext>
            </a:extLst>
          </p:cNvPr>
          <p:cNvSpPr/>
          <p:nvPr/>
        </p:nvSpPr>
        <p:spPr>
          <a:xfrm>
            <a:off x="6158797" y="4922523"/>
            <a:ext cx="504092" cy="289760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AD5C491-620D-4669-6311-5017C3F20763}"/>
              </a:ext>
            </a:extLst>
          </p:cNvPr>
          <p:cNvGrpSpPr/>
          <p:nvPr/>
        </p:nvGrpSpPr>
        <p:grpSpPr>
          <a:xfrm>
            <a:off x="6323303" y="5019777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F8A7134-AF05-880E-5AF3-99BBA81E7BA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27F4E1D-E32C-377C-CFC8-71ECCC7C01EF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14F8D42-2927-2394-660E-5C2A7FEE175D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Magnetic Disk 43">
            <a:extLst>
              <a:ext uri="{FF2B5EF4-FFF2-40B4-BE49-F238E27FC236}">
                <a16:creationId xmlns:a16="http://schemas.microsoft.com/office/drawing/2014/main" id="{377C49DB-8749-6EBB-56EF-607AB09D10B6}"/>
              </a:ext>
            </a:extLst>
          </p:cNvPr>
          <p:cNvSpPr/>
          <p:nvPr/>
        </p:nvSpPr>
        <p:spPr>
          <a:xfrm>
            <a:off x="7294192" y="4922523"/>
            <a:ext cx="504092" cy="289760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47ADD07-420F-8CA7-1E11-9A368815DF31}"/>
              </a:ext>
            </a:extLst>
          </p:cNvPr>
          <p:cNvGrpSpPr/>
          <p:nvPr/>
        </p:nvGrpSpPr>
        <p:grpSpPr>
          <a:xfrm>
            <a:off x="7458698" y="5019777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9B88ECB-720B-3278-9422-C6704D6A817E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2DFC4A3-A158-E353-5E58-DE54E53A280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24EDFD84-625F-7298-279C-45D5C9F6E20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DAF0164-A323-7EE9-20BB-BB9BA74E23DF}"/>
              </a:ext>
            </a:extLst>
          </p:cNvPr>
          <p:cNvCxnSpPr>
            <a:cxnSpLocks/>
          </p:cNvCxnSpPr>
          <p:nvPr/>
        </p:nvCxnSpPr>
        <p:spPr>
          <a:xfrm flipH="1">
            <a:off x="5426029" y="2536367"/>
            <a:ext cx="3646" cy="497426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747D8F1-C457-F6C2-7E74-83C9D4F5282E}"/>
              </a:ext>
            </a:extLst>
          </p:cNvPr>
          <p:cNvCxnSpPr>
            <a:cxnSpLocks/>
          </p:cNvCxnSpPr>
          <p:nvPr/>
        </p:nvCxnSpPr>
        <p:spPr>
          <a:xfrm flipH="1">
            <a:off x="7085390" y="2515324"/>
            <a:ext cx="3646" cy="497426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FD59A5D-21F5-5141-6A19-86531742C4CA}"/>
              </a:ext>
            </a:extLst>
          </p:cNvPr>
          <p:cNvSpPr txBox="1"/>
          <p:nvPr/>
        </p:nvSpPr>
        <p:spPr>
          <a:xfrm>
            <a:off x="5422739" y="2578055"/>
            <a:ext cx="1114729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Northbound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API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7A901F2-3D6E-A8EE-2FC8-3C17A05F9C08}"/>
              </a:ext>
            </a:extLst>
          </p:cNvPr>
          <p:cNvSpPr txBox="1"/>
          <p:nvPr/>
        </p:nvSpPr>
        <p:spPr>
          <a:xfrm>
            <a:off x="7085390" y="2566808"/>
            <a:ext cx="91440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 Web UI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or CLI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6F5D30B-285C-7F26-B5EA-5A46EB273391}"/>
              </a:ext>
            </a:extLst>
          </p:cNvPr>
          <p:cNvCxnSpPr>
            <a:cxnSpLocks/>
          </p:cNvCxnSpPr>
          <p:nvPr/>
        </p:nvCxnSpPr>
        <p:spPr>
          <a:xfrm>
            <a:off x="6414679" y="4281645"/>
            <a:ext cx="0" cy="555499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3BA98E31-072C-AD65-39A7-C963A21A557C}"/>
              </a:ext>
            </a:extLst>
          </p:cNvPr>
          <p:cNvSpPr txBox="1"/>
          <p:nvPr/>
        </p:nvSpPr>
        <p:spPr>
          <a:xfrm>
            <a:off x="6397241" y="4339032"/>
            <a:ext cx="84456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NETCONF,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CLI, REST</a:t>
            </a:r>
            <a:endParaRPr lang="en-US" dirty="0">
              <a:solidFill>
                <a:srgbClr val="3FB4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9898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E6C45-BF53-8E87-4B7C-13555D560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115540-D1CB-1810-B50B-31512B07EED8}"/>
              </a:ext>
            </a:extLst>
          </p:cNvPr>
          <p:cNvSpPr/>
          <p:nvPr/>
        </p:nvSpPr>
        <p:spPr>
          <a:xfrm>
            <a:off x="5128182" y="979990"/>
            <a:ext cx="2554663" cy="3931919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958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3832E2A-F9D4-0DD0-4CEC-AD386105A0E3}"/>
              </a:ext>
            </a:extLst>
          </p:cNvPr>
          <p:cNvSpPr/>
          <p:nvPr/>
        </p:nvSpPr>
        <p:spPr>
          <a:xfrm>
            <a:off x="5297864" y="1824948"/>
            <a:ext cx="2211178" cy="2021711"/>
          </a:xfrm>
          <a:prstGeom prst="rect">
            <a:avLst/>
          </a:prstGeom>
          <a:solidFill>
            <a:srgbClr val="3FB4E0">
              <a:alpha val="1989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78DBE59-471D-1DD8-5C84-994EE724BB97}"/>
              </a:ext>
            </a:extLst>
          </p:cNvPr>
          <p:cNvSpPr/>
          <p:nvPr/>
        </p:nvSpPr>
        <p:spPr>
          <a:xfrm>
            <a:off x="6222743" y="1869155"/>
            <a:ext cx="426442" cy="410716"/>
          </a:xfrm>
          <a:prstGeom prst="ellipse">
            <a:avLst/>
          </a:prstGeom>
          <a:solidFill>
            <a:srgbClr val="3FB4E0">
              <a:alpha val="7975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507E88-E79E-1A84-7C09-F7CB30D06154}"/>
              </a:ext>
            </a:extLst>
          </p:cNvPr>
          <p:cNvGrpSpPr/>
          <p:nvPr/>
        </p:nvGrpSpPr>
        <p:grpSpPr>
          <a:xfrm>
            <a:off x="6266267" y="1925810"/>
            <a:ext cx="328181" cy="257139"/>
            <a:chOff x="3471626" y="4318347"/>
            <a:chExt cx="817162" cy="655434"/>
          </a:xfrm>
          <a:effectLst/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AFAED78-41A6-D0C8-1281-9637869E0ED2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55D35C4-9C8E-2EA3-A621-4C9E208F4162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DFEDB0A-FA23-DF7F-C8AB-1944371F6A3D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77C974C-8704-5AE4-2300-28395B7FAFF5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B5D4024-2F49-42B0-6080-A1197A5D98D6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7B2F777-8DB3-C487-8BB4-54AFAF3F1865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D93546B-5F6D-E28A-C729-FEFB841668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5CBD27C-5730-81AE-B7BC-607FB07256EE}"/>
                </a:ext>
              </a:extLst>
            </p:cNvPr>
            <p:cNvCxnSpPr>
              <a:cxnSpLocks/>
              <a:stCxn id="9" idx="5"/>
              <a:endCxn id="11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D2872D3-4785-F3E9-42BE-7432FFBEC6F3}"/>
                </a:ext>
              </a:extLst>
            </p:cNvPr>
            <p:cNvCxnSpPr>
              <a:cxnSpLocks/>
              <a:stCxn id="11" idx="5"/>
              <a:endCxn id="12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AB866E4-39DC-C7E9-1F00-056EB3A74C98}"/>
              </a:ext>
            </a:extLst>
          </p:cNvPr>
          <p:cNvSpPr txBox="1"/>
          <p:nvPr/>
        </p:nvSpPr>
        <p:spPr>
          <a:xfrm>
            <a:off x="6203202" y="2265805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0" name="Magnetic Disk 19">
            <a:extLst>
              <a:ext uri="{FF2B5EF4-FFF2-40B4-BE49-F238E27FC236}">
                <a16:creationId xmlns:a16="http://schemas.microsoft.com/office/drawing/2014/main" id="{078F85EB-8B42-EB01-5D22-36DA76D49341}"/>
              </a:ext>
            </a:extLst>
          </p:cNvPr>
          <p:cNvSpPr/>
          <p:nvPr/>
        </p:nvSpPr>
        <p:spPr>
          <a:xfrm>
            <a:off x="5392510" y="4467344"/>
            <a:ext cx="504092" cy="276483"/>
          </a:xfrm>
          <a:prstGeom prst="can">
            <a:avLst/>
          </a:prstGeom>
          <a:solidFill>
            <a:srgbClr val="3FB4E0">
              <a:alpha val="7975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52ABF6-0C5C-3069-F44F-82AF30F42DCD}"/>
              </a:ext>
            </a:extLst>
          </p:cNvPr>
          <p:cNvGrpSpPr/>
          <p:nvPr/>
        </p:nvGrpSpPr>
        <p:grpSpPr>
          <a:xfrm>
            <a:off x="5557016" y="455132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736BC4C-A86B-E6C7-77B6-0ED35C66D3F7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118EB66-01C5-867A-E017-5FF68556D48C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723F653-83B2-CFC3-774C-8C001DC05FEC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Magnetic Disk 25">
            <a:extLst>
              <a:ext uri="{FF2B5EF4-FFF2-40B4-BE49-F238E27FC236}">
                <a16:creationId xmlns:a16="http://schemas.microsoft.com/office/drawing/2014/main" id="{AF2B2AFC-FD45-6D93-048D-7476627CAB6E}"/>
              </a:ext>
            </a:extLst>
          </p:cNvPr>
          <p:cNvSpPr/>
          <p:nvPr/>
        </p:nvSpPr>
        <p:spPr>
          <a:xfrm>
            <a:off x="6199206" y="4467344"/>
            <a:ext cx="504092" cy="281420"/>
          </a:xfrm>
          <a:prstGeom prst="can">
            <a:avLst/>
          </a:prstGeom>
          <a:solidFill>
            <a:srgbClr val="3FB4E0">
              <a:alpha val="7975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667AB1-C0BB-1F89-9F36-C8BC1E312AF2}"/>
              </a:ext>
            </a:extLst>
          </p:cNvPr>
          <p:cNvGrpSpPr/>
          <p:nvPr/>
        </p:nvGrpSpPr>
        <p:grpSpPr>
          <a:xfrm>
            <a:off x="6363712" y="4556258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32AA7CC-9E0A-D8F9-AA90-E3C7073125E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786DDAE-5929-C5BA-3D6D-713BF850B4D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1998102-D31B-198F-0A71-C58D6DAF402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Magnetic Disk 31">
            <a:extLst>
              <a:ext uri="{FF2B5EF4-FFF2-40B4-BE49-F238E27FC236}">
                <a16:creationId xmlns:a16="http://schemas.microsoft.com/office/drawing/2014/main" id="{BFDDD75D-1572-69A6-0744-D7956D1C9072}"/>
              </a:ext>
            </a:extLst>
          </p:cNvPr>
          <p:cNvSpPr/>
          <p:nvPr/>
        </p:nvSpPr>
        <p:spPr>
          <a:xfrm>
            <a:off x="7006809" y="4467344"/>
            <a:ext cx="504092" cy="281420"/>
          </a:xfrm>
          <a:prstGeom prst="can">
            <a:avLst/>
          </a:prstGeom>
          <a:solidFill>
            <a:srgbClr val="3FB4E0">
              <a:alpha val="7975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E910CB-FF3B-492A-991A-E9460E2219E2}"/>
              </a:ext>
            </a:extLst>
          </p:cNvPr>
          <p:cNvGrpSpPr/>
          <p:nvPr/>
        </p:nvGrpSpPr>
        <p:grpSpPr>
          <a:xfrm>
            <a:off x="7171315" y="4556258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D062166-18E6-BE1C-6179-4111BF04F19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3C9D839-0F68-83B6-5521-72BC96215663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E614303-F335-DAE9-078D-DF5C1ADC0349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41EE430-B6A5-B246-9D5A-85930955BE4D}"/>
              </a:ext>
            </a:extLst>
          </p:cNvPr>
          <p:cNvCxnSpPr>
            <a:cxnSpLocks/>
          </p:cNvCxnSpPr>
          <p:nvPr/>
        </p:nvCxnSpPr>
        <p:spPr>
          <a:xfrm>
            <a:off x="6455088" y="3861290"/>
            <a:ext cx="0" cy="555499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BB6FD5E-99D8-B541-47ED-48381311CBD6}"/>
              </a:ext>
            </a:extLst>
          </p:cNvPr>
          <p:cNvSpPr/>
          <p:nvPr/>
        </p:nvSpPr>
        <p:spPr>
          <a:xfrm>
            <a:off x="5529168" y="2503412"/>
            <a:ext cx="1813589" cy="312053"/>
          </a:xfrm>
          <a:prstGeom prst="rect">
            <a:avLst/>
          </a:prstGeom>
          <a:solidFill>
            <a:srgbClr val="3FB4E0">
              <a:alpha val="7975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YANG Model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B8EF4E-ABA6-2041-9EE9-A1383FE0E058}"/>
              </a:ext>
            </a:extLst>
          </p:cNvPr>
          <p:cNvSpPr/>
          <p:nvPr/>
        </p:nvSpPr>
        <p:spPr>
          <a:xfrm>
            <a:off x="5521920" y="2926032"/>
            <a:ext cx="1813589" cy="312053"/>
          </a:xfrm>
          <a:prstGeom prst="rect">
            <a:avLst/>
          </a:prstGeom>
          <a:solidFill>
            <a:srgbClr val="3FB4E0">
              <a:alpha val="7975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Mapping</a:t>
            </a:r>
          </a:p>
        </p:txBody>
      </p:sp>
      <p:sp>
        <p:nvSpPr>
          <p:cNvPr id="42" name="Document 41">
            <a:extLst>
              <a:ext uri="{FF2B5EF4-FFF2-40B4-BE49-F238E27FC236}">
                <a16:creationId xmlns:a16="http://schemas.microsoft.com/office/drawing/2014/main" id="{0EC7FE87-3832-BD1A-463B-36CCE240C222}"/>
              </a:ext>
            </a:extLst>
          </p:cNvPr>
          <p:cNvSpPr/>
          <p:nvPr/>
        </p:nvSpPr>
        <p:spPr>
          <a:xfrm>
            <a:off x="5516978" y="3348918"/>
            <a:ext cx="1813589" cy="312053"/>
          </a:xfrm>
          <a:prstGeom prst="flowChartDocument">
            <a:avLst/>
          </a:prstGeom>
          <a:solidFill>
            <a:srgbClr val="3FB4E0">
              <a:alpha val="7975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NED Device YANG Model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9A8BD9-EDDC-EB50-0A3C-EA4089E2A8B0}"/>
              </a:ext>
            </a:extLst>
          </p:cNvPr>
          <p:cNvSpPr txBox="1"/>
          <p:nvPr/>
        </p:nvSpPr>
        <p:spPr>
          <a:xfrm>
            <a:off x="5896585" y="1078638"/>
            <a:ext cx="1078754" cy="305753"/>
          </a:xfrm>
          <a:prstGeom prst="flowChartOffpageConnector">
            <a:avLst/>
          </a:prstGeom>
          <a:solidFill>
            <a:srgbClr val="3FB4E0">
              <a:alpha val="79757"/>
            </a:srgbClr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Service Request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9EF3AF1-0B94-85F9-5975-2DFEE7323044}"/>
              </a:ext>
            </a:extLst>
          </p:cNvPr>
          <p:cNvCxnSpPr>
            <a:cxnSpLocks/>
          </p:cNvCxnSpPr>
          <p:nvPr/>
        </p:nvCxnSpPr>
        <p:spPr>
          <a:xfrm>
            <a:off x="6423773" y="1449278"/>
            <a:ext cx="1859" cy="316022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E1290B4-3A4D-87B2-05F0-0929B982C2BF}"/>
              </a:ext>
            </a:extLst>
          </p:cNvPr>
          <p:cNvSpPr txBox="1"/>
          <p:nvPr/>
        </p:nvSpPr>
        <p:spPr>
          <a:xfrm>
            <a:off x="6460136" y="3908628"/>
            <a:ext cx="106262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NETCONF, CLI, REST…</a:t>
            </a:r>
            <a:endParaRPr lang="en-US" dirty="0">
              <a:solidFill>
                <a:srgbClr val="3FB4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831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D8D69-FB78-5BFA-D0D4-C4C8BFCCE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046E7F3D-0A91-A860-7818-7287AFCDF7D1}"/>
              </a:ext>
            </a:extLst>
          </p:cNvPr>
          <p:cNvSpPr/>
          <p:nvPr/>
        </p:nvSpPr>
        <p:spPr>
          <a:xfrm>
            <a:off x="5213684" y="3529207"/>
            <a:ext cx="2478506" cy="2579258"/>
          </a:xfrm>
          <a:prstGeom prst="rect">
            <a:avLst/>
          </a:prstGeom>
          <a:solidFill>
            <a:srgbClr val="3FB4E0">
              <a:alpha val="1987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42C454-37E7-1720-0661-5AA483D2DF9C}"/>
              </a:ext>
            </a:extLst>
          </p:cNvPr>
          <p:cNvSpPr/>
          <p:nvPr/>
        </p:nvSpPr>
        <p:spPr>
          <a:xfrm>
            <a:off x="5213684" y="421342"/>
            <a:ext cx="2478506" cy="2721186"/>
          </a:xfrm>
          <a:prstGeom prst="rect">
            <a:avLst/>
          </a:prstGeom>
          <a:solidFill>
            <a:srgbClr val="3FB4E0">
              <a:alpha val="1987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6928028-AC35-36A3-5F79-D5C14F542B31}"/>
              </a:ext>
            </a:extLst>
          </p:cNvPr>
          <p:cNvSpPr/>
          <p:nvPr/>
        </p:nvSpPr>
        <p:spPr>
          <a:xfrm>
            <a:off x="5392510" y="4356478"/>
            <a:ext cx="2118391" cy="751993"/>
          </a:xfrm>
          <a:prstGeom prst="ellipse">
            <a:avLst/>
          </a:prstGeom>
          <a:solidFill>
            <a:srgbClr val="3FB4E0">
              <a:alpha val="20185"/>
            </a:srgbClr>
          </a:solidFill>
          <a:ln w="12700">
            <a:noFill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FA42ECE-221D-5AB3-76B7-F41DA93D9883}"/>
              </a:ext>
            </a:extLst>
          </p:cNvPr>
          <p:cNvSpPr/>
          <p:nvPr/>
        </p:nvSpPr>
        <p:spPr>
          <a:xfrm>
            <a:off x="5392510" y="1288474"/>
            <a:ext cx="2118391" cy="751993"/>
          </a:xfrm>
          <a:prstGeom prst="ellipse">
            <a:avLst/>
          </a:prstGeom>
          <a:solidFill>
            <a:srgbClr val="3FB4E0">
              <a:alpha val="20185"/>
            </a:srgbClr>
          </a:solidFill>
          <a:ln w="12700">
            <a:noFill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D7874C-C73A-A2AC-8A3D-D096C1E8FB58}"/>
              </a:ext>
            </a:extLst>
          </p:cNvPr>
          <p:cNvSpPr/>
          <p:nvPr/>
        </p:nvSpPr>
        <p:spPr>
          <a:xfrm>
            <a:off x="5069306" y="295835"/>
            <a:ext cx="2783306" cy="297980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712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1F6E8F3-328E-A644-DC3E-1C2BE8795B78}"/>
              </a:ext>
            </a:extLst>
          </p:cNvPr>
          <p:cNvSpPr/>
          <p:nvPr/>
        </p:nvSpPr>
        <p:spPr>
          <a:xfrm>
            <a:off x="6222743" y="1365919"/>
            <a:ext cx="426442" cy="410716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DA970B2-31AB-0E0A-9D49-D83078FB9DA8}"/>
              </a:ext>
            </a:extLst>
          </p:cNvPr>
          <p:cNvGrpSpPr/>
          <p:nvPr/>
        </p:nvGrpSpPr>
        <p:grpSpPr>
          <a:xfrm>
            <a:off x="6266267" y="1422574"/>
            <a:ext cx="328181" cy="257139"/>
            <a:chOff x="3471626" y="4318347"/>
            <a:chExt cx="817162" cy="655434"/>
          </a:xfrm>
          <a:effectLst/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9773538-1746-3C9C-CE3D-6F395FA29283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BF9DD9E-60A4-60D7-4E4C-0C8B5542274F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3483859-A736-07D2-1B91-D4471324E891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EF098EC-9DCA-590D-4684-9F23DDC6F7F7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572F92A-1E6F-2631-3397-52D0FE79E387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C05316D-E6BA-4FB6-8D7E-135919DBF037}"/>
                </a:ext>
              </a:extLst>
            </p:cNvPr>
            <p:cNvCxnSpPr>
              <a:cxnSpLocks/>
              <a:endCxn id="11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5B4FBF-0E8B-31EE-EADD-1E3F965A3A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2FC0EFA-C0CF-E2B0-F73A-16BBD59AE37D}"/>
                </a:ext>
              </a:extLst>
            </p:cNvPr>
            <p:cNvCxnSpPr>
              <a:cxnSpLocks/>
              <a:stCxn id="11" idx="5"/>
              <a:endCxn id="13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3791D5B-6A45-A2EC-B2D7-F7BF77C60878}"/>
                </a:ext>
              </a:extLst>
            </p:cNvPr>
            <p:cNvCxnSpPr>
              <a:cxnSpLocks/>
              <a:stCxn id="13" idx="5"/>
              <a:endCxn id="14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405B53D-655B-4A1C-32E2-C24E8E2C6BD0}"/>
              </a:ext>
            </a:extLst>
          </p:cNvPr>
          <p:cNvSpPr txBox="1"/>
          <p:nvPr/>
        </p:nvSpPr>
        <p:spPr>
          <a:xfrm>
            <a:off x="6203202" y="1762569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8" name="Can 27">
            <a:extLst>
              <a:ext uri="{FF2B5EF4-FFF2-40B4-BE49-F238E27FC236}">
                <a16:creationId xmlns:a16="http://schemas.microsoft.com/office/drawing/2014/main" id="{4EE0DD74-0DCA-A09E-E843-4046C3E3B12C}"/>
              </a:ext>
            </a:extLst>
          </p:cNvPr>
          <p:cNvSpPr/>
          <p:nvPr/>
        </p:nvSpPr>
        <p:spPr>
          <a:xfrm>
            <a:off x="6179083" y="2673449"/>
            <a:ext cx="504092" cy="3037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6D8C3AF-70D1-6895-0031-70515C8B27F5}"/>
              </a:ext>
            </a:extLst>
          </p:cNvPr>
          <p:cNvSpPr/>
          <p:nvPr/>
        </p:nvSpPr>
        <p:spPr>
          <a:xfrm>
            <a:off x="6358450" y="2797276"/>
            <a:ext cx="152400" cy="144903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7F17E5-DFDE-5CAB-905B-8F2914F1514D}"/>
              </a:ext>
            </a:extLst>
          </p:cNvPr>
          <p:cNvCxnSpPr>
            <a:cxnSpLocks/>
          </p:cNvCxnSpPr>
          <p:nvPr/>
        </p:nvCxnSpPr>
        <p:spPr>
          <a:xfrm>
            <a:off x="6434196" y="2791595"/>
            <a:ext cx="0" cy="155779"/>
          </a:xfrm>
          <a:prstGeom prst="straightConnector1">
            <a:avLst/>
          </a:prstGeom>
          <a:solidFill>
            <a:srgbClr val="3FB4E0">
              <a:alpha val="80000"/>
            </a:srgbClr>
          </a:solidFill>
          <a:ln w="12700">
            <a:solidFill>
              <a:schemeClr val="bg1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9047571-37F4-C238-BEFF-59AAAC7033BE}"/>
              </a:ext>
            </a:extLst>
          </p:cNvPr>
          <p:cNvCxnSpPr>
            <a:cxnSpLocks/>
          </p:cNvCxnSpPr>
          <p:nvPr/>
        </p:nvCxnSpPr>
        <p:spPr>
          <a:xfrm>
            <a:off x="6346656" y="2871991"/>
            <a:ext cx="175079" cy="0"/>
          </a:xfrm>
          <a:prstGeom prst="straightConnector1">
            <a:avLst/>
          </a:prstGeom>
          <a:solidFill>
            <a:srgbClr val="3FB4E0">
              <a:alpha val="80000"/>
            </a:srgbClr>
          </a:solidFill>
          <a:ln w="12700">
            <a:solidFill>
              <a:schemeClr val="bg1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231C58-AF82-A847-FB14-2CECFB159B72}"/>
              </a:ext>
            </a:extLst>
          </p:cNvPr>
          <p:cNvCxnSpPr>
            <a:cxnSpLocks/>
          </p:cNvCxnSpPr>
          <p:nvPr/>
        </p:nvCxnSpPr>
        <p:spPr>
          <a:xfrm>
            <a:off x="6431129" y="2048782"/>
            <a:ext cx="0" cy="49531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1289864-BF09-A0A5-486F-74E72A9A3778}"/>
              </a:ext>
            </a:extLst>
          </p:cNvPr>
          <p:cNvCxnSpPr>
            <a:cxnSpLocks/>
          </p:cNvCxnSpPr>
          <p:nvPr/>
        </p:nvCxnSpPr>
        <p:spPr>
          <a:xfrm>
            <a:off x="6423773" y="903178"/>
            <a:ext cx="1859" cy="316022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Graphic 51" descr="Filing Box Archive with solid fill">
            <a:extLst>
              <a:ext uri="{FF2B5EF4-FFF2-40B4-BE49-F238E27FC236}">
                <a16:creationId xmlns:a16="http://schemas.microsoft.com/office/drawing/2014/main" id="{88857666-8BDF-7A00-AE99-A896D0B97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7677" y="2544096"/>
            <a:ext cx="526080" cy="537959"/>
          </a:xfrm>
          <a:prstGeom prst="rect">
            <a:avLst/>
          </a:prstGeom>
          <a:effectLst/>
        </p:spPr>
      </p:pic>
      <p:pic>
        <p:nvPicPr>
          <p:cNvPr id="48" name="Graphic 47" descr="Fire with solid fill">
            <a:extLst>
              <a:ext uri="{FF2B5EF4-FFF2-40B4-BE49-F238E27FC236}">
                <a16:creationId xmlns:a16="http://schemas.microsoft.com/office/drawing/2014/main" id="{47221298-D538-49C9-E687-F0D6F5C928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7678" y="2457585"/>
            <a:ext cx="458656" cy="469013"/>
          </a:xfrm>
          <a:prstGeom prst="rect">
            <a:avLst/>
          </a:prstGeom>
          <a:effectLst/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33AECBA-F4E5-3288-B850-80308C614F72}"/>
              </a:ext>
            </a:extLst>
          </p:cNvPr>
          <p:cNvCxnSpPr>
            <a:cxnSpLocks/>
          </p:cNvCxnSpPr>
          <p:nvPr/>
        </p:nvCxnSpPr>
        <p:spPr>
          <a:xfrm flipH="1">
            <a:off x="5839959" y="2048782"/>
            <a:ext cx="591170" cy="49072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3FA35B2-F7C5-B263-BA51-E8A7D584100D}"/>
              </a:ext>
            </a:extLst>
          </p:cNvPr>
          <p:cNvCxnSpPr>
            <a:cxnSpLocks/>
          </p:cNvCxnSpPr>
          <p:nvPr/>
        </p:nvCxnSpPr>
        <p:spPr>
          <a:xfrm>
            <a:off x="6431129" y="2048782"/>
            <a:ext cx="591170" cy="46301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1745CF85-B8B9-6CFC-1922-63519D72B92F}"/>
              </a:ext>
            </a:extLst>
          </p:cNvPr>
          <p:cNvSpPr/>
          <p:nvPr/>
        </p:nvSpPr>
        <p:spPr>
          <a:xfrm>
            <a:off x="7076413" y="2575827"/>
            <a:ext cx="249058" cy="418020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BC1C604-F990-26E2-4CAC-25C4D39FF73E}"/>
              </a:ext>
            </a:extLst>
          </p:cNvPr>
          <p:cNvGrpSpPr/>
          <p:nvPr/>
        </p:nvGrpSpPr>
        <p:grpSpPr>
          <a:xfrm>
            <a:off x="7091342" y="2627769"/>
            <a:ext cx="153106" cy="61981"/>
            <a:chOff x="4825765" y="5662246"/>
            <a:chExt cx="280554" cy="127279"/>
          </a:xfrm>
          <a:effectLst/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3055196-8D01-02E8-581F-38015FE9EB9C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FDA10BE-9268-6D61-9896-627A177623FC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077639B-6A2B-CC4D-207B-9266A53E7EA8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5" name="Graphic 64" descr="Circles with lines outline">
            <a:extLst>
              <a:ext uri="{FF2B5EF4-FFF2-40B4-BE49-F238E27FC236}">
                <a16:creationId xmlns:a16="http://schemas.microsoft.com/office/drawing/2014/main" id="{4814BC2D-E79B-034A-A5B1-3A6821E38B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55196" y="2810527"/>
            <a:ext cx="157575" cy="171054"/>
          </a:xfrm>
          <a:prstGeom prst="rect">
            <a:avLst/>
          </a:prstGeom>
          <a:effectLst/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149E8DD8-70AD-B7EE-A115-0F1C1CB0672A}"/>
              </a:ext>
            </a:extLst>
          </p:cNvPr>
          <p:cNvSpPr/>
          <p:nvPr/>
        </p:nvSpPr>
        <p:spPr>
          <a:xfrm>
            <a:off x="5069306" y="3404988"/>
            <a:ext cx="2783306" cy="285984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6B3C028-BE57-AD4A-38EA-0CB611566442}"/>
              </a:ext>
            </a:extLst>
          </p:cNvPr>
          <p:cNvSpPr/>
          <p:nvPr/>
        </p:nvSpPr>
        <p:spPr>
          <a:xfrm>
            <a:off x="6222743" y="4433923"/>
            <a:ext cx="426442" cy="410716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0F04BD5-D333-1BDA-F074-D9E90B3436D7}"/>
              </a:ext>
            </a:extLst>
          </p:cNvPr>
          <p:cNvGrpSpPr/>
          <p:nvPr/>
        </p:nvGrpSpPr>
        <p:grpSpPr>
          <a:xfrm>
            <a:off x="6266267" y="4490578"/>
            <a:ext cx="328181" cy="257139"/>
            <a:chOff x="3471626" y="4318347"/>
            <a:chExt cx="817162" cy="655434"/>
          </a:xfrm>
          <a:effectLst/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2A4CA8B-4976-C54D-B53F-5C5B8C6F5CDC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F97A17BF-D5AE-3D2F-D075-CC171AAFFB4F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7D6FDE7-F10B-F0A2-11DF-7DCEE353FE2B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A778101-C244-5020-1FD7-646873C6222E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EE10C8F8-EBA4-0890-3FBB-CEB01B5FD130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6E66BC9-4577-73D1-286F-B5518FE82AE3}"/>
                </a:ext>
              </a:extLst>
            </p:cNvPr>
            <p:cNvCxnSpPr>
              <a:cxnSpLocks/>
              <a:endCxn id="74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371421D-C823-3451-28F9-D37FCF551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6A59A6A-D91A-320C-9EDD-CF8596F29DC9}"/>
                </a:ext>
              </a:extLst>
            </p:cNvPr>
            <p:cNvCxnSpPr>
              <a:cxnSpLocks/>
              <a:stCxn id="74" idx="5"/>
              <a:endCxn id="76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3A39EDC-1710-93EF-B899-5C372FC57227}"/>
                </a:ext>
              </a:extLst>
            </p:cNvPr>
            <p:cNvCxnSpPr>
              <a:cxnSpLocks/>
              <a:stCxn id="76" idx="5"/>
              <a:endCxn id="77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EA434C92-C0C0-AF27-D72D-EC2C3C5CB569}"/>
              </a:ext>
            </a:extLst>
          </p:cNvPr>
          <p:cNvSpPr txBox="1"/>
          <p:nvPr/>
        </p:nvSpPr>
        <p:spPr>
          <a:xfrm>
            <a:off x="6203202" y="4830573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85" name="Can 84">
            <a:extLst>
              <a:ext uri="{FF2B5EF4-FFF2-40B4-BE49-F238E27FC236}">
                <a16:creationId xmlns:a16="http://schemas.microsoft.com/office/drawing/2014/main" id="{285EC390-D706-E2EC-D3E5-56A6B168AA9E}"/>
              </a:ext>
            </a:extLst>
          </p:cNvPr>
          <p:cNvSpPr/>
          <p:nvPr/>
        </p:nvSpPr>
        <p:spPr>
          <a:xfrm>
            <a:off x="6166550" y="5672541"/>
            <a:ext cx="504092" cy="278107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04D1B4B-C614-510F-7D25-475AE425E388}"/>
              </a:ext>
            </a:extLst>
          </p:cNvPr>
          <p:cNvGrpSpPr/>
          <p:nvPr/>
        </p:nvGrpSpPr>
        <p:grpSpPr>
          <a:xfrm>
            <a:off x="6331056" y="5766809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03CB6A7-4D62-F074-77DC-C3AC8893193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9FD3B359-51B5-85B7-9696-338D7F3D2D6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71195A4E-D2AE-6BDE-D129-596B7EAA13C3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BFEEFF7-8738-D215-27CD-61795B61B0F2}"/>
              </a:ext>
            </a:extLst>
          </p:cNvPr>
          <p:cNvCxnSpPr>
            <a:cxnSpLocks/>
          </p:cNvCxnSpPr>
          <p:nvPr/>
        </p:nvCxnSpPr>
        <p:spPr>
          <a:xfrm>
            <a:off x="6431129" y="5116786"/>
            <a:ext cx="0" cy="49531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5E4098-43B3-6D02-CC88-1BF7FA7DA6B9}"/>
              </a:ext>
            </a:extLst>
          </p:cNvPr>
          <p:cNvCxnSpPr>
            <a:cxnSpLocks/>
          </p:cNvCxnSpPr>
          <p:nvPr/>
        </p:nvCxnSpPr>
        <p:spPr>
          <a:xfrm>
            <a:off x="6423773" y="3971182"/>
            <a:ext cx="1859" cy="316022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21DAD009-5B4C-8248-C472-9E72665EDC4C}"/>
              </a:ext>
            </a:extLst>
          </p:cNvPr>
          <p:cNvCxnSpPr>
            <a:cxnSpLocks/>
          </p:cNvCxnSpPr>
          <p:nvPr/>
        </p:nvCxnSpPr>
        <p:spPr>
          <a:xfrm flipH="1">
            <a:off x="5839959" y="5116786"/>
            <a:ext cx="591170" cy="49072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D826990-C212-C18A-9AF0-27D939014294}"/>
              </a:ext>
            </a:extLst>
          </p:cNvPr>
          <p:cNvCxnSpPr>
            <a:cxnSpLocks/>
          </p:cNvCxnSpPr>
          <p:nvPr/>
        </p:nvCxnSpPr>
        <p:spPr>
          <a:xfrm>
            <a:off x="6431129" y="5116786"/>
            <a:ext cx="591170" cy="46301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Can 105">
            <a:extLst>
              <a:ext uri="{FF2B5EF4-FFF2-40B4-BE49-F238E27FC236}">
                <a16:creationId xmlns:a16="http://schemas.microsoft.com/office/drawing/2014/main" id="{23D39D49-11E4-D278-3854-5DC380A06389}"/>
              </a:ext>
            </a:extLst>
          </p:cNvPr>
          <p:cNvSpPr/>
          <p:nvPr/>
        </p:nvSpPr>
        <p:spPr>
          <a:xfrm>
            <a:off x="6796544" y="5676715"/>
            <a:ext cx="504092" cy="278107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E505198-3923-CD8B-203E-81C90083F06E}"/>
              </a:ext>
            </a:extLst>
          </p:cNvPr>
          <p:cNvGrpSpPr/>
          <p:nvPr/>
        </p:nvGrpSpPr>
        <p:grpSpPr>
          <a:xfrm>
            <a:off x="6961050" y="5770983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1B52C9D-FB44-B338-83E2-7E247853CE1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F0662CCE-703D-4A47-A93C-CB773C95C679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53CAF94F-C7A2-FDA1-4C82-20D6CBFD71D0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Can 111">
            <a:extLst>
              <a:ext uri="{FF2B5EF4-FFF2-40B4-BE49-F238E27FC236}">
                <a16:creationId xmlns:a16="http://schemas.microsoft.com/office/drawing/2014/main" id="{16C223B0-3537-0F0E-5914-B77076717FFB}"/>
              </a:ext>
            </a:extLst>
          </p:cNvPr>
          <p:cNvSpPr/>
          <p:nvPr/>
        </p:nvSpPr>
        <p:spPr>
          <a:xfrm>
            <a:off x="5532170" y="5676271"/>
            <a:ext cx="504092" cy="278107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2E125F7-43C7-B0E9-9752-BE2F98662CA8}"/>
              </a:ext>
            </a:extLst>
          </p:cNvPr>
          <p:cNvGrpSpPr/>
          <p:nvPr/>
        </p:nvGrpSpPr>
        <p:grpSpPr>
          <a:xfrm>
            <a:off x="5696676" y="5770539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3479D69-33C0-3CF4-C6E6-7869F4EFD147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BF235E04-ADEE-DDC0-A7FD-EE05E177CD88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08EC6088-DF69-DC19-1D92-7C9E797D5ED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E6F0CA5-524D-74DB-4035-A497F255ED50}"/>
              </a:ext>
            </a:extLst>
          </p:cNvPr>
          <p:cNvSpPr txBox="1"/>
          <p:nvPr/>
        </p:nvSpPr>
        <p:spPr>
          <a:xfrm>
            <a:off x="5901414" y="530453"/>
            <a:ext cx="1078754" cy="305753"/>
          </a:xfrm>
          <a:prstGeom prst="flowChartOffpageConnector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Service Request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3E896-D41A-E152-13C1-A8E02FCE08F6}"/>
              </a:ext>
            </a:extLst>
          </p:cNvPr>
          <p:cNvSpPr txBox="1"/>
          <p:nvPr/>
        </p:nvSpPr>
        <p:spPr>
          <a:xfrm>
            <a:off x="5911173" y="3596853"/>
            <a:ext cx="1078754" cy="305753"/>
          </a:xfrm>
          <a:prstGeom prst="flowChartOffpageConnector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Service Request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9683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4265-D3F0-A780-C223-15C8A82D4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02F201-6B62-BB8F-AB11-3ED561A83F1B}"/>
              </a:ext>
            </a:extLst>
          </p:cNvPr>
          <p:cNvSpPr/>
          <p:nvPr/>
        </p:nvSpPr>
        <p:spPr>
          <a:xfrm>
            <a:off x="3668843" y="1120726"/>
            <a:ext cx="4504544" cy="404948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214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B846C6-A46D-0F97-C1F3-6BCFC3F5A807}"/>
              </a:ext>
            </a:extLst>
          </p:cNvPr>
          <p:cNvSpPr/>
          <p:nvPr/>
        </p:nvSpPr>
        <p:spPr>
          <a:xfrm>
            <a:off x="3841230" y="1298917"/>
            <a:ext cx="4167265" cy="3726951"/>
          </a:xfrm>
          <a:prstGeom prst="rect">
            <a:avLst/>
          </a:prstGeom>
          <a:solidFill>
            <a:srgbClr val="3FB4E0">
              <a:alpha val="2034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B0EB50-A283-1536-6D03-C294819BCB95}"/>
              </a:ext>
            </a:extLst>
          </p:cNvPr>
          <p:cNvSpPr/>
          <p:nvPr/>
        </p:nvSpPr>
        <p:spPr>
          <a:xfrm>
            <a:off x="4055610" y="1798051"/>
            <a:ext cx="1636295" cy="481263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D00856-6F7E-F56F-6C3B-D5E773F7546D}"/>
              </a:ext>
            </a:extLst>
          </p:cNvPr>
          <p:cNvSpPr/>
          <p:nvPr/>
        </p:nvSpPr>
        <p:spPr>
          <a:xfrm>
            <a:off x="4055609" y="4152229"/>
            <a:ext cx="1636295" cy="481263"/>
          </a:xfrm>
          <a:prstGeom prst="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XML Template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943212-BC15-E1AB-8E7E-F7F4B2DB4A74}"/>
              </a:ext>
            </a:extLst>
          </p:cNvPr>
          <p:cNvSpPr/>
          <p:nvPr/>
        </p:nvSpPr>
        <p:spPr>
          <a:xfrm>
            <a:off x="6166184" y="1798053"/>
            <a:ext cx="1636295" cy="481263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Model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5F2083-5496-D699-FFB7-ED37980D462A}"/>
              </a:ext>
            </a:extLst>
          </p:cNvPr>
          <p:cNvSpPr/>
          <p:nvPr/>
        </p:nvSpPr>
        <p:spPr>
          <a:xfrm>
            <a:off x="6166181" y="2975141"/>
            <a:ext cx="1636295" cy="481263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Mapping Code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16160B-17F1-419D-53E4-FF871A88D7D5}"/>
              </a:ext>
            </a:extLst>
          </p:cNvPr>
          <p:cNvSpPr/>
          <p:nvPr/>
        </p:nvSpPr>
        <p:spPr>
          <a:xfrm>
            <a:off x="6166182" y="4152230"/>
            <a:ext cx="1636295" cy="481263"/>
          </a:xfrm>
          <a:prstGeom prst="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XML Template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32A1BF-CDBC-315F-4BC0-4495472E7F82}"/>
              </a:ext>
            </a:extLst>
          </p:cNvPr>
          <p:cNvSpPr txBox="1"/>
          <p:nvPr/>
        </p:nvSpPr>
        <p:spPr>
          <a:xfrm>
            <a:off x="4146866" y="1495237"/>
            <a:ext cx="154503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Template-only Service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2E8FE7-8B13-9C79-4EFC-E8C68BCFFF23}"/>
              </a:ext>
            </a:extLst>
          </p:cNvPr>
          <p:cNvSpPr txBox="1"/>
          <p:nvPr/>
        </p:nvSpPr>
        <p:spPr>
          <a:xfrm>
            <a:off x="6107810" y="1495237"/>
            <a:ext cx="182572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Code and Template Service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583725-BD93-FAC2-C62A-D229CA03819A}"/>
              </a:ext>
            </a:extLst>
          </p:cNvPr>
          <p:cNvCxnSpPr/>
          <p:nvPr/>
        </p:nvCxnSpPr>
        <p:spPr>
          <a:xfrm>
            <a:off x="4873755" y="2448558"/>
            <a:ext cx="0" cy="156464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AFE01C-77C3-A19B-8138-B9A9DB891717}"/>
              </a:ext>
            </a:extLst>
          </p:cNvPr>
          <p:cNvCxnSpPr>
            <a:cxnSpLocks/>
          </p:cNvCxnSpPr>
          <p:nvPr/>
        </p:nvCxnSpPr>
        <p:spPr>
          <a:xfrm>
            <a:off x="6984328" y="2357188"/>
            <a:ext cx="0" cy="551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DFF6772-BC93-52F1-3719-C55607B82D41}"/>
              </a:ext>
            </a:extLst>
          </p:cNvPr>
          <p:cNvCxnSpPr>
            <a:cxnSpLocks/>
          </p:cNvCxnSpPr>
          <p:nvPr/>
        </p:nvCxnSpPr>
        <p:spPr>
          <a:xfrm>
            <a:off x="6979592" y="3530600"/>
            <a:ext cx="0" cy="551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olded Corner 14">
            <a:extLst>
              <a:ext uri="{FF2B5EF4-FFF2-40B4-BE49-F238E27FC236}">
                <a16:creationId xmlns:a16="http://schemas.microsoft.com/office/drawing/2014/main" id="{5E643D65-1871-4653-D506-04C862ACF985}"/>
              </a:ext>
            </a:extLst>
          </p:cNvPr>
          <p:cNvSpPr/>
          <p:nvPr/>
        </p:nvSpPr>
        <p:spPr>
          <a:xfrm>
            <a:off x="4943729" y="3010048"/>
            <a:ext cx="283425" cy="330291"/>
          </a:xfrm>
          <a:prstGeom prst="foldedCorner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30" name="Graphic 29" descr="Germ with solid fill">
            <a:extLst>
              <a:ext uri="{FF2B5EF4-FFF2-40B4-BE49-F238E27FC236}">
                <a16:creationId xmlns:a16="http://schemas.microsoft.com/office/drawing/2014/main" id="{045E9087-AC32-F272-5CEE-0C0488994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3729" y="3032757"/>
            <a:ext cx="269284" cy="284872"/>
          </a:xfrm>
          <a:prstGeom prst="rect">
            <a:avLst/>
          </a:prstGeom>
          <a:effectLst/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478F4-E494-7472-B209-FB326E56856F}"/>
              </a:ext>
            </a:extLst>
          </p:cNvPr>
          <p:cNvSpPr txBox="1"/>
          <p:nvPr/>
        </p:nvSpPr>
        <p:spPr>
          <a:xfrm>
            <a:off x="4209755" y="2975139"/>
            <a:ext cx="66400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Instance 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Data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4" name="Folded Corner 33">
            <a:extLst>
              <a:ext uri="{FF2B5EF4-FFF2-40B4-BE49-F238E27FC236}">
                <a16:creationId xmlns:a16="http://schemas.microsoft.com/office/drawing/2014/main" id="{306370E8-B93D-A556-DB4C-106BD4251DD5}"/>
              </a:ext>
            </a:extLst>
          </p:cNvPr>
          <p:cNvSpPr/>
          <p:nvPr/>
        </p:nvSpPr>
        <p:spPr>
          <a:xfrm>
            <a:off x="7061239" y="2467926"/>
            <a:ext cx="283425" cy="330291"/>
          </a:xfrm>
          <a:prstGeom prst="foldedCorner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35" name="Graphic 34" descr="Germ with solid fill">
            <a:extLst>
              <a:ext uri="{FF2B5EF4-FFF2-40B4-BE49-F238E27FC236}">
                <a16:creationId xmlns:a16="http://schemas.microsoft.com/office/drawing/2014/main" id="{66E3974C-DB4F-D36C-4A45-497263F7F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1239" y="2490635"/>
            <a:ext cx="269284" cy="284872"/>
          </a:xfrm>
          <a:prstGeom prst="rect">
            <a:avLst/>
          </a:prstGeom>
          <a:effectLst/>
        </p:spPr>
      </p:pic>
      <p:sp>
        <p:nvSpPr>
          <p:cNvPr id="37" name="Folded Corner 36">
            <a:extLst>
              <a:ext uri="{FF2B5EF4-FFF2-40B4-BE49-F238E27FC236}">
                <a16:creationId xmlns:a16="http://schemas.microsoft.com/office/drawing/2014/main" id="{7B436E19-28CF-B3B8-55D6-CC9C91D6F17E}"/>
              </a:ext>
            </a:extLst>
          </p:cNvPr>
          <p:cNvSpPr/>
          <p:nvPr/>
        </p:nvSpPr>
        <p:spPr>
          <a:xfrm>
            <a:off x="7054168" y="3635992"/>
            <a:ext cx="283425" cy="330291"/>
          </a:xfrm>
          <a:prstGeom prst="foldedCorner">
            <a:avLst/>
          </a:prstGeom>
          <a:solidFill>
            <a:srgbClr val="3FB4E0">
              <a:alpha val="80411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38" name="Graphic 37" descr="Germ with solid fill">
            <a:extLst>
              <a:ext uri="{FF2B5EF4-FFF2-40B4-BE49-F238E27FC236}">
                <a16:creationId xmlns:a16="http://schemas.microsoft.com/office/drawing/2014/main" id="{6F85178E-F08C-254A-D340-A949F607E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4168" y="3658701"/>
            <a:ext cx="269284" cy="284872"/>
          </a:xfrm>
          <a:prstGeom prst="rect">
            <a:avLst/>
          </a:prstGeom>
          <a:effectLst/>
        </p:spPr>
      </p:pic>
      <p:sp>
        <p:nvSpPr>
          <p:cNvPr id="40" name="Folded Corner 39">
            <a:extLst>
              <a:ext uri="{FF2B5EF4-FFF2-40B4-BE49-F238E27FC236}">
                <a16:creationId xmlns:a16="http://schemas.microsoft.com/office/drawing/2014/main" id="{180109F7-DD3D-D534-C6D0-1258029B9F01}"/>
              </a:ext>
            </a:extLst>
          </p:cNvPr>
          <p:cNvSpPr/>
          <p:nvPr/>
        </p:nvSpPr>
        <p:spPr>
          <a:xfrm>
            <a:off x="7123972" y="3690458"/>
            <a:ext cx="283425" cy="330291"/>
          </a:xfrm>
          <a:prstGeom prst="foldedCorner">
            <a:avLst/>
          </a:prstGeom>
          <a:solidFill>
            <a:srgbClr val="3FB4E0">
              <a:alpha val="80411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41" name="Graphic 40" descr="Germ with solid fill">
            <a:extLst>
              <a:ext uri="{FF2B5EF4-FFF2-40B4-BE49-F238E27FC236}">
                <a16:creationId xmlns:a16="http://schemas.microsoft.com/office/drawing/2014/main" id="{495155E0-67AA-4FFE-F920-E6D9895C1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3972" y="3713167"/>
            <a:ext cx="269284" cy="284872"/>
          </a:xfrm>
          <a:prstGeom prst="rect">
            <a:avLst/>
          </a:prstGeom>
          <a:effectLst/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A53AF40-3AE4-6CCD-5601-880B1FF53F0A}"/>
              </a:ext>
            </a:extLst>
          </p:cNvPr>
          <p:cNvSpPr txBox="1"/>
          <p:nvPr/>
        </p:nvSpPr>
        <p:spPr>
          <a:xfrm>
            <a:off x="6281873" y="2456240"/>
            <a:ext cx="66400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Instance 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Data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316127-A4A2-A9A8-8F49-DD074F623183}"/>
              </a:ext>
            </a:extLst>
          </p:cNvPr>
          <p:cNvSpPr txBox="1"/>
          <p:nvPr/>
        </p:nvSpPr>
        <p:spPr>
          <a:xfrm>
            <a:off x="6021721" y="3563301"/>
            <a:ext cx="982230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Instance Data 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&amp; Additional Variables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2C1D065-57F8-6466-A2CC-1298770B1F52}"/>
              </a:ext>
            </a:extLst>
          </p:cNvPr>
          <p:cNvCxnSpPr/>
          <p:nvPr/>
        </p:nvCxnSpPr>
        <p:spPr>
          <a:xfrm>
            <a:off x="5887387" y="1465705"/>
            <a:ext cx="0" cy="3167787"/>
          </a:xfrm>
          <a:prstGeom prst="line">
            <a:avLst/>
          </a:prstGeom>
          <a:ln w="12700">
            <a:solidFill>
              <a:schemeClr val="accent2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0473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18239-84AD-EF07-67E0-9572CB644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0AF9DD-1232-4D19-CE08-95A1F02EF5B2}"/>
              </a:ext>
            </a:extLst>
          </p:cNvPr>
          <p:cNvSpPr/>
          <p:nvPr/>
        </p:nvSpPr>
        <p:spPr>
          <a:xfrm>
            <a:off x="2418348" y="2559895"/>
            <a:ext cx="7026442" cy="1287663"/>
          </a:xfrm>
          <a:prstGeom prst="rect">
            <a:avLst/>
          </a:prstGeom>
          <a:solidFill>
            <a:srgbClr val="3FB4E0">
              <a:alpha val="2034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D4261E-0FFF-5A4B-4C39-64CFF54B27D3}"/>
              </a:ext>
            </a:extLst>
          </p:cNvPr>
          <p:cNvSpPr/>
          <p:nvPr/>
        </p:nvSpPr>
        <p:spPr>
          <a:xfrm>
            <a:off x="2262488" y="1595991"/>
            <a:ext cx="7299017" cy="3107894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62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903F4AD-1179-6398-A6F3-AE1A5504347C}"/>
              </a:ext>
            </a:extLst>
          </p:cNvPr>
          <p:cNvSpPr/>
          <p:nvPr/>
        </p:nvSpPr>
        <p:spPr>
          <a:xfrm>
            <a:off x="2524319" y="2657396"/>
            <a:ext cx="1038578" cy="1038577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Step 1: Request/Deploy VM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90F86E-8870-C3AF-CC6B-9314198CF117}"/>
              </a:ext>
            </a:extLst>
          </p:cNvPr>
          <p:cNvSpPr/>
          <p:nvPr/>
        </p:nvSpPr>
        <p:spPr>
          <a:xfrm>
            <a:off x="3969298" y="2657394"/>
            <a:ext cx="1038578" cy="1038577"/>
          </a:xfrm>
          <a:prstGeom prst="ellipse">
            <a:avLst/>
          </a:prstGeom>
          <a:solidFill>
            <a:schemeClr val="bg2">
              <a:lumMod val="75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8EDE64-164B-43D8-36AC-00C3A3583050}"/>
              </a:ext>
            </a:extLst>
          </p:cNvPr>
          <p:cNvSpPr/>
          <p:nvPr/>
        </p:nvSpPr>
        <p:spPr>
          <a:xfrm>
            <a:off x="5414277" y="2657394"/>
            <a:ext cx="1038578" cy="1038577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C8E7B0-8FEA-49CC-F583-983993A18877}"/>
              </a:ext>
            </a:extLst>
          </p:cNvPr>
          <p:cNvSpPr/>
          <p:nvPr/>
        </p:nvSpPr>
        <p:spPr>
          <a:xfrm>
            <a:off x="6859256" y="2657394"/>
            <a:ext cx="1038578" cy="1038577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Step 2: Configure VM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E0201AB-C756-EAC7-A711-E1E8C1800C70}"/>
              </a:ext>
            </a:extLst>
          </p:cNvPr>
          <p:cNvSpPr/>
          <p:nvPr/>
        </p:nvSpPr>
        <p:spPr>
          <a:xfrm>
            <a:off x="8304235" y="2657394"/>
            <a:ext cx="1038578" cy="1038577"/>
          </a:xfrm>
          <a:prstGeom prst="ellipse">
            <a:avLst/>
          </a:prstGeom>
          <a:solidFill>
            <a:schemeClr val="accent6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3" name="Rounded Rectangular Callout 32">
            <a:extLst>
              <a:ext uri="{FF2B5EF4-FFF2-40B4-BE49-F238E27FC236}">
                <a16:creationId xmlns:a16="http://schemas.microsoft.com/office/drawing/2014/main" id="{267BF259-865F-4C76-0B78-FAE4DD4D2550}"/>
              </a:ext>
            </a:extLst>
          </p:cNvPr>
          <p:cNvSpPr/>
          <p:nvPr/>
        </p:nvSpPr>
        <p:spPr>
          <a:xfrm>
            <a:off x="3933862" y="1738586"/>
            <a:ext cx="1193694" cy="699911"/>
          </a:xfrm>
          <a:prstGeom prst="wedgeRoundRectCallout">
            <a:avLst/>
          </a:prstGeom>
          <a:solidFill>
            <a:srgbClr val="3FB4E0">
              <a:alpha val="2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Virtual router is created and powered on</a:t>
            </a:r>
          </a:p>
        </p:txBody>
      </p:sp>
      <p:sp>
        <p:nvSpPr>
          <p:cNvPr id="34" name="Rounded Rectangular Callout 33">
            <a:extLst>
              <a:ext uri="{FF2B5EF4-FFF2-40B4-BE49-F238E27FC236}">
                <a16:creationId xmlns:a16="http://schemas.microsoft.com/office/drawing/2014/main" id="{D42399BD-2CE4-3DE7-EAB4-743968575443}"/>
              </a:ext>
            </a:extLst>
          </p:cNvPr>
          <p:cNvSpPr/>
          <p:nvPr/>
        </p:nvSpPr>
        <p:spPr>
          <a:xfrm>
            <a:off x="5398589" y="1738586"/>
            <a:ext cx="1193695" cy="699911"/>
          </a:xfrm>
          <a:prstGeom prst="wedgeRoundRectCallout">
            <a:avLst/>
          </a:prstGeom>
          <a:solidFill>
            <a:srgbClr val="3FB4E0">
              <a:alpha val="2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Virtual router has booted, triggering next step</a:t>
            </a:r>
          </a:p>
        </p:txBody>
      </p:sp>
      <p:sp>
        <p:nvSpPr>
          <p:cNvPr id="35" name="Rounded Rectangular Callout 34">
            <a:extLst>
              <a:ext uri="{FF2B5EF4-FFF2-40B4-BE49-F238E27FC236}">
                <a16:creationId xmlns:a16="http://schemas.microsoft.com/office/drawing/2014/main" id="{F8F6A024-2142-DA34-88F7-AE5919F76BC1}"/>
              </a:ext>
            </a:extLst>
          </p:cNvPr>
          <p:cNvSpPr/>
          <p:nvPr/>
        </p:nvSpPr>
        <p:spPr>
          <a:xfrm>
            <a:off x="8116462" y="1739716"/>
            <a:ext cx="1193695" cy="699911"/>
          </a:xfrm>
          <a:prstGeom prst="wedgeRoundRectCallout">
            <a:avLst/>
          </a:prstGeom>
          <a:solidFill>
            <a:srgbClr val="3FB4E0">
              <a:alpha val="2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Virtual router fully configured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2C0889A-55A2-420B-D959-EA5C3A16AEBB}"/>
              </a:ext>
            </a:extLst>
          </p:cNvPr>
          <p:cNvCxnSpPr>
            <a:cxnSpLocks/>
          </p:cNvCxnSpPr>
          <p:nvPr/>
        </p:nvCxnSpPr>
        <p:spPr>
          <a:xfrm>
            <a:off x="3043608" y="4279860"/>
            <a:ext cx="4272507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485F4D6-AF05-818C-0B38-328B81AF4019}"/>
              </a:ext>
            </a:extLst>
          </p:cNvPr>
          <p:cNvCxnSpPr>
            <a:cxnSpLocks/>
          </p:cNvCxnSpPr>
          <p:nvPr/>
        </p:nvCxnSpPr>
        <p:spPr>
          <a:xfrm>
            <a:off x="7376127" y="4279860"/>
            <a:ext cx="1534936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Snip Same Side Corner Rectangle 42">
            <a:extLst>
              <a:ext uri="{FF2B5EF4-FFF2-40B4-BE49-F238E27FC236}">
                <a16:creationId xmlns:a16="http://schemas.microsoft.com/office/drawing/2014/main" id="{C4E9828C-17B0-9A1C-3AED-A2921593B3AE}"/>
              </a:ext>
            </a:extLst>
          </p:cNvPr>
          <p:cNvSpPr/>
          <p:nvPr/>
        </p:nvSpPr>
        <p:spPr>
          <a:xfrm>
            <a:off x="4061452" y="3042599"/>
            <a:ext cx="848710" cy="258291"/>
          </a:xfrm>
          <a:prstGeom prst="snip2SameRect">
            <a:avLst/>
          </a:prstGeom>
          <a:solidFill>
            <a:schemeClr val="bg1"/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214ECD4-138A-A66D-DC7A-0D2733484DD3}"/>
              </a:ext>
            </a:extLst>
          </p:cNvPr>
          <p:cNvSpPr/>
          <p:nvPr/>
        </p:nvSpPr>
        <p:spPr>
          <a:xfrm>
            <a:off x="4127492" y="3132462"/>
            <a:ext cx="101600" cy="91440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AC923DB-2B04-4DA7-E974-FF4ACB0C011C}"/>
              </a:ext>
            </a:extLst>
          </p:cNvPr>
          <p:cNvSpPr/>
          <p:nvPr/>
        </p:nvSpPr>
        <p:spPr>
          <a:xfrm>
            <a:off x="4267630" y="3131391"/>
            <a:ext cx="101600" cy="91440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C0F60AD-BFED-0CE8-06B3-57A28DAEFC15}"/>
              </a:ext>
            </a:extLst>
          </p:cNvPr>
          <p:cNvSpPr/>
          <p:nvPr/>
        </p:nvSpPr>
        <p:spPr>
          <a:xfrm>
            <a:off x="4402351" y="3131391"/>
            <a:ext cx="101600" cy="91440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83B9935-595C-CE6A-C65E-002A3195B5A1}"/>
              </a:ext>
            </a:extLst>
          </p:cNvPr>
          <p:cNvSpPr/>
          <p:nvPr/>
        </p:nvSpPr>
        <p:spPr>
          <a:xfrm>
            <a:off x="4575408" y="3114090"/>
            <a:ext cx="129439" cy="128184"/>
          </a:xfrm>
          <a:prstGeom prst="ellipse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403423E-FB2E-E6A6-F269-56BF73F5C76A}"/>
              </a:ext>
            </a:extLst>
          </p:cNvPr>
          <p:cNvSpPr/>
          <p:nvPr/>
        </p:nvSpPr>
        <p:spPr>
          <a:xfrm>
            <a:off x="4733871" y="3114090"/>
            <a:ext cx="129439" cy="128184"/>
          </a:xfrm>
          <a:prstGeom prst="ellipse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nip Same Side Corner Rectangle 50">
            <a:extLst>
              <a:ext uri="{FF2B5EF4-FFF2-40B4-BE49-F238E27FC236}">
                <a16:creationId xmlns:a16="http://schemas.microsoft.com/office/drawing/2014/main" id="{1FE71A5D-9AA6-5CE9-8A60-E24702493D5A}"/>
              </a:ext>
            </a:extLst>
          </p:cNvPr>
          <p:cNvSpPr/>
          <p:nvPr/>
        </p:nvSpPr>
        <p:spPr>
          <a:xfrm>
            <a:off x="5526180" y="3049036"/>
            <a:ext cx="848710" cy="258291"/>
          </a:xfrm>
          <a:prstGeom prst="snip2SameRect">
            <a:avLst/>
          </a:prstGeom>
          <a:solidFill>
            <a:schemeClr val="bg1"/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CC6E8D3-B729-B696-83CB-D212906EEC8C}"/>
              </a:ext>
            </a:extLst>
          </p:cNvPr>
          <p:cNvSpPr/>
          <p:nvPr/>
        </p:nvSpPr>
        <p:spPr>
          <a:xfrm>
            <a:off x="5592220" y="3138899"/>
            <a:ext cx="101600" cy="91440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E30CCE2-0F7F-8644-715C-A454C37C9372}"/>
              </a:ext>
            </a:extLst>
          </p:cNvPr>
          <p:cNvSpPr/>
          <p:nvPr/>
        </p:nvSpPr>
        <p:spPr>
          <a:xfrm>
            <a:off x="5732358" y="3137828"/>
            <a:ext cx="101600" cy="91440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9D3D502-B018-1698-5CD8-FBA7D94C1E81}"/>
              </a:ext>
            </a:extLst>
          </p:cNvPr>
          <p:cNvSpPr/>
          <p:nvPr/>
        </p:nvSpPr>
        <p:spPr>
          <a:xfrm>
            <a:off x="5867079" y="3137828"/>
            <a:ext cx="101600" cy="91440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B183B39-7DA7-C766-15BD-2F389D61F891}"/>
              </a:ext>
            </a:extLst>
          </p:cNvPr>
          <p:cNvSpPr/>
          <p:nvPr/>
        </p:nvSpPr>
        <p:spPr>
          <a:xfrm>
            <a:off x="6040136" y="3120527"/>
            <a:ext cx="129439" cy="128184"/>
          </a:xfrm>
          <a:prstGeom prst="ellipse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5743CFA-3AA2-677A-D771-35D70DE02A0F}"/>
              </a:ext>
            </a:extLst>
          </p:cNvPr>
          <p:cNvSpPr/>
          <p:nvPr/>
        </p:nvSpPr>
        <p:spPr>
          <a:xfrm>
            <a:off x="6198599" y="3120527"/>
            <a:ext cx="129439" cy="128184"/>
          </a:xfrm>
          <a:prstGeom prst="ellipse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Snip Same Side Corner Rectangle 57">
            <a:extLst>
              <a:ext uri="{FF2B5EF4-FFF2-40B4-BE49-F238E27FC236}">
                <a16:creationId xmlns:a16="http://schemas.microsoft.com/office/drawing/2014/main" id="{D0D24E8F-48C6-6BBF-7E5D-A71834589BA4}"/>
              </a:ext>
            </a:extLst>
          </p:cNvPr>
          <p:cNvSpPr/>
          <p:nvPr/>
        </p:nvSpPr>
        <p:spPr>
          <a:xfrm>
            <a:off x="8399169" y="3055473"/>
            <a:ext cx="848710" cy="258291"/>
          </a:xfrm>
          <a:prstGeom prst="snip2Same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BC8F9F7-E478-2314-9274-5C636E04B08E}"/>
              </a:ext>
            </a:extLst>
          </p:cNvPr>
          <p:cNvSpPr/>
          <p:nvPr/>
        </p:nvSpPr>
        <p:spPr>
          <a:xfrm>
            <a:off x="8465209" y="3145336"/>
            <a:ext cx="101600" cy="91440"/>
          </a:xfrm>
          <a:prstGeom prst="rect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151B941-039E-BE77-1E4D-EB3D03ED5F4A}"/>
              </a:ext>
            </a:extLst>
          </p:cNvPr>
          <p:cNvSpPr/>
          <p:nvPr/>
        </p:nvSpPr>
        <p:spPr>
          <a:xfrm>
            <a:off x="8605347" y="3144265"/>
            <a:ext cx="101600" cy="91440"/>
          </a:xfrm>
          <a:prstGeom prst="rect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D558CF6-7685-4314-CC2F-E215D9B42B08}"/>
              </a:ext>
            </a:extLst>
          </p:cNvPr>
          <p:cNvSpPr/>
          <p:nvPr/>
        </p:nvSpPr>
        <p:spPr>
          <a:xfrm>
            <a:off x="8740068" y="3144265"/>
            <a:ext cx="101600" cy="91440"/>
          </a:xfrm>
          <a:prstGeom prst="rect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448B915-3A95-B54E-8E19-F914921705C0}"/>
              </a:ext>
            </a:extLst>
          </p:cNvPr>
          <p:cNvSpPr/>
          <p:nvPr/>
        </p:nvSpPr>
        <p:spPr>
          <a:xfrm>
            <a:off x="8913125" y="3126964"/>
            <a:ext cx="129439" cy="128184"/>
          </a:xfrm>
          <a:prstGeom prst="ellipse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684FF95-523B-F15F-5437-9698FC11F056}"/>
              </a:ext>
            </a:extLst>
          </p:cNvPr>
          <p:cNvSpPr/>
          <p:nvPr/>
        </p:nvSpPr>
        <p:spPr>
          <a:xfrm>
            <a:off x="9071588" y="3126964"/>
            <a:ext cx="129439" cy="128184"/>
          </a:xfrm>
          <a:prstGeom prst="ellipse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A963FB9-B87E-1A7B-EFD9-FCA5E78B3E2F}"/>
              </a:ext>
            </a:extLst>
          </p:cNvPr>
          <p:cNvCxnSpPr/>
          <p:nvPr/>
        </p:nvCxnSpPr>
        <p:spPr>
          <a:xfrm>
            <a:off x="3645669" y="3171744"/>
            <a:ext cx="260131" cy="643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F8CDAA-F611-BE73-97F8-4D9ED94F8490}"/>
              </a:ext>
            </a:extLst>
          </p:cNvPr>
          <p:cNvCxnSpPr/>
          <p:nvPr/>
        </p:nvCxnSpPr>
        <p:spPr>
          <a:xfrm>
            <a:off x="5092891" y="3165480"/>
            <a:ext cx="260131" cy="643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3105D55-058A-D8E7-431E-F592036F9BC6}"/>
              </a:ext>
            </a:extLst>
          </p:cNvPr>
          <p:cNvCxnSpPr/>
          <p:nvPr/>
        </p:nvCxnSpPr>
        <p:spPr>
          <a:xfrm>
            <a:off x="6532892" y="3177111"/>
            <a:ext cx="260131" cy="643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C4B3F43-F1BD-F4F4-5A3B-E38AF2DE4835}"/>
              </a:ext>
            </a:extLst>
          </p:cNvPr>
          <p:cNvCxnSpPr/>
          <p:nvPr/>
        </p:nvCxnSpPr>
        <p:spPr>
          <a:xfrm>
            <a:off x="7969291" y="3189985"/>
            <a:ext cx="260131" cy="643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9E5635F-AD0F-0DF1-15EC-BAFCB8D4479C}"/>
              </a:ext>
            </a:extLst>
          </p:cNvPr>
          <p:cNvSpPr txBox="1"/>
          <p:nvPr/>
        </p:nvSpPr>
        <p:spPr>
          <a:xfrm>
            <a:off x="5027080" y="4003000"/>
            <a:ext cx="113028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Service State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64D2F0-CE67-205C-FF21-31306E669150}"/>
              </a:ext>
            </a:extLst>
          </p:cNvPr>
          <p:cNvSpPr txBox="1"/>
          <p:nvPr/>
        </p:nvSpPr>
        <p:spPr>
          <a:xfrm>
            <a:off x="3402687" y="4338586"/>
            <a:ext cx="210092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VM is Requested (Provisioning…)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17614FF-0739-9538-D1F2-9063CCCD7B65}"/>
              </a:ext>
            </a:extLst>
          </p:cNvPr>
          <p:cNvSpPr txBox="1"/>
          <p:nvPr/>
        </p:nvSpPr>
        <p:spPr>
          <a:xfrm>
            <a:off x="7048892" y="4333088"/>
            <a:ext cx="210092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VM is Configured</a:t>
            </a:r>
            <a:endParaRPr lang="en-US" dirty="0">
              <a:solidFill>
                <a:srgbClr val="3FB4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9831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EBF03-BF4F-AE9D-3881-793B92DF4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F89334A-942A-6E64-6143-EE93773366A4}"/>
              </a:ext>
            </a:extLst>
          </p:cNvPr>
          <p:cNvSpPr/>
          <p:nvPr/>
        </p:nvSpPr>
        <p:spPr>
          <a:xfrm>
            <a:off x="3708399" y="1667933"/>
            <a:ext cx="4798907" cy="268635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C9B2A5-56FE-C6C8-317B-7A6BC30FD989}"/>
              </a:ext>
            </a:extLst>
          </p:cNvPr>
          <p:cNvSpPr/>
          <p:nvPr/>
        </p:nvSpPr>
        <p:spPr>
          <a:xfrm>
            <a:off x="3530600" y="1439333"/>
            <a:ext cx="5139267" cy="3141376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37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05D4CB-3924-FA21-6B10-02543B04E137}"/>
              </a:ext>
            </a:extLst>
          </p:cNvPr>
          <p:cNvSpPr/>
          <p:nvPr/>
        </p:nvSpPr>
        <p:spPr>
          <a:xfrm>
            <a:off x="3965786" y="1993675"/>
            <a:ext cx="4321387" cy="209301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Chakra Petch" pitchFamily="2" charset="-34"/>
              </a:rPr>
              <a:t>nano-plan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780455-530C-57D7-224D-095BC0DBFFB2}"/>
              </a:ext>
            </a:extLst>
          </p:cNvPr>
          <p:cNvSpPr/>
          <p:nvPr/>
        </p:nvSpPr>
        <p:spPr>
          <a:xfrm>
            <a:off x="4249552" y="2416029"/>
            <a:ext cx="3766687" cy="1398290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hakra Petch" pitchFamily="2" charset="-34"/>
              </a:rPr>
              <a:t>vr:vrouter</a:t>
            </a:r>
            <a:endParaRPr lang="en-US" sz="1000" dirty="0">
              <a:solidFill>
                <a:schemeClr val="bg1"/>
              </a:solidFill>
              <a:latin typeface="Sabon Next LT Display" panose="020A0402070306020202" pitchFamily="18" charset="77"/>
              <a:cs typeface="Chakra Petch" pitchFamily="2" charset="-34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EBD72D2-1A66-B044-56B7-AA6FEFD431CA}"/>
              </a:ext>
            </a:extLst>
          </p:cNvPr>
          <p:cNvSpPr/>
          <p:nvPr/>
        </p:nvSpPr>
        <p:spPr>
          <a:xfrm>
            <a:off x="4388876" y="2818987"/>
            <a:ext cx="561283" cy="558517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506DE49-79BF-B382-F75D-6F32E821556E}"/>
              </a:ext>
            </a:extLst>
          </p:cNvPr>
          <p:cNvSpPr/>
          <p:nvPr/>
        </p:nvSpPr>
        <p:spPr>
          <a:xfrm>
            <a:off x="5341139" y="2830559"/>
            <a:ext cx="561283" cy="558517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495BC98-66CD-D9F2-EE06-8153DC4F219A}"/>
              </a:ext>
            </a:extLst>
          </p:cNvPr>
          <p:cNvSpPr/>
          <p:nvPr/>
        </p:nvSpPr>
        <p:spPr>
          <a:xfrm>
            <a:off x="6293402" y="2818987"/>
            <a:ext cx="561283" cy="558517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AAE32B0-5C8A-160D-BB57-0297E4E20090}"/>
              </a:ext>
            </a:extLst>
          </p:cNvPr>
          <p:cNvSpPr/>
          <p:nvPr/>
        </p:nvSpPr>
        <p:spPr>
          <a:xfrm>
            <a:off x="7245665" y="2830558"/>
            <a:ext cx="561283" cy="558517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14EAAD-6012-320A-52DF-4A8DD894E51D}"/>
              </a:ext>
            </a:extLst>
          </p:cNvPr>
          <p:cNvSpPr txBox="1"/>
          <p:nvPr/>
        </p:nvSpPr>
        <p:spPr>
          <a:xfrm>
            <a:off x="4185432" y="3428218"/>
            <a:ext cx="944072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ncs:init</a:t>
            </a:r>
            <a:endParaRPr lang="en-US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8973803-CD21-CA27-3D8B-E97D50605162}"/>
              </a:ext>
            </a:extLst>
          </p:cNvPr>
          <p:cNvCxnSpPr>
            <a:cxnSpLocks/>
          </p:cNvCxnSpPr>
          <p:nvPr/>
        </p:nvCxnSpPr>
        <p:spPr>
          <a:xfrm>
            <a:off x="4950159" y="3118877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2E74128-F855-DB04-DDFB-7501945B2CA5}"/>
              </a:ext>
            </a:extLst>
          </p:cNvPr>
          <p:cNvCxnSpPr>
            <a:cxnSpLocks/>
          </p:cNvCxnSpPr>
          <p:nvPr/>
        </p:nvCxnSpPr>
        <p:spPr>
          <a:xfrm>
            <a:off x="5908115" y="3118877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52E5AE9-CF86-A324-96B7-BE570402DB6F}"/>
              </a:ext>
            </a:extLst>
          </p:cNvPr>
          <p:cNvCxnSpPr>
            <a:cxnSpLocks/>
          </p:cNvCxnSpPr>
          <p:nvPr/>
        </p:nvCxnSpPr>
        <p:spPr>
          <a:xfrm>
            <a:off x="6854685" y="3118877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2808A55-0ECB-2BB5-DFE1-12E1ADA24198}"/>
              </a:ext>
            </a:extLst>
          </p:cNvPr>
          <p:cNvSpPr txBox="1"/>
          <p:nvPr/>
        </p:nvSpPr>
        <p:spPr>
          <a:xfrm>
            <a:off x="5081916" y="3438187"/>
            <a:ext cx="107972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vr:vm-requested</a:t>
            </a:r>
            <a:endParaRPr lang="en-US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E9911A-1F4A-D265-A434-9E8876A44AD3}"/>
              </a:ext>
            </a:extLst>
          </p:cNvPr>
          <p:cNvSpPr txBox="1"/>
          <p:nvPr/>
        </p:nvSpPr>
        <p:spPr>
          <a:xfrm>
            <a:off x="6063739" y="3414210"/>
            <a:ext cx="107972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vr:vm-configured</a:t>
            </a:r>
            <a:endParaRPr lang="en-US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24EE61-9713-011C-1316-2A893C6242B8}"/>
              </a:ext>
            </a:extLst>
          </p:cNvPr>
          <p:cNvSpPr txBox="1"/>
          <p:nvPr/>
        </p:nvSpPr>
        <p:spPr>
          <a:xfrm>
            <a:off x="6994007" y="3439588"/>
            <a:ext cx="944072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ncs:ready</a:t>
            </a:r>
            <a:endParaRPr lang="en-US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587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DF492-3201-98E4-1D82-2D9BC69D9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04E99B-8010-E3B0-BBE1-0A0CE343990C}"/>
              </a:ext>
            </a:extLst>
          </p:cNvPr>
          <p:cNvSpPr/>
          <p:nvPr/>
        </p:nvSpPr>
        <p:spPr>
          <a:xfrm>
            <a:off x="2913248" y="1732548"/>
            <a:ext cx="6789018" cy="3547024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136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159829-3937-FA3D-42A0-615F22BFC3D5}"/>
              </a:ext>
            </a:extLst>
          </p:cNvPr>
          <p:cNvSpPr/>
          <p:nvPr/>
        </p:nvSpPr>
        <p:spPr>
          <a:xfrm>
            <a:off x="6622181" y="2037648"/>
            <a:ext cx="2887578" cy="2014586"/>
          </a:xfrm>
          <a:prstGeom prst="rect">
            <a:avLst/>
          </a:prstGeom>
          <a:solidFill>
            <a:srgbClr val="3FB4E0">
              <a:alpha val="1985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</a:rPr>
              <a:t>Parameters &amp;</a:t>
            </a:r>
          </a:p>
          <a:p>
            <a:r>
              <a:rPr lang="en-US" sz="1000" dirty="0">
                <a:solidFill>
                  <a:srgbClr val="3FB4E0"/>
                </a:solidFill>
              </a:rPr>
              <a:t>Operational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637C57-7A60-E2A4-4706-29B77B112D9C}"/>
              </a:ext>
            </a:extLst>
          </p:cNvPr>
          <p:cNvSpPr/>
          <p:nvPr/>
        </p:nvSpPr>
        <p:spPr>
          <a:xfrm>
            <a:off x="7745575" y="2252313"/>
            <a:ext cx="1648681" cy="1638515"/>
          </a:xfrm>
          <a:prstGeom prst="rect">
            <a:avLst/>
          </a:prstGeom>
          <a:solidFill>
            <a:srgbClr val="3FB4E0">
              <a:alpha val="5041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Component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0F680E-FED9-FBE2-4C7D-26C99B98D7CD}"/>
              </a:ext>
            </a:extLst>
          </p:cNvPr>
          <p:cNvSpPr/>
          <p:nvPr/>
        </p:nvSpPr>
        <p:spPr>
          <a:xfrm>
            <a:off x="7860400" y="2560320"/>
            <a:ext cx="712269" cy="336884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State A</a:t>
            </a:r>
          </a:p>
        </p:txBody>
      </p:sp>
      <p:sp>
        <p:nvSpPr>
          <p:cNvPr id="11" name="Snip Diagonal Corner Rectangle 10">
            <a:extLst>
              <a:ext uri="{FF2B5EF4-FFF2-40B4-BE49-F238E27FC236}">
                <a16:creationId xmlns:a16="http://schemas.microsoft.com/office/drawing/2014/main" id="{B2FA257D-F453-A62E-5212-247E741BCEC1}"/>
              </a:ext>
            </a:extLst>
          </p:cNvPr>
          <p:cNvSpPr/>
          <p:nvPr/>
        </p:nvSpPr>
        <p:spPr>
          <a:xfrm>
            <a:off x="8566483" y="2560320"/>
            <a:ext cx="712269" cy="336884"/>
          </a:xfrm>
          <a:prstGeom prst="snip2DiagRect">
            <a:avLst/>
          </a:prstGeom>
          <a:solidFill>
            <a:schemeClr val="tx1">
              <a:lumMod val="50000"/>
              <a:lumOff val="50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Reverse Diff-set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39610C-CF5B-CE9D-224B-F3972E9566F1}"/>
              </a:ext>
            </a:extLst>
          </p:cNvPr>
          <p:cNvSpPr/>
          <p:nvPr/>
        </p:nvSpPr>
        <p:spPr>
          <a:xfrm>
            <a:off x="3108960" y="2037648"/>
            <a:ext cx="2887578" cy="2061565"/>
          </a:xfrm>
          <a:prstGeom prst="rect">
            <a:avLst/>
          </a:prstGeom>
          <a:solidFill>
            <a:srgbClr val="3FB4E0">
              <a:alpha val="1985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</a:rPr>
              <a:t>Parameters &amp;</a:t>
            </a:r>
          </a:p>
          <a:p>
            <a:r>
              <a:rPr lang="en-US" sz="1000" dirty="0">
                <a:solidFill>
                  <a:srgbClr val="3FB4E0"/>
                </a:solidFill>
              </a:rPr>
              <a:t>Operational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BDFE78-FDA9-40B8-CA75-E980495370C4}"/>
              </a:ext>
            </a:extLst>
          </p:cNvPr>
          <p:cNvSpPr/>
          <p:nvPr/>
        </p:nvSpPr>
        <p:spPr>
          <a:xfrm>
            <a:off x="4750755" y="2252313"/>
            <a:ext cx="1130280" cy="1638515"/>
          </a:xfrm>
          <a:prstGeom prst="rect">
            <a:avLst/>
          </a:prstGeom>
          <a:solidFill>
            <a:schemeClr val="tx1">
              <a:lumMod val="50000"/>
              <a:lumOff val="50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Reverse Diff-set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44CEDE-5A37-234B-4477-8C10A49186C0}"/>
              </a:ext>
            </a:extLst>
          </p:cNvPr>
          <p:cNvSpPr/>
          <p:nvPr/>
        </p:nvSpPr>
        <p:spPr>
          <a:xfrm>
            <a:off x="7860400" y="3003081"/>
            <a:ext cx="712269" cy="336884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State B</a:t>
            </a:r>
          </a:p>
        </p:txBody>
      </p:sp>
      <p:sp>
        <p:nvSpPr>
          <p:cNvPr id="19" name="Snip Diagonal Corner Rectangle 18">
            <a:extLst>
              <a:ext uri="{FF2B5EF4-FFF2-40B4-BE49-F238E27FC236}">
                <a16:creationId xmlns:a16="http://schemas.microsoft.com/office/drawing/2014/main" id="{CA03B96E-3B0D-5285-169B-536941E2803F}"/>
              </a:ext>
            </a:extLst>
          </p:cNvPr>
          <p:cNvSpPr/>
          <p:nvPr/>
        </p:nvSpPr>
        <p:spPr>
          <a:xfrm>
            <a:off x="8566483" y="3003081"/>
            <a:ext cx="712269" cy="336884"/>
          </a:xfrm>
          <a:prstGeom prst="snip2DiagRect">
            <a:avLst/>
          </a:prstGeom>
          <a:solidFill>
            <a:schemeClr val="tx1">
              <a:lumMod val="50000"/>
              <a:lumOff val="50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Reverse Diff-set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61AA76-61F1-C36E-5519-79385E5E8CB8}"/>
              </a:ext>
            </a:extLst>
          </p:cNvPr>
          <p:cNvSpPr/>
          <p:nvPr/>
        </p:nvSpPr>
        <p:spPr>
          <a:xfrm>
            <a:off x="7857192" y="3445842"/>
            <a:ext cx="712269" cy="336884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State C</a:t>
            </a:r>
          </a:p>
        </p:txBody>
      </p:sp>
      <p:sp>
        <p:nvSpPr>
          <p:cNvPr id="21" name="Snip Diagonal Corner Rectangle 20">
            <a:extLst>
              <a:ext uri="{FF2B5EF4-FFF2-40B4-BE49-F238E27FC236}">
                <a16:creationId xmlns:a16="http://schemas.microsoft.com/office/drawing/2014/main" id="{A3A134C9-FF6B-B576-B31A-FBE8F86ED584}"/>
              </a:ext>
            </a:extLst>
          </p:cNvPr>
          <p:cNvSpPr/>
          <p:nvPr/>
        </p:nvSpPr>
        <p:spPr>
          <a:xfrm>
            <a:off x="8566483" y="3445842"/>
            <a:ext cx="712269" cy="336884"/>
          </a:xfrm>
          <a:prstGeom prst="snip2DiagRect">
            <a:avLst/>
          </a:prstGeom>
          <a:solidFill>
            <a:schemeClr val="tx1">
              <a:lumMod val="50000"/>
              <a:lumOff val="50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Reverse Diff-set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EB3CDB-A2B9-5E46-FEA8-3FC37EB241A2}"/>
              </a:ext>
            </a:extLst>
          </p:cNvPr>
          <p:cNvSpPr txBox="1"/>
          <p:nvPr/>
        </p:nvSpPr>
        <p:spPr>
          <a:xfrm>
            <a:off x="7320011" y="1791405"/>
            <a:ext cx="14919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Nano Service Instance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015B98-96DD-CDE9-26EC-26F37F8EF688}"/>
              </a:ext>
            </a:extLst>
          </p:cNvPr>
          <p:cNvSpPr txBox="1"/>
          <p:nvPr/>
        </p:nvSpPr>
        <p:spPr>
          <a:xfrm>
            <a:off x="3891916" y="1797031"/>
            <a:ext cx="121477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Service Instance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6B0449-6BC9-0C2F-AA48-B78EAF4DAE20}"/>
              </a:ext>
            </a:extLst>
          </p:cNvPr>
          <p:cNvSpPr/>
          <p:nvPr/>
        </p:nvSpPr>
        <p:spPr>
          <a:xfrm>
            <a:off x="4217562" y="4199793"/>
            <a:ext cx="990264" cy="831243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FASTMAP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cs typeface="Chakra Petch" pitchFamily="2" charset="-34"/>
              </a:rPr>
              <a:t>create()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Callback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EA1CA677-A12D-9496-F71E-2CA60C459629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17162" y="3676341"/>
            <a:ext cx="1481277" cy="808523"/>
          </a:xfrm>
          <a:prstGeom prst="bentConnector3">
            <a:avLst>
              <a:gd name="adj1" fmla="val 100208"/>
            </a:avLst>
          </a:prstGeom>
          <a:ln w="12700">
            <a:solidFill>
              <a:schemeClr val="accent6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013D70B-0C9F-AEA7-209C-4E70075A6B1C}"/>
              </a:ext>
            </a:extLst>
          </p:cNvPr>
          <p:cNvSpPr/>
          <p:nvPr/>
        </p:nvSpPr>
        <p:spPr>
          <a:xfrm>
            <a:off x="7745575" y="4198835"/>
            <a:ext cx="990264" cy="831243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FASTMAP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cs typeface="Chakra Petch" pitchFamily="2" charset="-34"/>
              </a:rPr>
              <a:t>NanoCreate</a:t>
            </a:r>
            <a:r>
              <a:rPr lang="en-US" sz="1000" dirty="0">
                <a:solidFill>
                  <a:schemeClr val="bg1"/>
                </a:solidFill>
                <a:cs typeface="Chakra Petch" pitchFamily="2" charset="-34"/>
              </a:rPr>
              <a:t>()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Callback</a:t>
            </a:r>
          </a:p>
        </p:txBody>
      </p:sp>
      <p:pic>
        <p:nvPicPr>
          <p:cNvPr id="48" name="Graphic 47" descr="Flower without stem with solid fill">
            <a:extLst>
              <a:ext uri="{FF2B5EF4-FFF2-40B4-BE49-F238E27FC236}">
                <a16:creationId xmlns:a16="http://schemas.microsoft.com/office/drawing/2014/main" id="{3869CC38-03DF-2320-5924-553E7990F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2914" y="4210535"/>
            <a:ext cx="329139" cy="329139"/>
          </a:xfrm>
          <a:prstGeom prst="rect">
            <a:avLst/>
          </a:prstGeom>
          <a:effectLst/>
        </p:spPr>
      </p:pic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39EC4F43-E3D5-6250-40ED-E92230DD5A2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943698" y="4043094"/>
            <a:ext cx="1141740" cy="414557"/>
          </a:xfrm>
          <a:prstGeom prst="bentConnector3">
            <a:avLst>
              <a:gd name="adj1" fmla="val 604"/>
            </a:avLst>
          </a:prstGeom>
          <a:ln w="12700">
            <a:solidFill>
              <a:schemeClr val="accent6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E88F6D82-8AB3-17B0-8BFB-B6B4C2A6D9B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521145" y="4102331"/>
            <a:ext cx="1010027" cy="370818"/>
          </a:xfrm>
          <a:prstGeom prst="bentConnector3">
            <a:avLst>
              <a:gd name="adj1" fmla="val -395"/>
            </a:avLst>
          </a:prstGeom>
          <a:ln w="12700">
            <a:solidFill>
              <a:schemeClr val="accent6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1449317D-21A3-A3A3-E88E-7202CF4CEF86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30633" y="3676340"/>
            <a:ext cx="1481277" cy="808523"/>
          </a:xfrm>
          <a:prstGeom prst="bentConnector3">
            <a:avLst>
              <a:gd name="adj1" fmla="val 100208"/>
            </a:avLst>
          </a:prstGeom>
          <a:ln w="12700">
            <a:solidFill>
              <a:schemeClr val="accent6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Flower without stem with solid fill">
            <a:extLst>
              <a:ext uri="{FF2B5EF4-FFF2-40B4-BE49-F238E27FC236}">
                <a16:creationId xmlns:a16="http://schemas.microsoft.com/office/drawing/2014/main" id="{3E21F6A2-C59F-CDC6-E8E3-8C85771B8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6137" y="4210535"/>
            <a:ext cx="329139" cy="329139"/>
          </a:xfrm>
          <a:prstGeom prst="rect">
            <a:avLst/>
          </a:prstGeom>
          <a:effectLst/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315329F2-C47A-B43B-C1D3-FA6B378302F4}"/>
              </a:ext>
            </a:extLst>
          </p:cNvPr>
          <p:cNvSpPr/>
          <p:nvPr/>
        </p:nvSpPr>
        <p:spPr>
          <a:xfrm>
            <a:off x="6168371" y="3003081"/>
            <a:ext cx="338306" cy="257687"/>
          </a:xfrm>
          <a:prstGeom prst="rightArrow">
            <a:avLst/>
          </a:prstGeom>
          <a:solidFill>
            <a:schemeClr val="accent2">
              <a:alpha val="8020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963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5510E-7AC2-DD80-6F15-25A6D5EE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9B023576-B8D8-336D-DB07-D3BC3022A8A5}"/>
              </a:ext>
            </a:extLst>
          </p:cNvPr>
          <p:cNvSpPr/>
          <p:nvPr/>
        </p:nvSpPr>
        <p:spPr>
          <a:xfrm>
            <a:off x="6316825" y="1283373"/>
            <a:ext cx="2481226" cy="4095752"/>
          </a:xfrm>
          <a:prstGeom prst="rect">
            <a:avLst/>
          </a:prstGeom>
          <a:solidFill>
            <a:srgbClr val="3FB4E0">
              <a:alpha val="1991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De-Provision Service (Backtracking)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40D3AA-7BC8-62FF-783D-00EB5A002477}"/>
              </a:ext>
            </a:extLst>
          </p:cNvPr>
          <p:cNvSpPr/>
          <p:nvPr/>
        </p:nvSpPr>
        <p:spPr>
          <a:xfrm>
            <a:off x="2790836" y="1167973"/>
            <a:ext cx="6346555" cy="4406655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37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4F9394-19AB-974A-4AD7-78B3BD77895C}"/>
              </a:ext>
            </a:extLst>
          </p:cNvPr>
          <p:cNvSpPr/>
          <p:nvPr/>
        </p:nvSpPr>
        <p:spPr>
          <a:xfrm>
            <a:off x="3152222" y="1283372"/>
            <a:ext cx="2431661" cy="4095752"/>
          </a:xfrm>
          <a:prstGeom prst="rect">
            <a:avLst/>
          </a:prstGeom>
          <a:solidFill>
            <a:srgbClr val="3FB4E0">
              <a:alpha val="1991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Provision Service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9922E5-18C4-4D04-D38E-D85C06F4E8C4}"/>
              </a:ext>
            </a:extLst>
          </p:cNvPr>
          <p:cNvSpPr/>
          <p:nvPr/>
        </p:nvSpPr>
        <p:spPr>
          <a:xfrm>
            <a:off x="3331143" y="1872316"/>
            <a:ext cx="947784" cy="809741"/>
          </a:xfrm>
          <a:prstGeom prst="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Nano Service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F35B01-AB7D-6801-AC6A-662BCDA05579}"/>
              </a:ext>
            </a:extLst>
          </p:cNvPr>
          <p:cNvSpPr/>
          <p:nvPr/>
        </p:nvSpPr>
        <p:spPr>
          <a:xfrm>
            <a:off x="3497521" y="2144626"/>
            <a:ext cx="615027" cy="200191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43DC03-BE9A-8E3C-B602-6DC0DCFD27EC}"/>
              </a:ext>
            </a:extLst>
          </p:cNvPr>
          <p:cNvSpPr/>
          <p:nvPr/>
        </p:nvSpPr>
        <p:spPr>
          <a:xfrm>
            <a:off x="3497521" y="2413341"/>
            <a:ext cx="615027" cy="200191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State 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3D1DD6-3041-0679-F33F-F0911B2E45EE}"/>
              </a:ext>
            </a:extLst>
          </p:cNvPr>
          <p:cNvSpPr/>
          <p:nvPr/>
        </p:nvSpPr>
        <p:spPr>
          <a:xfrm>
            <a:off x="3331143" y="3124444"/>
            <a:ext cx="947784" cy="809741"/>
          </a:xfrm>
          <a:prstGeom prst="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Nano Service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F495F7-45A7-7104-5202-1D0F46AF3AB2}"/>
              </a:ext>
            </a:extLst>
          </p:cNvPr>
          <p:cNvSpPr/>
          <p:nvPr/>
        </p:nvSpPr>
        <p:spPr>
          <a:xfrm>
            <a:off x="3497521" y="3396754"/>
            <a:ext cx="615027" cy="200191"/>
          </a:xfrm>
          <a:prstGeom prst="rect">
            <a:avLst/>
          </a:prstGeom>
          <a:solidFill>
            <a:schemeClr val="accent6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91E524-0EED-2051-5D58-0D3038CBF3E5}"/>
              </a:ext>
            </a:extLst>
          </p:cNvPr>
          <p:cNvSpPr/>
          <p:nvPr/>
        </p:nvSpPr>
        <p:spPr>
          <a:xfrm>
            <a:off x="3497521" y="3665469"/>
            <a:ext cx="615027" cy="200191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AF752A-3339-32A0-F778-E5D840913A2E}"/>
              </a:ext>
            </a:extLst>
          </p:cNvPr>
          <p:cNvSpPr/>
          <p:nvPr/>
        </p:nvSpPr>
        <p:spPr>
          <a:xfrm>
            <a:off x="3331143" y="4376572"/>
            <a:ext cx="947784" cy="809741"/>
          </a:xfrm>
          <a:prstGeom prst="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Nano Service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387A9E-28DC-3EB2-E274-7DA48C1E770A}"/>
              </a:ext>
            </a:extLst>
          </p:cNvPr>
          <p:cNvSpPr/>
          <p:nvPr/>
        </p:nvSpPr>
        <p:spPr>
          <a:xfrm>
            <a:off x="3497521" y="4648882"/>
            <a:ext cx="615027" cy="200191"/>
          </a:xfrm>
          <a:prstGeom prst="rect">
            <a:avLst/>
          </a:prstGeom>
          <a:solidFill>
            <a:schemeClr val="accent6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6CD9C2-E5C8-4F38-B2F8-84333A4ECAA4}"/>
              </a:ext>
            </a:extLst>
          </p:cNvPr>
          <p:cNvSpPr/>
          <p:nvPr/>
        </p:nvSpPr>
        <p:spPr>
          <a:xfrm>
            <a:off x="3497521" y="4917597"/>
            <a:ext cx="615027" cy="200191"/>
          </a:xfrm>
          <a:prstGeom prst="rect">
            <a:avLst/>
          </a:prstGeom>
          <a:solidFill>
            <a:schemeClr val="accent6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B</a:t>
            </a:r>
          </a:p>
        </p:txBody>
      </p:sp>
      <p:sp>
        <p:nvSpPr>
          <p:cNvPr id="20" name="Can 19">
            <a:extLst>
              <a:ext uri="{FF2B5EF4-FFF2-40B4-BE49-F238E27FC236}">
                <a16:creationId xmlns:a16="http://schemas.microsoft.com/office/drawing/2014/main" id="{702A7BDF-B44E-AA77-EBF2-7AFE99D3180C}"/>
              </a:ext>
            </a:extLst>
          </p:cNvPr>
          <p:cNvSpPr/>
          <p:nvPr/>
        </p:nvSpPr>
        <p:spPr>
          <a:xfrm>
            <a:off x="4819352" y="1790941"/>
            <a:ext cx="520178" cy="411073"/>
          </a:xfrm>
          <a:prstGeom prst="can">
            <a:avLst/>
          </a:prstGeom>
          <a:solidFill>
            <a:srgbClr val="3FB4E0">
              <a:alpha val="8035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21" name="Process 20">
            <a:extLst>
              <a:ext uri="{FF2B5EF4-FFF2-40B4-BE49-F238E27FC236}">
                <a16:creationId xmlns:a16="http://schemas.microsoft.com/office/drawing/2014/main" id="{C7E64B92-21AB-6763-76CA-3DA54287AB82}"/>
              </a:ext>
            </a:extLst>
          </p:cNvPr>
          <p:cNvSpPr/>
          <p:nvPr/>
        </p:nvSpPr>
        <p:spPr>
          <a:xfrm>
            <a:off x="4721567" y="2264376"/>
            <a:ext cx="703385" cy="62520"/>
          </a:xfrm>
          <a:prstGeom prst="flowChartProcess">
            <a:avLst/>
          </a:prstGeom>
          <a:solidFill>
            <a:srgbClr val="3FB4E0">
              <a:alpha val="8003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rocess 21">
            <a:extLst>
              <a:ext uri="{FF2B5EF4-FFF2-40B4-BE49-F238E27FC236}">
                <a16:creationId xmlns:a16="http://schemas.microsoft.com/office/drawing/2014/main" id="{1862FB01-F9CD-66FE-53E4-2EE7758E574F}"/>
              </a:ext>
            </a:extLst>
          </p:cNvPr>
          <p:cNvSpPr/>
          <p:nvPr/>
        </p:nvSpPr>
        <p:spPr>
          <a:xfrm>
            <a:off x="4721566" y="2357877"/>
            <a:ext cx="703385" cy="62520"/>
          </a:xfrm>
          <a:prstGeom prst="flowChartProcess">
            <a:avLst/>
          </a:prstGeom>
          <a:solidFill>
            <a:srgbClr val="3FB4E0">
              <a:alpha val="8003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an 22">
            <a:extLst>
              <a:ext uri="{FF2B5EF4-FFF2-40B4-BE49-F238E27FC236}">
                <a16:creationId xmlns:a16="http://schemas.microsoft.com/office/drawing/2014/main" id="{3382A442-0E48-51AB-33D8-16B40FF02E24}"/>
              </a:ext>
            </a:extLst>
          </p:cNvPr>
          <p:cNvSpPr/>
          <p:nvPr/>
        </p:nvSpPr>
        <p:spPr>
          <a:xfrm>
            <a:off x="4813178" y="3114585"/>
            <a:ext cx="520178" cy="411073"/>
          </a:xfrm>
          <a:prstGeom prst="can">
            <a:avLst/>
          </a:prstGeom>
          <a:solidFill>
            <a:srgbClr val="3FB4E0">
              <a:alpha val="8035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C226D609-BAC6-2EAE-0D37-4987FA419616}"/>
              </a:ext>
            </a:extLst>
          </p:cNvPr>
          <p:cNvSpPr/>
          <p:nvPr/>
        </p:nvSpPr>
        <p:spPr>
          <a:xfrm>
            <a:off x="4721570" y="3584632"/>
            <a:ext cx="703385" cy="62520"/>
          </a:xfrm>
          <a:prstGeom prst="flowChartProcess">
            <a:avLst/>
          </a:prstGeom>
          <a:solidFill>
            <a:schemeClr val="tx1">
              <a:alpha val="80115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an 25">
            <a:extLst>
              <a:ext uri="{FF2B5EF4-FFF2-40B4-BE49-F238E27FC236}">
                <a16:creationId xmlns:a16="http://schemas.microsoft.com/office/drawing/2014/main" id="{E52009C1-E82D-EEC1-D86A-7FA341ECD1B5}"/>
              </a:ext>
            </a:extLst>
          </p:cNvPr>
          <p:cNvSpPr/>
          <p:nvPr/>
        </p:nvSpPr>
        <p:spPr>
          <a:xfrm>
            <a:off x="4813178" y="4360388"/>
            <a:ext cx="520178" cy="411073"/>
          </a:xfrm>
          <a:prstGeom prst="can">
            <a:avLst/>
          </a:prstGeom>
          <a:solidFill>
            <a:srgbClr val="3FB4E0">
              <a:alpha val="8035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42130CED-FF5C-DD3B-F712-05A26B9BA58D}"/>
              </a:ext>
            </a:extLst>
          </p:cNvPr>
          <p:cNvSpPr/>
          <p:nvPr/>
        </p:nvSpPr>
        <p:spPr>
          <a:xfrm>
            <a:off x="4721569" y="3681561"/>
            <a:ext cx="703385" cy="62520"/>
          </a:xfrm>
          <a:prstGeom prst="flowChartProcess">
            <a:avLst/>
          </a:prstGeom>
          <a:solidFill>
            <a:schemeClr val="tx1">
              <a:alpha val="80115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rocess 31">
            <a:extLst>
              <a:ext uri="{FF2B5EF4-FFF2-40B4-BE49-F238E27FC236}">
                <a16:creationId xmlns:a16="http://schemas.microsoft.com/office/drawing/2014/main" id="{97B81C09-BCE8-D9FD-CBCA-020A5DFDCC9D}"/>
              </a:ext>
            </a:extLst>
          </p:cNvPr>
          <p:cNvSpPr/>
          <p:nvPr/>
        </p:nvSpPr>
        <p:spPr>
          <a:xfrm>
            <a:off x="4721569" y="3775062"/>
            <a:ext cx="703385" cy="62520"/>
          </a:xfrm>
          <a:prstGeom prst="flowChartProcess">
            <a:avLst/>
          </a:prstGeom>
          <a:solidFill>
            <a:srgbClr val="3FB4E0">
              <a:alpha val="79811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rocess 32">
            <a:extLst>
              <a:ext uri="{FF2B5EF4-FFF2-40B4-BE49-F238E27FC236}">
                <a16:creationId xmlns:a16="http://schemas.microsoft.com/office/drawing/2014/main" id="{36EC9555-1D7D-BBC7-1E88-4F8054F7CA84}"/>
              </a:ext>
            </a:extLst>
          </p:cNvPr>
          <p:cNvSpPr/>
          <p:nvPr/>
        </p:nvSpPr>
        <p:spPr>
          <a:xfrm>
            <a:off x="4721568" y="3873952"/>
            <a:ext cx="703385" cy="62520"/>
          </a:xfrm>
          <a:prstGeom prst="flowChartProcess">
            <a:avLst/>
          </a:prstGeom>
          <a:solidFill>
            <a:srgbClr val="3FB4E0">
              <a:alpha val="79811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rocess 33">
            <a:extLst>
              <a:ext uri="{FF2B5EF4-FFF2-40B4-BE49-F238E27FC236}">
                <a16:creationId xmlns:a16="http://schemas.microsoft.com/office/drawing/2014/main" id="{44175916-FCC6-1E2F-C841-D8A0EB754AC3}"/>
              </a:ext>
            </a:extLst>
          </p:cNvPr>
          <p:cNvSpPr/>
          <p:nvPr/>
        </p:nvSpPr>
        <p:spPr>
          <a:xfrm>
            <a:off x="4721568" y="4836043"/>
            <a:ext cx="703385" cy="62520"/>
          </a:xfrm>
          <a:prstGeom prst="flowChartProcess">
            <a:avLst/>
          </a:prstGeom>
          <a:solidFill>
            <a:schemeClr val="tx1">
              <a:alpha val="80115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rocess 34">
            <a:extLst>
              <a:ext uri="{FF2B5EF4-FFF2-40B4-BE49-F238E27FC236}">
                <a16:creationId xmlns:a16="http://schemas.microsoft.com/office/drawing/2014/main" id="{5AE0B83A-5354-639E-D516-9402A1C43BFB}"/>
              </a:ext>
            </a:extLst>
          </p:cNvPr>
          <p:cNvSpPr/>
          <p:nvPr/>
        </p:nvSpPr>
        <p:spPr>
          <a:xfrm>
            <a:off x="4721568" y="4932972"/>
            <a:ext cx="703385" cy="62520"/>
          </a:xfrm>
          <a:prstGeom prst="flowChartProcess">
            <a:avLst/>
          </a:prstGeom>
          <a:solidFill>
            <a:schemeClr val="tx1">
              <a:alpha val="80115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rocess 35">
            <a:extLst>
              <a:ext uri="{FF2B5EF4-FFF2-40B4-BE49-F238E27FC236}">
                <a16:creationId xmlns:a16="http://schemas.microsoft.com/office/drawing/2014/main" id="{3CAE4A1C-66B7-6D9C-871B-5EEA015B2682}"/>
              </a:ext>
            </a:extLst>
          </p:cNvPr>
          <p:cNvSpPr/>
          <p:nvPr/>
        </p:nvSpPr>
        <p:spPr>
          <a:xfrm>
            <a:off x="4721568" y="5032253"/>
            <a:ext cx="703385" cy="62520"/>
          </a:xfrm>
          <a:prstGeom prst="flowChartProcess">
            <a:avLst/>
          </a:prstGeom>
          <a:solidFill>
            <a:schemeClr val="tx1">
              <a:alpha val="80115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rocess 36">
            <a:extLst>
              <a:ext uri="{FF2B5EF4-FFF2-40B4-BE49-F238E27FC236}">
                <a16:creationId xmlns:a16="http://schemas.microsoft.com/office/drawing/2014/main" id="{C98CABB3-4C9A-F931-93FA-99E6E1BE1920}"/>
              </a:ext>
            </a:extLst>
          </p:cNvPr>
          <p:cNvSpPr/>
          <p:nvPr/>
        </p:nvSpPr>
        <p:spPr>
          <a:xfrm>
            <a:off x="4721567" y="5131534"/>
            <a:ext cx="703385" cy="62520"/>
          </a:xfrm>
          <a:prstGeom prst="flowChartProcess">
            <a:avLst/>
          </a:prstGeom>
          <a:solidFill>
            <a:schemeClr val="tx1">
              <a:alpha val="80115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06468C1-A491-B734-771B-1E842A8CD866}"/>
              </a:ext>
            </a:extLst>
          </p:cNvPr>
          <p:cNvSpPr/>
          <p:nvPr/>
        </p:nvSpPr>
        <p:spPr>
          <a:xfrm>
            <a:off x="6545322" y="1872316"/>
            <a:ext cx="947784" cy="809741"/>
          </a:xfrm>
          <a:prstGeom prst="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Nano Service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9A42C54-FD93-79DB-FC37-995D2E9AF14B}"/>
              </a:ext>
            </a:extLst>
          </p:cNvPr>
          <p:cNvSpPr/>
          <p:nvPr/>
        </p:nvSpPr>
        <p:spPr>
          <a:xfrm>
            <a:off x="6711700" y="2144626"/>
            <a:ext cx="615027" cy="200191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State 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724647-145A-D262-476E-39DC354B3A1B}"/>
              </a:ext>
            </a:extLst>
          </p:cNvPr>
          <p:cNvSpPr/>
          <p:nvPr/>
        </p:nvSpPr>
        <p:spPr>
          <a:xfrm>
            <a:off x="6711700" y="2413341"/>
            <a:ext cx="615027" cy="200191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State 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0617BD9-BD8F-931B-3699-A30DE5A2B34E}"/>
              </a:ext>
            </a:extLst>
          </p:cNvPr>
          <p:cNvSpPr/>
          <p:nvPr/>
        </p:nvSpPr>
        <p:spPr>
          <a:xfrm>
            <a:off x="6545322" y="3124444"/>
            <a:ext cx="947784" cy="809741"/>
          </a:xfrm>
          <a:prstGeom prst="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Nano Service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7D2520E-6E74-920A-FA79-44C280BF214A}"/>
              </a:ext>
            </a:extLst>
          </p:cNvPr>
          <p:cNvSpPr/>
          <p:nvPr/>
        </p:nvSpPr>
        <p:spPr>
          <a:xfrm>
            <a:off x="6711700" y="3396754"/>
            <a:ext cx="615027" cy="200191"/>
          </a:xfrm>
          <a:prstGeom prst="rect">
            <a:avLst/>
          </a:prstGeom>
          <a:solidFill>
            <a:schemeClr val="bg2">
              <a:lumMod val="75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86A27C1-1FFD-AE69-5BBB-515C8384B2BE}"/>
              </a:ext>
            </a:extLst>
          </p:cNvPr>
          <p:cNvSpPr/>
          <p:nvPr/>
        </p:nvSpPr>
        <p:spPr>
          <a:xfrm>
            <a:off x="6711700" y="3665469"/>
            <a:ext cx="615027" cy="200191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State B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4F7123D-F961-FFD1-4877-96C0A91E33E1}"/>
              </a:ext>
            </a:extLst>
          </p:cNvPr>
          <p:cNvSpPr/>
          <p:nvPr/>
        </p:nvSpPr>
        <p:spPr>
          <a:xfrm>
            <a:off x="6545322" y="4376572"/>
            <a:ext cx="947784" cy="809741"/>
          </a:xfrm>
          <a:prstGeom prst="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Nano Service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2E57639-848E-D395-B1AF-73961720DEE9}"/>
              </a:ext>
            </a:extLst>
          </p:cNvPr>
          <p:cNvSpPr/>
          <p:nvPr/>
        </p:nvSpPr>
        <p:spPr>
          <a:xfrm>
            <a:off x="6711700" y="4648882"/>
            <a:ext cx="615027" cy="200191"/>
          </a:xfrm>
          <a:prstGeom prst="rect">
            <a:avLst/>
          </a:prstGeom>
          <a:solidFill>
            <a:schemeClr val="accent6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A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A198980-94B4-79E1-3AC3-E390F180C986}"/>
              </a:ext>
            </a:extLst>
          </p:cNvPr>
          <p:cNvSpPr/>
          <p:nvPr/>
        </p:nvSpPr>
        <p:spPr>
          <a:xfrm>
            <a:off x="6711700" y="4917597"/>
            <a:ext cx="615027" cy="200191"/>
          </a:xfrm>
          <a:prstGeom prst="rect">
            <a:avLst/>
          </a:prstGeom>
          <a:solidFill>
            <a:schemeClr val="bg2">
              <a:lumMod val="75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B</a:t>
            </a:r>
          </a:p>
        </p:txBody>
      </p:sp>
      <p:sp>
        <p:nvSpPr>
          <p:cNvPr id="48" name="Can 47">
            <a:extLst>
              <a:ext uri="{FF2B5EF4-FFF2-40B4-BE49-F238E27FC236}">
                <a16:creationId xmlns:a16="http://schemas.microsoft.com/office/drawing/2014/main" id="{9B521ACB-5C76-1343-5DB0-14D6A8B20298}"/>
              </a:ext>
            </a:extLst>
          </p:cNvPr>
          <p:cNvSpPr/>
          <p:nvPr/>
        </p:nvSpPr>
        <p:spPr>
          <a:xfrm>
            <a:off x="8012359" y="1790940"/>
            <a:ext cx="520178" cy="411073"/>
          </a:xfrm>
          <a:prstGeom prst="can">
            <a:avLst/>
          </a:prstGeom>
          <a:solidFill>
            <a:srgbClr val="3FB4E0">
              <a:alpha val="8035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51" name="Can 50">
            <a:extLst>
              <a:ext uri="{FF2B5EF4-FFF2-40B4-BE49-F238E27FC236}">
                <a16:creationId xmlns:a16="http://schemas.microsoft.com/office/drawing/2014/main" id="{64E09EE9-0226-7354-2E7C-EDF064177720}"/>
              </a:ext>
            </a:extLst>
          </p:cNvPr>
          <p:cNvSpPr/>
          <p:nvPr/>
        </p:nvSpPr>
        <p:spPr>
          <a:xfrm>
            <a:off x="8012367" y="3054625"/>
            <a:ext cx="520178" cy="411073"/>
          </a:xfrm>
          <a:prstGeom prst="can">
            <a:avLst/>
          </a:prstGeom>
          <a:solidFill>
            <a:srgbClr val="3FB4E0">
              <a:alpha val="8035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52" name="Process 51">
            <a:extLst>
              <a:ext uri="{FF2B5EF4-FFF2-40B4-BE49-F238E27FC236}">
                <a16:creationId xmlns:a16="http://schemas.microsoft.com/office/drawing/2014/main" id="{E73F9545-C769-56E7-CCEC-2D5241908BE2}"/>
              </a:ext>
            </a:extLst>
          </p:cNvPr>
          <p:cNvSpPr/>
          <p:nvPr/>
        </p:nvSpPr>
        <p:spPr>
          <a:xfrm>
            <a:off x="7920759" y="3524672"/>
            <a:ext cx="703385" cy="62520"/>
          </a:xfrm>
          <a:prstGeom prst="flowChartProcess">
            <a:avLst/>
          </a:prstGeom>
          <a:solidFill>
            <a:schemeClr val="tx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an 52">
            <a:extLst>
              <a:ext uri="{FF2B5EF4-FFF2-40B4-BE49-F238E27FC236}">
                <a16:creationId xmlns:a16="http://schemas.microsoft.com/office/drawing/2014/main" id="{B855BB36-DEDD-A3E9-49A3-9797BFFE29F8}"/>
              </a:ext>
            </a:extLst>
          </p:cNvPr>
          <p:cNvSpPr/>
          <p:nvPr/>
        </p:nvSpPr>
        <p:spPr>
          <a:xfrm>
            <a:off x="8012367" y="4353490"/>
            <a:ext cx="520178" cy="411073"/>
          </a:xfrm>
          <a:prstGeom prst="can">
            <a:avLst/>
          </a:prstGeom>
          <a:solidFill>
            <a:srgbClr val="3FB4E0">
              <a:alpha val="8035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54" name="Process 53">
            <a:extLst>
              <a:ext uri="{FF2B5EF4-FFF2-40B4-BE49-F238E27FC236}">
                <a16:creationId xmlns:a16="http://schemas.microsoft.com/office/drawing/2014/main" id="{82F2665A-6669-79F1-7F8D-E1BEBA060B98}"/>
              </a:ext>
            </a:extLst>
          </p:cNvPr>
          <p:cNvSpPr/>
          <p:nvPr/>
        </p:nvSpPr>
        <p:spPr>
          <a:xfrm>
            <a:off x="7920758" y="3621601"/>
            <a:ext cx="703385" cy="62520"/>
          </a:xfrm>
          <a:prstGeom prst="flowChartProcess">
            <a:avLst/>
          </a:prstGeom>
          <a:solidFill>
            <a:schemeClr val="tx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Process 56">
            <a:extLst>
              <a:ext uri="{FF2B5EF4-FFF2-40B4-BE49-F238E27FC236}">
                <a16:creationId xmlns:a16="http://schemas.microsoft.com/office/drawing/2014/main" id="{3528BA18-BB5C-4A7A-DF46-0794DCFDC9BB}"/>
              </a:ext>
            </a:extLst>
          </p:cNvPr>
          <p:cNvSpPr/>
          <p:nvPr/>
        </p:nvSpPr>
        <p:spPr>
          <a:xfrm>
            <a:off x="7920757" y="4829145"/>
            <a:ext cx="703385" cy="62520"/>
          </a:xfrm>
          <a:prstGeom prst="flowChartProcess">
            <a:avLst/>
          </a:prstGeom>
          <a:solidFill>
            <a:schemeClr val="tx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Process 57">
            <a:extLst>
              <a:ext uri="{FF2B5EF4-FFF2-40B4-BE49-F238E27FC236}">
                <a16:creationId xmlns:a16="http://schemas.microsoft.com/office/drawing/2014/main" id="{28B4E00E-4B3B-23D8-C766-2827A47DBAF3}"/>
              </a:ext>
            </a:extLst>
          </p:cNvPr>
          <p:cNvSpPr/>
          <p:nvPr/>
        </p:nvSpPr>
        <p:spPr>
          <a:xfrm>
            <a:off x="7920757" y="4926074"/>
            <a:ext cx="703385" cy="62520"/>
          </a:xfrm>
          <a:prstGeom prst="flowChartProcess">
            <a:avLst/>
          </a:prstGeom>
          <a:solidFill>
            <a:schemeClr val="tx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rocess 58">
            <a:extLst>
              <a:ext uri="{FF2B5EF4-FFF2-40B4-BE49-F238E27FC236}">
                <a16:creationId xmlns:a16="http://schemas.microsoft.com/office/drawing/2014/main" id="{8DDA496A-6A48-804F-B05E-0665BF88D82A}"/>
              </a:ext>
            </a:extLst>
          </p:cNvPr>
          <p:cNvSpPr/>
          <p:nvPr/>
        </p:nvSpPr>
        <p:spPr>
          <a:xfrm>
            <a:off x="7920757" y="5025355"/>
            <a:ext cx="703385" cy="62520"/>
          </a:xfrm>
          <a:prstGeom prst="flowChartProcess">
            <a:avLst/>
          </a:prstGeom>
          <a:solidFill>
            <a:schemeClr val="tx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Process 59">
            <a:extLst>
              <a:ext uri="{FF2B5EF4-FFF2-40B4-BE49-F238E27FC236}">
                <a16:creationId xmlns:a16="http://schemas.microsoft.com/office/drawing/2014/main" id="{B423F85B-BD8B-A7D3-343B-685A7F516F4D}"/>
              </a:ext>
            </a:extLst>
          </p:cNvPr>
          <p:cNvSpPr/>
          <p:nvPr/>
        </p:nvSpPr>
        <p:spPr>
          <a:xfrm>
            <a:off x="7920756" y="5124636"/>
            <a:ext cx="703385" cy="62520"/>
          </a:xfrm>
          <a:prstGeom prst="flowChartProcess">
            <a:avLst/>
          </a:prstGeom>
          <a:solidFill>
            <a:schemeClr val="tx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Graphic 61" descr="Close outline">
            <a:extLst>
              <a:ext uri="{FF2B5EF4-FFF2-40B4-BE49-F238E27FC236}">
                <a16:creationId xmlns:a16="http://schemas.microsoft.com/office/drawing/2014/main" id="{B21EB402-6151-9763-C325-4F122D941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5821" y="4998274"/>
            <a:ext cx="273254" cy="273254"/>
          </a:xfrm>
          <a:prstGeom prst="rect">
            <a:avLst/>
          </a:prstGeom>
          <a:effectLst/>
        </p:spPr>
      </p:pic>
      <p:pic>
        <p:nvPicPr>
          <p:cNvPr id="63" name="Graphic 62" descr="Close outline">
            <a:extLst>
              <a:ext uri="{FF2B5EF4-FFF2-40B4-BE49-F238E27FC236}">
                <a16:creationId xmlns:a16="http://schemas.microsoft.com/office/drawing/2014/main" id="{52DA109C-F292-2520-18F7-D31D410DE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0895" y="3469524"/>
            <a:ext cx="303106" cy="303106"/>
          </a:xfrm>
          <a:prstGeom prst="rect">
            <a:avLst/>
          </a:prstGeom>
          <a:effectLst/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493A43C-3E1D-E301-92DE-597A09AF11EB}"/>
              </a:ext>
            </a:extLst>
          </p:cNvPr>
          <p:cNvCxnSpPr>
            <a:cxnSpLocks/>
          </p:cNvCxnSpPr>
          <p:nvPr/>
        </p:nvCxnSpPr>
        <p:spPr>
          <a:xfrm>
            <a:off x="4112207" y="2346088"/>
            <a:ext cx="553582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DFC024E-4BF1-D753-9EAB-2C84D80AD188}"/>
              </a:ext>
            </a:extLst>
          </p:cNvPr>
          <p:cNvCxnSpPr>
            <a:cxnSpLocks/>
          </p:cNvCxnSpPr>
          <p:nvPr/>
        </p:nvCxnSpPr>
        <p:spPr>
          <a:xfrm>
            <a:off x="4112207" y="3863347"/>
            <a:ext cx="553582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1B4EBA7-79CF-67CE-F322-6854CF6F87EA}"/>
              </a:ext>
            </a:extLst>
          </p:cNvPr>
          <p:cNvCxnSpPr/>
          <p:nvPr/>
        </p:nvCxnSpPr>
        <p:spPr>
          <a:xfrm>
            <a:off x="5761503" y="2047037"/>
            <a:ext cx="0" cy="2802970"/>
          </a:xfrm>
          <a:prstGeom prst="straightConnector1">
            <a:avLst/>
          </a:prstGeom>
          <a:ln w="38100">
            <a:solidFill>
              <a:srgbClr val="3FB4E0">
                <a:alpha val="80358"/>
              </a:srgb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C6EE866-78EB-4E60-6FBB-3BEA07BEE3BA}"/>
              </a:ext>
            </a:extLst>
          </p:cNvPr>
          <p:cNvCxnSpPr>
            <a:cxnSpLocks/>
          </p:cNvCxnSpPr>
          <p:nvPr/>
        </p:nvCxnSpPr>
        <p:spPr>
          <a:xfrm flipV="1">
            <a:off x="6097140" y="2047037"/>
            <a:ext cx="0" cy="2769548"/>
          </a:xfrm>
          <a:prstGeom prst="straightConnector1">
            <a:avLst/>
          </a:prstGeom>
          <a:ln w="38100">
            <a:solidFill>
              <a:schemeClr val="bg2">
                <a:lumMod val="75000"/>
                <a:alpha val="80317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9F80EC5-3687-F0FC-E43B-8DD4AD3B6216}"/>
              </a:ext>
            </a:extLst>
          </p:cNvPr>
          <p:cNvCxnSpPr>
            <a:cxnSpLocks/>
          </p:cNvCxnSpPr>
          <p:nvPr/>
        </p:nvCxnSpPr>
        <p:spPr>
          <a:xfrm flipV="1">
            <a:off x="8968754" y="2013615"/>
            <a:ext cx="0" cy="2769548"/>
          </a:xfrm>
          <a:prstGeom prst="straightConnector1">
            <a:avLst/>
          </a:prstGeom>
          <a:ln w="38100">
            <a:solidFill>
              <a:schemeClr val="bg2">
                <a:lumMod val="75000"/>
                <a:alpha val="80358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B269C45-5AF1-77E0-E34B-154EBFA37C44}"/>
              </a:ext>
            </a:extLst>
          </p:cNvPr>
          <p:cNvCxnSpPr/>
          <p:nvPr/>
        </p:nvCxnSpPr>
        <p:spPr>
          <a:xfrm>
            <a:off x="2991417" y="2013615"/>
            <a:ext cx="0" cy="2802970"/>
          </a:xfrm>
          <a:prstGeom prst="straightConnector1">
            <a:avLst/>
          </a:prstGeom>
          <a:ln w="38100">
            <a:solidFill>
              <a:srgbClr val="3FB4E0">
                <a:alpha val="80358"/>
              </a:srgb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BCD40A1-E0C9-EA33-CF7A-FB4429B6C34C}"/>
              </a:ext>
            </a:extLst>
          </p:cNvPr>
          <p:cNvCxnSpPr>
            <a:cxnSpLocks/>
          </p:cNvCxnSpPr>
          <p:nvPr/>
        </p:nvCxnSpPr>
        <p:spPr>
          <a:xfrm>
            <a:off x="7326727" y="5110957"/>
            <a:ext cx="553582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E0E68D5-8A8B-20E7-353A-0F1687FE41A9}"/>
              </a:ext>
            </a:extLst>
          </p:cNvPr>
          <p:cNvCxnSpPr>
            <a:cxnSpLocks/>
          </p:cNvCxnSpPr>
          <p:nvPr/>
        </p:nvCxnSpPr>
        <p:spPr>
          <a:xfrm>
            <a:off x="7326727" y="3596034"/>
            <a:ext cx="553582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4478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F8488-49F1-43FB-5375-A40D3618D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DE58E2A-E356-9B9D-5654-D2C61EB79998}"/>
              </a:ext>
            </a:extLst>
          </p:cNvPr>
          <p:cNvSpPr/>
          <p:nvPr/>
        </p:nvSpPr>
        <p:spPr>
          <a:xfrm>
            <a:off x="3716867" y="1862668"/>
            <a:ext cx="4318000" cy="266700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37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6C08A9-2A78-B043-7352-6001040BA326}"/>
              </a:ext>
            </a:extLst>
          </p:cNvPr>
          <p:cNvSpPr/>
          <p:nvPr/>
        </p:nvSpPr>
        <p:spPr>
          <a:xfrm>
            <a:off x="3880022" y="2041902"/>
            <a:ext cx="3999217" cy="2329200"/>
          </a:xfrm>
          <a:prstGeom prst="rect">
            <a:avLst/>
          </a:prstGeom>
          <a:solidFill>
            <a:srgbClr val="3FB4E0">
              <a:alpha val="1977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DC8BCB-885E-E29A-95BD-23E47CC1E94B}"/>
              </a:ext>
            </a:extLst>
          </p:cNvPr>
          <p:cNvSpPr/>
          <p:nvPr/>
        </p:nvSpPr>
        <p:spPr>
          <a:xfrm>
            <a:off x="4015768" y="2348790"/>
            <a:ext cx="821136" cy="269582"/>
          </a:xfrm>
          <a:prstGeom prst="rect">
            <a:avLst/>
          </a:prstGeom>
          <a:solidFill>
            <a:schemeClr val="accent6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185FD5-DFEF-17F5-A706-9114CDA4727F}"/>
              </a:ext>
            </a:extLst>
          </p:cNvPr>
          <p:cNvSpPr/>
          <p:nvPr/>
        </p:nvSpPr>
        <p:spPr>
          <a:xfrm>
            <a:off x="4015768" y="2721131"/>
            <a:ext cx="821136" cy="269582"/>
          </a:xfrm>
          <a:prstGeom prst="rect">
            <a:avLst/>
          </a:prstGeom>
          <a:solidFill>
            <a:schemeClr val="accent6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B9000F-4EAB-31CC-397E-C40841285AF6}"/>
              </a:ext>
            </a:extLst>
          </p:cNvPr>
          <p:cNvSpPr/>
          <p:nvPr/>
        </p:nvSpPr>
        <p:spPr>
          <a:xfrm>
            <a:off x="4015768" y="3093472"/>
            <a:ext cx="821136" cy="269582"/>
          </a:xfrm>
          <a:prstGeom prst="rect">
            <a:avLst/>
          </a:prstGeom>
          <a:solidFill>
            <a:schemeClr val="accent6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718568-7646-2206-6644-C522ECF41F67}"/>
              </a:ext>
            </a:extLst>
          </p:cNvPr>
          <p:cNvSpPr/>
          <p:nvPr/>
        </p:nvSpPr>
        <p:spPr>
          <a:xfrm>
            <a:off x="4015768" y="3465813"/>
            <a:ext cx="821136" cy="269582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State 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F7846F-30F3-17FD-EF01-262F626A7621}"/>
              </a:ext>
            </a:extLst>
          </p:cNvPr>
          <p:cNvSpPr/>
          <p:nvPr/>
        </p:nvSpPr>
        <p:spPr>
          <a:xfrm>
            <a:off x="6924620" y="2348790"/>
            <a:ext cx="821136" cy="269582"/>
          </a:xfrm>
          <a:prstGeom prst="rect">
            <a:avLst/>
          </a:prstGeom>
          <a:solidFill>
            <a:schemeClr val="accent6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6C8E07-828B-71C7-9EFD-C495A4E80B05}"/>
              </a:ext>
            </a:extLst>
          </p:cNvPr>
          <p:cNvSpPr/>
          <p:nvPr/>
        </p:nvSpPr>
        <p:spPr>
          <a:xfrm>
            <a:off x="6924620" y="2721131"/>
            <a:ext cx="821136" cy="269582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State 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AFDC39-7AD9-4D78-A3FE-F154D769A926}"/>
              </a:ext>
            </a:extLst>
          </p:cNvPr>
          <p:cNvSpPr/>
          <p:nvPr/>
        </p:nvSpPr>
        <p:spPr>
          <a:xfrm>
            <a:off x="6924620" y="3093472"/>
            <a:ext cx="821136" cy="269582"/>
          </a:xfrm>
          <a:prstGeom prst="rect">
            <a:avLst/>
          </a:prstGeom>
          <a:solidFill>
            <a:schemeClr val="bg2">
              <a:lumMod val="75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State 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134EB4-8A4E-2446-71E9-F62FB616F143}"/>
              </a:ext>
            </a:extLst>
          </p:cNvPr>
          <p:cNvSpPr/>
          <p:nvPr/>
        </p:nvSpPr>
        <p:spPr>
          <a:xfrm>
            <a:off x="6924620" y="3465813"/>
            <a:ext cx="821136" cy="269582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State D</a:t>
            </a:r>
          </a:p>
        </p:txBody>
      </p:sp>
      <p:sp>
        <p:nvSpPr>
          <p:cNvPr id="29" name="Right Bracket 28">
            <a:extLst>
              <a:ext uri="{FF2B5EF4-FFF2-40B4-BE49-F238E27FC236}">
                <a16:creationId xmlns:a16="http://schemas.microsoft.com/office/drawing/2014/main" id="{D4B404D9-96B0-3BF3-6E80-68556BD6788B}"/>
              </a:ext>
            </a:extLst>
          </p:cNvPr>
          <p:cNvSpPr/>
          <p:nvPr/>
        </p:nvSpPr>
        <p:spPr>
          <a:xfrm>
            <a:off x="4836904" y="2200928"/>
            <a:ext cx="99390" cy="1699591"/>
          </a:xfrm>
          <a:prstGeom prst="rightBracket">
            <a:avLst/>
          </a:prstGeom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A42FB663-BE4A-C2BF-A885-7EEDC5A5DC1E}"/>
              </a:ext>
            </a:extLst>
          </p:cNvPr>
          <p:cNvSpPr/>
          <p:nvPr/>
        </p:nvSpPr>
        <p:spPr>
          <a:xfrm>
            <a:off x="6843376" y="2200928"/>
            <a:ext cx="89952" cy="1699591"/>
          </a:xfrm>
          <a:prstGeom prst="leftBracket">
            <a:avLst/>
          </a:prstGeom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F2A864F-9F8F-B361-4465-6BD3A79F164A}"/>
              </a:ext>
            </a:extLst>
          </p:cNvPr>
          <p:cNvSpPr/>
          <p:nvPr/>
        </p:nvSpPr>
        <p:spPr>
          <a:xfrm>
            <a:off x="3978275" y="2686284"/>
            <a:ext cx="3805102" cy="339950"/>
          </a:xfrm>
          <a:prstGeom prst="rect">
            <a:avLst/>
          </a:prstGeom>
          <a:solidFill>
            <a:srgbClr val="FFC000">
              <a:alpha val="60074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Pre-condition → False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61A865E-FF4D-C937-BD1C-E9732BE1CE9A}"/>
              </a:ext>
            </a:extLst>
          </p:cNvPr>
          <p:cNvSpPr/>
          <p:nvPr/>
        </p:nvSpPr>
        <p:spPr>
          <a:xfrm>
            <a:off x="5976087" y="4057832"/>
            <a:ext cx="185625" cy="182529"/>
          </a:xfrm>
          <a:prstGeom prst="rect">
            <a:avLst/>
          </a:prstGeom>
          <a:solidFill>
            <a:schemeClr val="bg2">
              <a:lumMod val="75000"/>
              <a:alpha val="80000"/>
            </a:schemeClr>
          </a:solidFill>
          <a:ln w="12700">
            <a:solidFill>
              <a:schemeClr val="bg2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477F80-B186-ED36-3220-53750F395DE6}"/>
              </a:ext>
            </a:extLst>
          </p:cNvPr>
          <p:cNvSpPr txBox="1"/>
          <p:nvPr/>
        </p:nvSpPr>
        <p:spPr>
          <a:xfrm>
            <a:off x="6110576" y="4036266"/>
            <a:ext cx="161861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 - Marked for Backtracking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D91FA8FE-14D3-4496-D3B9-94E99A7C2C49}"/>
              </a:ext>
            </a:extLst>
          </p:cNvPr>
          <p:cNvSpPr/>
          <p:nvPr/>
        </p:nvSpPr>
        <p:spPr>
          <a:xfrm>
            <a:off x="4956001" y="3314737"/>
            <a:ext cx="1878392" cy="246220"/>
          </a:xfrm>
          <a:prstGeom prst="rightArrow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705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D26B4-0F0C-FE86-112B-AAEFB392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E375CE-D751-D7D8-3B88-6F5C2AA7C730}"/>
              </a:ext>
            </a:extLst>
          </p:cNvPr>
          <p:cNvSpPr/>
          <p:nvPr/>
        </p:nvSpPr>
        <p:spPr>
          <a:xfrm>
            <a:off x="3069020" y="1114697"/>
            <a:ext cx="6337739" cy="445560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786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06C08959-C74C-9AD3-747E-66A1CFD3C40C}"/>
              </a:ext>
            </a:extLst>
          </p:cNvPr>
          <p:cNvSpPr/>
          <p:nvPr/>
        </p:nvSpPr>
        <p:spPr>
          <a:xfrm>
            <a:off x="4779971" y="1287704"/>
            <a:ext cx="2923032" cy="499368"/>
          </a:xfrm>
          <a:prstGeom prst="roundRect">
            <a:avLst/>
          </a:prstGeom>
          <a:solidFill>
            <a:srgbClr val="3FB4E0">
              <a:alpha val="1983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0F5DF48-D805-EB5C-C59C-5F523D702088}"/>
              </a:ext>
            </a:extLst>
          </p:cNvPr>
          <p:cNvSpPr/>
          <p:nvPr/>
        </p:nvSpPr>
        <p:spPr>
          <a:xfrm>
            <a:off x="4779971" y="2211045"/>
            <a:ext cx="2923032" cy="1876710"/>
          </a:xfrm>
          <a:prstGeom prst="roundRect">
            <a:avLst/>
          </a:prstGeom>
          <a:solidFill>
            <a:srgbClr val="3FB4E0">
              <a:alpha val="2006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B81234-0939-A29B-E788-A53AA35A1EA9}"/>
              </a:ext>
            </a:extLst>
          </p:cNvPr>
          <p:cNvSpPr/>
          <p:nvPr/>
        </p:nvSpPr>
        <p:spPr>
          <a:xfrm>
            <a:off x="4912435" y="2404452"/>
            <a:ext cx="1265274" cy="342228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Manager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17918F-3377-AC51-E520-DDAA75B24A57}"/>
              </a:ext>
            </a:extLst>
          </p:cNvPr>
          <p:cNvSpPr/>
          <p:nvPr/>
        </p:nvSpPr>
        <p:spPr>
          <a:xfrm>
            <a:off x="4906177" y="2940088"/>
            <a:ext cx="1265274" cy="342228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 Manager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91CA93-5F6C-6ABA-9322-3B65073BBCE6}"/>
              </a:ext>
            </a:extLst>
          </p:cNvPr>
          <p:cNvSpPr/>
          <p:nvPr/>
        </p:nvSpPr>
        <p:spPr>
          <a:xfrm>
            <a:off x="4889196" y="3510034"/>
            <a:ext cx="2689896" cy="342228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Network Element Drivers (NEDs)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30807E16-DA11-A511-D3D2-9247B0089D51}"/>
              </a:ext>
            </a:extLst>
          </p:cNvPr>
          <p:cNvSpPr/>
          <p:nvPr/>
        </p:nvSpPr>
        <p:spPr>
          <a:xfrm>
            <a:off x="8044231" y="2444653"/>
            <a:ext cx="740735" cy="429561"/>
          </a:xfrm>
          <a:prstGeom prst="foldedCorner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Model</a:t>
            </a:r>
          </a:p>
        </p:txBody>
      </p:sp>
      <p:sp>
        <p:nvSpPr>
          <p:cNvPr id="15" name="Folded Corner 14">
            <a:extLst>
              <a:ext uri="{FF2B5EF4-FFF2-40B4-BE49-F238E27FC236}">
                <a16:creationId xmlns:a16="http://schemas.microsoft.com/office/drawing/2014/main" id="{8C41B48E-0E45-B25B-761A-8C97CC15C7ED}"/>
              </a:ext>
            </a:extLst>
          </p:cNvPr>
          <p:cNvSpPr/>
          <p:nvPr/>
        </p:nvSpPr>
        <p:spPr>
          <a:xfrm>
            <a:off x="8051803" y="2945277"/>
            <a:ext cx="740735" cy="429561"/>
          </a:xfrm>
          <a:prstGeom prst="foldedCorner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 Model</a:t>
            </a:r>
          </a:p>
        </p:txBody>
      </p:sp>
      <p:sp>
        <p:nvSpPr>
          <p:cNvPr id="53" name="Can 52">
            <a:extLst>
              <a:ext uri="{FF2B5EF4-FFF2-40B4-BE49-F238E27FC236}">
                <a16:creationId xmlns:a16="http://schemas.microsoft.com/office/drawing/2014/main" id="{844DBBEF-F64B-10A7-3DA0-01AD05B64931}"/>
              </a:ext>
            </a:extLst>
          </p:cNvPr>
          <p:cNvSpPr/>
          <p:nvPr/>
        </p:nvSpPr>
        <p:spPr>
          <a:xfrm>
            <a:off x="6313818" y="2370917"/>
            <a:ext cx="1265274" cy="1021998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0E8175-4084-732F-B310-A986492140C2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6313818" y="2881916"/>
            <a:ext cx="1265274" cy="137125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BEACEB9-5320-56F4-1C5E-9BBA5345F64E}"/>
              </a:ext>
            </a:extLst>
          </p:cNvPr>
          <p:cNvGrpSpPr/>
          <p:nvPr/>
        </p:nvGrpSpPr>
        <p:grpSpPr>
          <a:xfrm>
            <a:off x="6766928" y="2691566"/>
            <a:ext cx="291523" cy="207645"/>
            <a:chOff x="3471626" y="4318347"/>
            <a:chExt cx="817162" cy="655434"/>
          </a:xfrm>
          <a:effectLst/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ACACF54-7599-C3A0-4EE7-12DE3F6233B2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6C68206-2C4A-07ED-4948-C8B52963D9BE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E93C6C5-CA57-867C-9D7B-FE395EBC20AA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9A6D079-838F-0A6C-669A-38EFFF5E1027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869E56E-268A-1129-5A9E-D40D02B19EA2}"/>
                </a:ext>
              </a:extLst>
            </p:cNvPr>
            <p:cNvCxnSpPr>
              <a:cxnSpLocks/>
              <a:endCxn id="42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2BE0094-C263-2AFA-1B71-0E40DEE97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A596117-17EA-6C3B-AC50-91C581FED38A}"/>
                </a:ext>
              </a:extLst>
            </p:cNvPr>
            <p:cNvCxnSpPr>
              <a:cxnSpLocks/>
              <a:stCxn id="42" idx="5"/>
              <a:endCxn id="44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2AC77BC-D3EC-D07F-8701-AE8C2A48CE59}"/>
                </a:ext>
              </a:extLst>
            </p:cNvPr>
            <p:cNvCxnSpPr>
              <a:cxnSpLocks/>
              <a:stCxn id="44" idx="5"/>
              <a:endCxn id="45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D1A6063-BCF4-3E90-D3A2-19F23FC998F3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413A63C-4438-6FB8-0BE8-AD16B859AB6B}"/>
              </a:ext>
            </a:extLst>
          </p:cNvPr>
          <p:cNvCxnSpPr>
            <a:cxnSpLocks/>
          </p:cNvCxnSpPr>
          <p:nvPr/>
        </p:nvCxnSpPr>
        <p:spPr>
          <a:xfrm flipV="1">
            <a:off x="7596276" y="2637567"/>
            <a:ext cx="396526" cy="109112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3694333-95A6-559A-37BA-7B17405CF2A5}"/>
              </a:ext>
            </a:extLst>
          </p:cNvPr>
          <p:cNvCxnSpPr>
            <a:cxnSpLocks/>
          </p:cNvCxnSpPr>
          <p:nvPr/>
        </p:nvCxnSpPr>
        <p:spPr>
          <a:xfrm flipV="1">
            <a:off x="7618509" y="3116069"/>
            <a:ext cx="362578" cy="90738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B818530-C4F5-26F7-EE08-E6E35574C266}"/>
              </a:ext>
            </a:extLst>
          </p:cNvPr>
          <p:cNvGrpSpPr/>
          <p:nvPr/>
        </p:nvGrpSpPr>
        <p:grpSpPr>
          <a:xfrm>
            <a:off x="6662618" y="3091040"/>
            <a:ext cx="291523" cy="207645"/>
            <a:chOff x="3471626" y="4318347"/>
            <a:chExt cx="817162" cy="655434"/>
          </a:xfrm>
          <a:effectLst/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58D233F-10B0-E7F3-9837-BA251F28642D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9CABA4A-CD39-E153-7F7F-675D08D54F11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55C06F57-7A62-4A49-6B3A-C8FECCEF6717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8241EC9-66DC-E495-6FCA-5DCD6AD7294D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28F7B08-3656-D670-5EF4-A0D9DF5ECC3E}"/>
                </a:ext>
              </a:extLst>
            </p:cNvPr>
            <p:cNvCxnSpPr>
              <a:cxnSpLocks/>
              <a:endCxn id="73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AC26B2B-E986-9468-B6B1-1A1C50350B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8278507-7AD3-7E23-D12B-B56E25384B3A}"/>
                </a:ext>
              </a:extLst>
            </p:cNvPr>
            <p:cNvCxnSpPr>
              <a:cxnSpLocks/>
              <a:stCxn id="73" idx="5"/>
              <a:endCxn id="81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2B12348-C3FB-BD18-97C4-A13AD0D18929}"/>
                </a:ext>
              </a:extLst>
            </p:cNvPr>
            <p:cNvCxnSpPr>
              <a:cxnSpLocks/>
              <a:stCxn id="81" idx="5"/>
              <a:endCxn id="75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D05FBAC-9BAA-C261-BCF0-E1C249819169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F3F6427-FBB8-F6C9-3A7B-0A5579B56A49}"/>
              </a:ext>
            </a:extLst>
          </p:cNvPr>
          <p:cNvGrpSpPr/>
          <p:nvPr/>
        </p:nvGrpSpPr>
        <p:grpSpPr>
          <a:xfrm>
            <a:off x="6937693" y="3090611"/>
            <a:ext cx="291523" cy="207645"/>
            <a:chOff x="3471626" y="4318347"/>
            <a:chExt cx="817162" cy="655434"/>
          </a:xfrm>
          <a:effectLst/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5B0D226E-BC1C-AF44-248B-CB53014C4B9F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63F7EE81-C6DD-52B1-116B-E38F0C2040EB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7BDE523-FE89-9727-8558-BD3F1C0084B2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3A36B6B-4319-DEBC-1479-01A1CDBE6316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4D59E50-51F1-B651-8732-A2C21439EAB5}"/>
                </a:ext>
              </a:extLst>
            </p:cNvPr>
            <p:cNvCxnSpPr>
              <a:cxnSpLocks/>
              <a:endCxn id="84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D262446-48F1-78E6-F3EE-587D605CFC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BD8B0474-CF43-C305-EEE0-D8E52B946BE2}"/>
                </a:ext>
              </a:extLst>
            </p:cNvPr>
            <p:cNvCxnSpPr>
              <a:cxnSpLocks/>
              <a:stCxn id="84" idx="5"/>
              <a:endCxn id="92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B230BB14-7B04-3D15-7A47-2E6EDBAE3A43}"/>
                </a:ext>
              </a:extLst>
            </p:cNvPr>
            <p:cNvCxnSpPr>
              <a:cxnSpLocks/>
              <a:stCxn id="92" idx="5"/>
              <a:endCxn id="86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130E0AE-BB59-DB32-00A7-8656F22F9388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7F153C34-8183-A7DA-DC2B-11295D8BBAEB}"/>
              </a:ext>
            </a:extLst>
          </p:cNvPr>
          <p:cNvSpPr/>
          <p:nvPr/>
        </p:nvSpPr>
        <p:spPr>
          <a:xfrm>
            <a:off x="3256177" y="4505796"/>
            <a:ext cx="1941413" cy="859765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Physical Networks</a:t>
            </a:r>
          </a:p>
        </p:txBody>
      </p:sp>
      <p:sp>
        <p:nvSpPr>
          <p:cNvPr id="95" name="Can 94">
            <a:extLst>
              <a:ext uri="{FF2B5EF4-FFF2-40B4-BE49-F238E27FC236}">
                <a16:creationId xmlns:a16="http://schemas.microsoft.com/office/drawing/2014/main" id="{FFDD9FCD-6945-EB46-03F3-828D362F446B}"/>
              </a:ext>
            </a:extLst>
          </p:cNvPr>
          <p:cNvSpPr/>
          <p:nvPr/>
        </p:nvSpPr>
        <p:spPr>
          <a:xfrm>
            <a:off x="3406089" y="4869788"/>
            <a:ext cx="504092" cy="375139"/>
          </a:xfrm>
          <a:prstGeom prst="can">
            <a:avLst/>
          </a:prstGeom>
          <a:solidFill>
            <a:srgbClr val="3FB4E0">
              <a:alpha val="8004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Can 100">
            <a:extLst>
              <a:ext uri="{FF2B5EF4-FFF2-40B4-BE49-F238E27FC236}">
                <a16:creationId xmlns:a16="http://schemas.microsoft.com/office/drawing/2014/main" id="{71F5F818-B929-E547-3F69-D2576A05AEB5}"/>
              </a:ext>
            </a:extLst>
          </p:cNvPr>
          <p:cNvSpPr/>
          <p:nvPr/>
        </p:nvSpPr>
        <p:spPr>
          <a:xfrm>
            <a:off x="3985779" y="4870132"/>
            <a:ext cx="504092" cy="375139"/>
          </a:xfrm>
          <a:prstGeom prst="can">
            <a:avLst/>
          </a:prstGeom>
          <a:solidFill>
            <a:srgbClr val="3FB4E0">
              <a:alpha val="8037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96B36E8-DCC9-B50A-0C4A-469375C4CCC3}"/>
              </a:ext>
            </a:extLst>
          </p:cNvPr>
          <p:cNvGrpSpPr/>
          <p:nvPr/>
        </p:nvGrpSpPr>
        <p:grpSpPr>
          <a:xfrm>
            <a:off x="4148484" y="5030856"/>
            <a:ext cx="175079" cy="155779"/>
            <a:chOff x="9151256" y="2241829"/>
            <a:chExt cx="175079" cy="155779"/>
          </a:xfrm>
          <a:solidFill>
            <a:srgbClr val="3FB4E0">
              <a:alpha val="80000"/>
            </a:srgbClr>
          </a:solidFill>
          <a:effectLst/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4E7730B-DBD8-BE21-8B0E-AB7AC8B1AA3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20A3F467-DAAC-026C-669B-C598CBEAA4A6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86588AC-AC38-5AAB-8306-E810684C3AC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Magnetic Disk 106">
            <a:extLst>
              <a:ext uri="{FF2B5EF4-FFF2-40B4-BE49-F238E27FC236}">
                <a16:creationId xmlns:a16="http://schemas.microsoft.com/office/drawing/2014/main" id="{82666E2F-4E73-D7A7-6DA5-EABF7D05E114}"/>
              </a:ext>
            </a:extLst>
          </p:cNvPr>
          <p:cNvSpPr/>
          <p:nvPr/>
        </p:nvSpPr>
        <p:spPr>
          <a:xfrm>
            <a:off x="4564374" y="4879661"/>
            <a:ext cx="504092" cy="375139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BEB1F2C-37F9-94A1-42AF-C824EDA679BF}"/>
              </a:ext>
            </a:extLst>
          </p:cNvPr>
          <p:cNvGrpSpPr/>
          <p:nvPr/>
        </p:nvGrpSpPr>
        <p:grpSpPr>
          <a:xfrm>
            <a:off x="4726798" y="503444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A1DA8EFE-2B3B-0E58-E16C-D0793F6DE55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9755E37D-EA21-BCB9-7199-B7B3C8936292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9C80604A-FDE0-CB5D-0A5E-BA8DF4D2419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5AE15CA3-8908-3C2E-E200-8155439235CA}"/>
              </a:ext>
            </a:extLst>
          </p:cNvPr>
          <p:cNvSpPr/>
          <p:nvPr/>
        </p:nvSpPr>
        <p:spPr>
          <a:xfrm>
            <a:off x="5265128" y="4505796"/>
            <a:ext cx="1941413" cy="859765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Virtual Networks</a:t>
            </a:r>
          </a:p>
        </p:txBody>
      </p:sp>
      <p:sp>
        <p:nvSpPr>
          <p:cNvPr id="114" name="Magnetic Disk 113">
            <a:extLst>
              <a:ext uri="{FF2B5EF4-FFF2-40B4-BE49-F238E27FC236}">
                <a16:creationId xmlns:a16="http://schemas.microsoft.com/office/drawing/2014/main" id="{748D16B9-3057-36F9-7556-453E0DE776AF}"/>
              </a:ext>
            </a:extLst>
          </p:cNvPr>
          <p:cNvSpPr/>
          <p:nvPr/>
        </p:nvSpPr>
        <p:spPr>
          <a:xfrm>
            <a:off x="5410654" y="4879662"/>
            <a:ext cx="504092" cy="375139"/>
          </a:xfrm>
          <a:prstGeom prst="flowChartMagneticDisk">
            <a:avLst/>
          </a:prstGeom>
          <a:solidFill>
            <a:srgbClr val="3FB4E0">
              <a:alpha val="50000"/>
            </a:srgbClr>
          </a:solidFill>
          <a:ln w="1270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6B75939-EFB6-94DA-10FB-697B8EE091B0}"/>
              </a:ext>
            </a:extLst>
          </p:cNvPr>
          <p:cNvGrpSpPr/>
          <p:nvPr/>
        </p:nvGrpSpPr>
        <p:grpSpPr>
          <a:xfrm>
            <a:off x="5575160" y="5030856"/>
            <a:ext cx="175079" cy="155779"/>
            <a:chOff x="9151256" y="2241829"/>
            <a:chExt cx="175079" cy="155779"/>
          </a:xfrm>
          <a:solidFill>
            <a:srgbClr val="3FB4E0">
              <a:alpha val="80000"/>
            </a:srgbClr>
          </a:solidFill>
          <a:effectLst/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E9B2FC7-6BE1-8469-6DDB-19FC90A1C44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C8AF6812-F63A-C3F9-A066-5CC0919475D2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1BE08216-AAEC-10A0-C7A3-25B47ACFBCC8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Magnetic Disk 119">
            <a:extLst>
              <a:ext uri="{FF2B5EF4-FFF2-40B4-BE49-F238E27FC236}">
                <a16:creationId xmlns:a16="http://schemas.microsoft.com/office/drawing/2014/main" id="{376CE264-2AF8-14AF-21AF-B444D010528D}"/>
              </a:ext>
            </a:extLst>
          </p:cNvPr>
          <p:cNvSpPr/>
          <p:nvPr/>
        </p:nvSpPr>
        <p:spPr>
          <a:xfrm>
            <a:off x="5990344" y="4880006"/>
            <a:ext cx="504092" cy="375139"/>
          </a:xfrm>
          <a:prstGeom prst="flowChartMagneticDisk">
            <a:avLst/>
          </a:prstGeom>
          <a:solidFill>
            <a:srgbClr val="3FB4E0">
              <a:alpha val="50000"/>
            </a:srgbClr>
          </a:solidFill>
          <a:ln w="1270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799854E-C322-5F42-8B4A-25BE49434BF3}"/>
              </a:ext>
            </a:extLst>
          </p:cNvPr>
          <p:cNvGrpSpPr/>
          <p:nvPr/>
        </p:nvGrpSpPr>
        <p:grpSpPr>
          <a:xfrm>
            <a:off x="6153240" y="5034442"/>
            <a:ext cx="175079" cy="155779"/>
            <a:chOff x="9151256" y="2241829"/>
            <a:chExt cx="175079" cy="155779"/>
          </a:xfrm>
          <a:solidFill>
            <a:srgbClr val="3FB4E0">
              <a:alpha val="80000"/>
            </a:srgbClr>
          </a:solidFill>
          <a:effectLst/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0A41C370-0588-EF63-8244-29ED0ED1E60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4F7313CE-F6FB-A397-1765-4DD4AC5CFF81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85EE092F-937F-4026-7A27-970B0E5D036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Magnetic Disk 125">
            <a:extLst>
              <a:ext uri="{FF2B5EF4-FFF2-40B4-BE49-F238E27FC236}">
                <a16:creationId xmlns:a16="http://schemas.microsoft.com/office/drawing/2014/main" id="{8F761F87-2DA5-3866-C5CA-FF2CE8B5F15F}"/>
              </a:ext>
            </a:extLst>
          </p:cNvPr>
          <p:cNvSpPr/>
          <p:nvPr/>
        </p:nvSpPr>
        <p:spPr>
          <a:xfrm>
            <a:off x="6573826" y="4874725"/>
            <a:ext cx="504092" cy="375139"/>
          </a:xfrm>
          <a:prstGeom prst="flowChartMagneticDisk">
            <a:avLst/>
          </a:prstGeom>
          <a:solidFill>
            <a:srgbClr val="3FB4E0">
              <a:alpha val="50000"/>
            </a:srgbClr>
          </a:solidFill>
          <a:ln w="1270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E208DEC-1CCD-65A4-9557-E13CFC71900E}"/>
              </a:ext>
            </a:extLst>
          </p:cNvPr>
          <p:cNvGrpSpPr/>
          <p:nvPr/>
        </p:nvGrpSpPr>
        <p:grpSpPr>
          <a:xfrm>
            <a:off x="6733757" y="5040123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AE6A5CA9-D6C3-DDBC-31C2-BE209C60E04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154FBD12-03F4-9C83-07D1-5694CFB6ADDB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1F7549DC-1237-3067-AA3D-9ADA5E2FCFA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EC9DBC2E-2F2F-EBCF-799A-220B0F3FC41C}"/>
              </a:ext>
            </a:extLst>
          </p:cNvPr>
          <p:cNvSpPr/>
          <p:nvPr/>
        </p:nvSpPr>
        <p:spPr>
          <a:xfrm>
            <a:off x="7271576" y="4505796"/>
            <a:ext cx="1941413" cy="859765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Network Apps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2ABEFCE-0B84-93FC-60AA-618709C74D4D}"/>
              </a:ext>
            </a:extLst>
          </p:cNvPr>
          <p:cNvSpPr txBox="1"/>
          <p:nvPr/>
        </p:nvSpPr>
        <p:spPr>
          <a:xfrm>
            <a:off x="7451860" y="4743101"/>
            <a:ext cx="1761129" cy="5539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-VNFM</a:t>
            </a:r>
          </a:p>
          <a:p>
            <a:r>
              <a:rPr lang="en-US" sz="1000" dirty="0">
                <a:solidFill>
                  <a:srgbClr val="3FB4E0"/>
                </a:solidFill>
              </a:rPr>
              <a:t>-Controller Apps</a:t>
            </a:r>
          </a:p>
          <a:p>
            <a:r>
              <a:rPr lang="en-US" sz="1000" dirty="0">
                <a:solidFill>
                  <a:srgbClr val="3FB4E0"/>
                </a:solidFill>
              </a:rPr>
              <a:t>-EMS and NMS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05D2F43-D8C0-B5D4-6D1B-E458666BEB35}"/>
              </a:ext>
            </a:extLst>
          </p:cNvPr>
          <p:cNvSpPr txBox="1"/>
          <p:nvPr/>
        </p:nvSpPr>
        <p:spPr>
          <a:xfrm>
            <a:off x="5170503" y="4163958"/>
            <a:ext cx="210488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NETCONF, REST, SNMP, CLI, etc.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ECCC39C-D65A-49A1-3B4D-136773758AE8}"/>
              </a:ext>
            </a:extLst>
          </p:cNvPr>
          <p:cNvSpPr/>
          <p:nvPr/>
        </p:nvSpPr>
        <p:spPr>
          <a:xfrm>
            <a:off x="4901906" y="1394748"/>
            <a:ext cx="1191951" cy="283464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A6087C3-28CF-D6DE-99B0-C27A09116F48}"/>
              </a:ext>
            </a:extLst>
          </p:cNvPr>
          <p:cNvSpPr/>
          <p:nvPr/>
        </p:nvSpPr>
        <p:spPr>
          <a:xfrm>
            <a:off x="6385350" y="1394748"/>
            <a:ext cx="1191951" cy="283464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Engineers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EC785DE-21B8-DE5C-31D6-B052ED9349D7}"/>
              </a:ext>
            </a:extLst>
          </p:cNvPr>
          <p:cNvSpPr txBox="1"/>
          <p:nvPr/>
        </p:nvSpPr>
        <p:spPr>
          <a:xfrm>
            <a:off x="4710513" y="1864669"/>
            <a:ext cx="306053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REST, NETCONF, Java, Python, Erlang, CLI, Web UI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EE3B470B-5437-592B-0EAC-01A8C4532764}"/>
              </a:ext>
            </a:extLst>
          </p:cNvPr>
          <p:cNvSpPr/>
          <p:nvPr/>
        </p:nvSpPr>
        <p:spPr>
          <a:xfrm>
            <a:off x="4779971" y="1888926"/>
            <a:ext cx="2923031" cy="206422"/>
          </a:xfrm>
          <a:prstGeom prst="ellipse">
            <a:avLst/>
          </a:prstGeom>
          <a:noFill/>
          <a:ln w="12700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ABFF9613-46DB-E582-53C5-625506A2F85E}"/>
              </a:ext>
            </a:extLst>
          </p:cNvPr>
          <p:cNvSpPr/>
          <p:nvPr/>
        </p:nvSpPr>
        <p:spPr>
          <a:xfrm>
            <a:off x="4775718" y="4101561"/>
            <a:ext cx="2923031" cy="206422"/>
          </a:xfrm>
          <a:prstGeom prst="ellipse">
            <a:avLst/>
          </a:prstGeom>
          <a:noFill/>
          <a:ln w="12700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EC7A19-E7E8-0ED6-B65A-2AD53EC68372}"/>
              </a:ext>
            </a:extLst>
          </p:cNvPr>
          <p:cNvGrpSpPr/>
          <p:nvPr/>
        </p:nvGrpSpPr>
        <p:grpSpPr>
          <a:xfrm>
            <a:off x="3568120" y="5028379"/>
            <a:ext cx="175079" cy="155779"/>
            <a:chOff x="9151256" y="2241829"/>
            <a:chExt cx="175079" cy="155779"/>
          </a:xfrm>
          <a:solidFill>
            <a:srgbClr val="3FB4E0">
              <a:alpha val="80000"/>
            </a:srgbClr>
          </a:solidFill>
          <a:effectLst/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5FF60A6-CE34-6204-06AD-27F04013889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51A4072-40A4-3210-7F0C-03D0CA6BC54C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27281FC-B3F2-1F26-81DB-BD75C3C9D996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05982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CA1F9-2A32-68EC-97BD-963680FE4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D2DA1E-B863-4759-CD6A-CFD7559B6B9A}"/>
              </a:ext>
            </a:extLst>
          </p:cNvPr>
          <p:cNvSpPr/>
          <p:nvPr/>
        </p:nvSpPr>
        <p:spPr>
          <a:xfrm>
            <a:off x="3566858" y="1252938"/>
            <a:ext cx="4558040" cy="337285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786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99431E-6471-D826-79BD-737B1B61E99E}"/>
              </a:ext>
            </a:extLst>
          </p:cNvPr>
          <p:cNvSpPr/>
          <p:nvPr/>
        </p:nvSpPr>
        <p:spPr>
          <a:xfrm>
            <a:off x="3755188" y="1821063"/>
            <a:ext cx="4187488" cy="2224068"/>
          </a:xfrm>
          <a:prstGeom prst="roundRect">
            <a:avLst/>
          </a:prstGeom>
          <a:solidFill>
            <a:srgbClr val="3FB4E0">
              <a:alpha val="2006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E8A3CE-1314-0792-AA46-555C7192FA20}"/>
              </a:ext>
            </a:extLst>
          </p:cNvPr>
          <p:cNvSpPr/>
          <p:nvPr/>
        </p:nvSpPr>
        <p:spPr>
          <a:xfrm>
            <a:off x="4081274" y="2155747"/>
            <a:ext cx="2004446" cy="37263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Manager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0200CC-4855-356B-0D8D-140139EEB92A}"/>
              </a:ext>
            </a:extLst>
          </p:cNvPr>
          <p:cNvSpPr/>
          <p:nvPr/>
        </p:nvSpPr>
        <p:spPr>
          <a:xfrm>
            <a:off x="4081274" y="2587131"/>
            <a:ext cx="2004446" cy="342228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 Manager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B4EAD8-48F0-353C-EF30-129DA3003245}"/>
              </a:ext>
            </a:extLst>
          </p:cNvPr>
          <p:cNvSpPr/>
          <p:nvPr/>
        </p:nvSpPr>
        <p:spPr>
          <a:xfrm>
            <a:off x="6148482" y="2155747"/>
            <a:ext cx="1519525" cy="770372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Package </a:t>
            </a:r>
          </a:p>
          <a:p>
            <a:pPr algn="r"/>
            <a:r>
              <a:rPr lang="en-US" sz="1000" dirty="0">
                <a:solidFill>
                  <a:schemeClr val="bg1"/>
                </a:solidFill>
              </a:rPr>
              <a:t>Manager</a:t>
            </a:r>
          </a:p>
        </p:txBody>
      </p:sp>
      <p:sp>
        <p:nvSpPr>
          <p:cNvPr id="53" name="Can 52">
            <a:extLst>
              <a:ext uri="{FF2B5EF4-FFF2-40B4-BE49-F238E27FC236}">
                <a16:creationId xmlns:a16="http://schemas.microsoft.com/office/drawing/2014/main" id="{DFF2C75B-97C9-7DC9-2961-583FC5E636EF}"/>
              </a:ext>
            </a:extLst>
          </p:cNvPr>
          <p:cNvSpPr/>
          <p:nvPr/>
        </p:nvSpPr>
        <p:spPr>
          <a:xfrm>
            <a:off x="5681637" y="2307520"/>
            <a:ext cx="949569" cy="383816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CDB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2785386-53EB-3A3E-7B03-809357D17303}"/>
              </a:ext>
            </a:extLst>
          </p:cNvPr>
          <p:cNvSpPr/>
          <p:nvPr/>
        </p:nvSpPr>
        <p:spPr>
          <a:xfrm>
            <a:off x="4077003" y="3032138"/>
            <a:ext cx="3555512" cy="847532"/>
          </a:xfrm>
          <a:prstGeom prst="rect">
            <a:avLst/>
          </a:prstGeom>
          <a:solidFill>
            <a:srgbClr val="3FB4E0">
              <a:alpha val="4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Device Abstraction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06B240A-64D3-7B33-CD54-D227F9619C5C}"/>
              </a:ext>
            </a:extLst>
          </p:cNvPr>
          <p:cNvSpPr/>
          <p:nvPr/>
        </p:nvSpPr>
        <p:spPr>
          <a:xfrm>
            <a:off x="4241660" y="3359660"/>
            <a:ext cx="504092" cy="375139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NED</a:t>
            </a:r>
          </a:p>
        </p:txBody>
      </p:sp>
      <p:sp>
        <p:nvSpPr>
          <p:cNvPr id="134" name="Off-page Connector 133">
            <a:extLst>
              <a:ext uri="{FF2B5EF4-FFF2-40B4-BE49-F238E27FC236}">
                <a16:creationId xmlns:a16="http://schemas.microsoft.com/office/drawing/2014/main" id="{6C9C552A-14D8-D5FC-A5B4-F86A85479654}"/>
              </a:ext>
            </a:extLst>
          </p:cNvPr>
          <p:cNvSpPr/>
          <p:nvPr/>
        </p:nvSpPr>
        <p:spPr>
          <a:xfrm>
            <a:off x="3755188" y="1441714"/>
            <a:ext cx="1357742" cy="283464"/>
          </a:xfrm>
          <a:prstGeom prst="flowChartOffpageConnector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Network Engineering</a:t>
            </a:r>
          </a:p>
        </p:txBody>
      </p:sp>
      <p:sp>
        <p:nvSpPr>
          <p:cNvPr id="135" name="Off-page Connector 134">
            <a:extLst>
              <a:ext uri="{FF2B5EF4-FFF2-40B4-BE49-F238E27FC236}">
                <a16:creationId xmlns:a16="http://schemas.microsoft.com/office/drawing/2014/main" id="{94095ED3-F1AF-FCC4-0758-F895804B1491}"/>
              </a:ext>
            </a:extLst>
          </p:cNvPr>
          <p:cNvSpPr/>
          <p:nvPr/>
        </p:nvSpPr>
        <p:spPr>
          <a:xfrm>
            <a:off x="5169012" y="1435747"/>
            <a:ext cx="1357742" cy="283464"/>
          </a:xfrm>
          <a:prstGeom prst="flowChartOffpageConnector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Ops and Provisioning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5ABC2F46-567E-D0C3-FFA7-947ADB0FDEEA}"/>
              </a:ext>
            </a:extLst>
          </p:cNvPr>
          <p:cNvSpPr/>
          <p:nvPr/>
        </p:nvSpPr>
        <p:spPr>
          <a:xfrm>
            <a:off x="3906515" y="1547732"/>
            <a:ext cx="2923031" cy="206422"/>
          </a:xfrm>
          <a:prstGeom prst="ellipse">
            <a:avLst/>
          </a:prstGeom>
          <a:noFill/>
          <a:ln w="12700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6D903839-5183-48B7-4CC1-D36B05C07CF5}"/>
              </a:ext>
            </a:extLst>
          </p:cNvPr>
          <p:cNvSpPr/>
          <p:nvPr/>
        </p:nvSpPr>
        <p:spPr>
          <a:xfrm>
            <a:off x="4306865" y="3602062"/>
            <a:ext cx="2923031" cy="206422"/>
          </a:xfrm>
          <a:prstGeom prst="ellipse">
            <a:avLst/>
          </a:prstGeom>
          <a:noFill/>
          <a:ln w="12700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37D5C8-0674-365B-7C5E-3B329A88D2FC}"/>
              </a:ext>
            </a:extLst>
          </p:cNvPr>
          <p:cNvSpPr/>
          <p:nvPr/>
        </p:nvSpPr>
        <p:spPr>
          <a:xfrm>
            <a:off x="4793252" y="3359660"/>
            <a:ext cx="504092" cy="375139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51F203-5D37-9CCD-259E-C7EAFE971A08}"/>
              </a:ext>
            </a:extLst>
          </p:cNvPr>
          <p:cNvSpPr/>
          <p:nvPr/>
        </p:nvSpPr>
        <p:spPr>
          <a:xfrm>
            <a:off x="5344844" y="3359659"/>
            <a:ext cx="504092" cy="375139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01A3F1-57AB-126C-6A1A-7A23409297F2}"/>
              </a:ext>
            </a:extLst>
          </p:cNvPr>
          <p:cNvSpPr/>
          <p:nvPr/>
        </p:nvSpPr>
        <p:spPr>
          <a:xfrm>
            <a:off x="5896436" y="3359658"/>
            <a:ext cx="504092" cy="375139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729B-BF40-6C71-2FF8-09DE4577FE5D}"/>
              </a:ext>
            </a:extLst>
          </p:cNvPr>
          <p:cNvSpPr/>
          <p:nvPr/>
        </p:nvSpPr>
        <p:spPr>
          <a:xfrm>
            <a:off x="6448028" y="3359657"/>
            <a:ext cx="504092" cy="375139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7AE237-3D3F-E60D-9CAB-71C89F8D01BA}"/>
              </a:ext>
            </a:extLst>
          </p:cNvPr>
          <p:cNvSpPr/>
          <p:nvPr/>
        </p:nvSpPr>
        <p:spPr>
          <a:xfrm>
            <a:off x="6994097" y="3359657"/>
            <a:ext cx="504092" cy="375139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NED</a:t>
            </a:r>
          </a:p>
        </p:txBody>
      </p:sp>
      <p:sp>
        <p:nvSpPr>
          <p:cNvPr id="13" name="Off-page Connector 12">
            <a:extLst>
              <a:ext uri="{FF2B5EF4-FFF2-40B4-BE49-F238E27FC236}">
                <a16:creationId xmlns:a16="http://schemas.microsoft.com/office/drawing/2014/main" id="{4858338E-F4B3-3338-B9D4-E16B8982AF2A}"/>
              </a:ext>
            </a:extLst>
          </p:cNvPr>
          <p:cNvSpPr/>
          <p:nvPr/>
        </p:nvSpPr>
        <p:spPr>
          <a:xfrm>
            <a:off x="6584935" y="1431580"/>
            <a:ext cx="1357742" cy="283464"/>
          </a:xfrm>
          <a:prstGeom prst="flowChartOffpageConnector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Developers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2EE8A5-7601-E216-C5BD-3E84F32031D9}"/>
              </a:ext>
            </a:extLst>
          </p:cNvPr>
          <p:cNvSpPr/>
          <p:nvPr/>
        </p:nvSpPr>
        <p:spPr>
          <a:xfrm>
            <a:off x="3755188" y="4161791"/>
            <a:ext cx="4187488" cy="287803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Multi-domain Networks</a:t>
            </a:r>
          </a:p>
        </p:txBody>
      </p:sp>
    </p:spTree>
    <p:extLst>
      <p:ext uri="{BB962C8B-B14F-4D97-AF65-F5344CB8AC3E}">
        <p14:creationId xmlns:p14="http://schemas.microsoft.com/office/powerpoint/2010/main" val="8483001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2392-0B9E-1588-8A8E-F7106CC3A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1119-31AC-7344-7DCA-F5C883476685}"/>
              </a:ext>
            </a:extLst>
          </p:cNvPr>
          <p:cNvSpPr/>
          <p:nvPr/>
        </p:nvSpPr>
        <p:spPr>
          <a:xfrm>
            <a:off x="3735976" y="457200"/>
            <a:ext cx="4519749" cy="357530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DEE258-4C3B-A92F-5CD2-12C5443C753D}"/>
              </a:ext>
            </a:extLst>
          </p:cNvPr>
          <p:cNvSpPr/>
          <p:nvPr/>
        </p:nvSpPr>
        <p:spPr>
          <a:xfrm>
            <a:off x="3904487" y="906380"/>
            <a:ext cx="4178809" cy="291581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A158B7-53DB-99C6-C321-594A27006DE5}"/>
              </a:ext>
            </a:extLst>
          </p:cNvPr>
          <p:cNvSpPr/>
          <p:nvPr/>
        </p:nvSpPr>
        <p:spPr>
          <a:xfrm>
            <a:off x="3735976" y="4484940"/>
            <a:ext cx="4519750" cy="1091439"/>
          </a:xfrm>
          <a:prstGeom prst="rect">
            <a:avLst/>
          </a:prstGeom>
          <a:solidFill>
            <a:srgbClr val="3FB4E0">
              <a:alpha val="6009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Asynchronous Side-Effect-Queue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76CBDE-66D8-30D0-4214-02E11C65B7CD}"/>
              </a:ext>
            </a:extLst>
          </p:cNvPr>
          <p:cNvSpPr/>
          <p:nvPr/>
        </p:nvSpPr>
        <p:spPr>
          <a:xfrm>
            <a:off x="4116118" y="1328756"/>
            <a:ext cx="3766687" cy="2292268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some-component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DCAA46-62F9-F3B6-1D35-C82D2A1BED06}"/>
              </a:ext>
            </a:extLst>
          </p:cNvPr>
          <p:cNvSpPr/>
          <p:nvPr/>
        </p:nvSpPr>
        <p:spPr>
          <a:xfrm>
            <a:off x="3518264" y="288759"/>
            <a:ext cx="4937760" cy="551985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156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708A760-941A-4B4C-4E6A-3A86F5202FAB}"/>
              </a:ext>
            </a:extLst>
          </p:cNvPr>
          <p:cNvSpPr/>
          <p:nvPr/>
        </p:nvSpPr>
        <p:spPr>
          <a:xfrm>
            <a:off x="4255442" y="1798150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267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C5FEECC-4964-C56A-D81B-53FC764EEA4A}"/>
              </a:ext>
            </a:extLst>
          </p:cNvPr>
          <p:cNvSpPr/>
          <p:nvPr/>
        </p:nvSpPr>
        <p:spPr>
          <a:xfrm>
            <a:off x="5207705" y="1809722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267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2F9CFDE-0EB8-E564-F48A-325671F480C7}"/>
              </a:ext>
            </a:extLst>
          </p:cNvPr>
          <p:cNvSpPr/>
          <p:nvPr/>
        </p:nvSpPr>
        <p:spPr>
          <a:xfrm>
            <a:off x="6159968" y="1798150"/>
            <a:ext cx="561283" cy="558517"/>
          </a:xfrm>
          <a:prstGeom prst="ellipse">
            <a:avLst/>
          </a:prstGeom>
          <a:solidFill>
            <a:srgbClr val="FFC000">
              <a:alpha val="8026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3130A51-9F6B-4515-B577-127D0D66FC31}"/>
              </a:ext>
            </a:extLst>
          </p:cNvPr>
          <p:cNvSpPr/>
          <p:nvPr/>
        </p:nvSpPr>
        <p:spPr>
          <a:xfrm>
            <a:off x="7112231" y="1809721"/>
            <a:ext cx="561283" cy="558517"/>
          </a:xfrm>
          <a:prstGeom prst="ellipse">
            <a:avLst/>
          </a:prstGeom>
          <a:solidFill>
            <a:srgbClr val="FFC000">
              <a:alpha val="8026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D05D041-07DC-4E6D-014C-9C135B3D5C4E}"/>
              </a:ext>
            </a:extLst>
          </p:cNvPr>
          <p:cNvCxnSpPr>
            <a:cxnSpLocks/>
          </p:cNvCxnSpPr>
          <p:nvPr/>
        </p:nvCxnSpPr>
        <p:spPr>
          <a:xfrm>
            <a:off x="4816725" y="2098040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C1F490-7327-0239-B433-D795A562FF01}"/>
              </a:ext>
            </a:extLst>
          </p:cNvPr>
          <p:cNvCxnSpPr>
            <a:cxnSpLocks/>
          </p:cNvCxnSpPr>
          <p:nvPr/>
        </p:nvCxnSpPr>
        <p:spPr>
          <a:xfrm>
            <a:off x="5774681" y="2098040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4039FC-3CA2-B159-99E7-D77BD8EBAAEF}"/>
              </a:ext>
            </a:extLst>
          </p:cNvPr>
          <p:cNvCxnSpPr>
            <a:cxnSpLocks/>
          </p:cNvCxnSpPr>
          <p:nvPr/>
        </p:nvCxnSpPr>
        <p:spPr>
          <a:xfrm>
            <a:off x="6721251" y="2098040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olded Corner 23">
            <a:extLst>
              <a:ext uri="{FF2B5EF4-FFF2-40B4-BE49-F238E27FC236}">
                <a16:creationId xmlns:a16="http://schemas.microsoft.com/office/drawing/2014/main" id="{5AFBD5D1-CA25-5126-EB93-28D700A65EB4}"/>
              </a:ext>
            </a:extLst>
          </p:cNvPr>
          <p:cNvSpPr/>
          <p:nvPr/>
        </p:nvSpPr>
        <p:spPr>
          <a:xfrm>
            <a:off x="4702141" y="2444403"/>
            <a:ext cx="1554480" cy="1062672"/>
          </a:xfrm>
          <a:prstGeom prst="foldedCorner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status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post-action-status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...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post-actions{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create-action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}</a:t>
            </a:r>
          </a:p>
          <a:p>
            <a:endParaRPr lang="en-US" sz="1000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DA25E7-0E45-DF41-7518-E2FFF3E298DA}"/>
              </a:ext>
            </a:extLst>
          </p:cNvPr>
          <p:cNvSpPr/>
          <p:nvPr/>
        </p:nvSpPr>
        <p:spPr>
          <a:xfrm>
            <a:off x="3904487" y="4853034"/>
            <a:ext cx="4178810" cy="541728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/my-service/plan/some-component/some-state create-action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...</a:t>
            </a: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BAD31930-42F6-0213-DFE2-AAD227CB1068}"/>
              </a:ext>
            </a:extLst>
          </p:cNvPr>
          <p:cNvCxnSpPr>
            <a:cxnSpLocks/>
          </p:cNvCxnSpPr>
          <p:nvPr/>
        </p:nvCxnSpPr>
        <p:spPr>
          <a:xfrm rot="5400000">
            <a:off x="3574964" y="3720303"/>
            <a:ext cx="1834773" cy="560054"/>
          </a:xfrm>
          <a:prstGeom prst="bentConnector3">
            <a:avLst>
              <a:gd name="adj1" fmla="val 271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60F2064-282B-33B9-A4DD-CACC10FFAD0A}"/>
              </a:ext>
            </a:extLst>
          </p:cNvPr>
          <p:cNvCxnSpPr>
            <a:cxnSpLocks/>
          </p:cNvCxnSpPr>
          <p:nvPr/>
        </p:nvCxnSpPr>
        <p:spPr>
          <a:xfrm flipH="1" flipV="1">
            <a:off x="6159968" y="2809103"/>
            <a:ext cx="1438458" cy="2115594"/>
          </a:xfrm>
          <a:prstGeom prst="straightConnector1">
            <a:avLst/>
          </a:prstGeom>
          <a:ln w="12700">
            <a:solidFill>
              <a:schemeClr val="accent2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13FBA7F8-1461-429D-0E3E-31A96E8FBB28}"/>
              </a:ext>
            </a:extLst>
          </p:cNvPr>
          <p:cNvSpPr/>
          <p:nvPr/>
        </p:nvSpPr>
        <p:spPr>
          <a:xfrm>
            <a:off x="5055617" y="1706853"/>
            <a:ext cx="321276" cy="319875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F20EA29-F1B7-CD2D-5417-E6CE9B71D0C9}"/>
              </a:ext>
            </a:extLst>
          </p:cNvPr>
          <p:cNvSpPr/>
          <p:nvPr/>
        </p:nvSpPr>
        <p:spPr>
          <a:xfrm>
            <a:off x="4266142" y="3255102"/>
            <a:ext cx="321276" cy="319875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8A8B5B8-3819-B994-DBA4-41F3CC85E852}"/>
              </a:ext>
            </a:extLst>
          </p:cNvPr>
          <p:cNvSpPr/>
          <p:nvPr/>
        </p:nvSpPr>
        <p:spPr>
          <a:xfrm>
            <a:off x="7259679" y="4096607"/>
            <a:ext cx="321276" cy="319875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9671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06235-5E5C-4AC8-947C-E97B0D72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2550B1-8B90-B9C1-4F47-C4A16E2CC13E}"/>
              </a:ext>
            </a:extLst>
          </p:cNvPr>
          <p:cNvSpPr/>
          <p:nvPr/>
        </p:nvSpPr>
        <p:spPr>
          <a:xfrm>
            <a:off x="3162747" y="1250662"/>
            <a:ext cx="5697855" cy="412040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251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F2359FD-B76E-C529-6E71-6E28A98A5168}"/>
              </a:ext>
            </a:extLst>
          </p:cNvPr>
          <p:cNvSpPr/>
          <p:nvPr/>
        </p:nvSpPr>
        <p:spPr>
          <a:xfrm>
            <a:off x="3353247" y="1439443"/>
            <a:ext cx="5341621" cy="3709206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4B447AB-D923-1B28-1677-21AF9204A562}"/>
              </a:ext>
            </a:extLst>
          </p:cNvPr>
          <p:cNvSpPr/>
          <p:nvPr/>
        </p:nvSpPr>
        <p:spPr>
          <a:xfrm>
            <a:off x="3538668" y="1750475"/>
            <a:ext cx="4984750" cy="3200465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04230CC-F3C2-1949-B695-47635770911F}"/>
              </a:ext>
            </a:extLst>
          </p:cNvPr>
          <p:cNvSpPr/>
          <p:nvPr/>
        </p:nvSpPr>
        <p:spPr>
          <a:xfrm>
            <a:off x="3725278" y="2218952"/>
            <a:ext cx="4615259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self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A358831-7007-F716-4A0B-A085C79542EE}"/>
              </a:ext>
            </a:extLst>
          </p:cNvPr>
          <p:cNvSpPr/>
          <p:nvPr/>
        </p:nvSpPr>
        <p:spPr>
          <a:xfrm>
            <a:off x="4817189" y="230724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218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C99CF4C-3D8F-BAFE-08D5-ACC11A91CB02}"/>
              </a:ext>
            </a:extLst>
          </p:cNvPr>
          <p:cNvSpPr/>
          <p:nvPr/>
        </p:nvSpPr>
        <p:spPr>
          <a:xfrm>
            <a:off x="5769452" y="2318821"/>
            <a:ext cx="561283" cy="558517"/>
          </a:xfrm>
          <a:prstGeom prst="ellipse">
            <a:avLst/>
          </a:prstGeom>
          <a:solidFill>
            <a:srgbClr val="FFC000">
              <a:alpha val="8021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69C983-3FF9-4FE4-2C20-61A5CCBFC16A}"/>
              </a:ext>
            </a:extLst>
          </p:cNvPr>
          <p:cNvCxnSpPr>
            <a:cxnSpLocks/>
          </p:cNvCxnSpPr>
          <p:nvPr/>
        </p:nvCxnSpPr>
        <p:spPr>
          <a:xfrm>
            <a:off x="5378472" y="2607139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C75C8181-24B4-FE4F-CCD6-35D87DC56B35}"/>
              </a:ext>
            </a:extLst>
          </p:cNvPr>
          <p:cNvSpPr/>
          <p:nvPr/>
        </p:nvSpPr>
        <p:spPr>
          <a:xfrm>
            <a:off x="3725279" y="3068901"/>
            <a:ext cx="4615258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2D52CB6-DFEF-D41E-964C-1596C2C31DEF}"/>
              </a:ext>
            </a:extLst>
          </p:cNvPr>
          <p:cNvSpPr/>
          <p:nvPr/>
        </p:nvSpPr>
        <p:spPr>
          <a:xfrm>
            <a:off x="4817189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218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1DBD295-9AE0-B1FB-D1CA-14BEA5D475C3}"/>
              </a:ext>
            </a:extLst>
          </p:cNvPr>
          <p:cNvSpPr/>
          <p:nvPr/>
        </p:nvSpPr>
        <p:spPr>
          <a:xfrm>
            <a:off x="5769452" y="3168770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218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81B82EE-D5A0-17E8-7D1A-717FB34A8F29}"/>
              </a:ext>
            </a:extLst>
          </p:cNvPr>
          <p:cNvSpPr/>
          <p:nvPr/>
        </p:nvSpPr>
        <p:spPr>
          <a:xfrm>
            <a:off x="6721715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218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C6C903D-6FAA-BE92-4175-AB3450D4CAF8}"/>
              </a:ext>
            </a:extLst>
          </p:cNvPr>
          <p:cNvSpPr/>
          <p:nvPr/>
        </p:nvSpPr>
        <p:spPr>
          <a:xfrm>
            <a:off x="7673978" y="316876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218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1F13689-7C4D-0052-8077-291EBD0D4124}"/>
              </a:ext>
            </a:extLst>
          </p:cNvPr>
          <p:cNvCxnSpPr>
            <a:cxnSpLocks/>
          </p:cNvCxnSpPr>
          <p:nvPr/>
        </p:nvCxnSpPr>
        <p:spPr>
          <a:xfrm>
            <a:off x="5378472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421C123-9CEE-AD53-D3F5-27720DA2F3CF}"/>
              </a:ext>
            </a:extLst>
          </p:cNvPr>
          <p:cNvCxnSpPr>
            <a:cxnSpLocks/>
          </p:cNvCxnSpPr>
          <p:nvPr/>
        </p:nvCxnSpPr>
        <p:spPr>
          <a:xfrm>
            <a:off x="6336428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75556D1-3808-4A27-4367-C8DFEECEFA27}"/>
              </a:ext>
            </a:extLst>
          </p:cNvPr>
          <p:cNvCxnSpPr>
            <a:cxnSpLocks/>
          </p:cNvCxnSpPr>
          <p:nvPr/>
        </p:nvCxnSpPr>
        <p:spPr>
          <a:xfrm>
            <a:off x="7282998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146E8CF2-3EAF-030B-EF56-EA84CBAD330A}"/>
              </a:ext>
            </a:extLst>
          </p:cNvPr>
          <p:cNvSpPr/>
          <p:nvPr/>
        </p:nvSpPr>
        <p:spPr>
          <a:xfrm>
            <a:off x="3725278" y="3912436"/>
            <a:ext cx="4615257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component2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D5DE6DA-D28C-4F57-A374-AAB82C033616}"/>
              </a:ext>
            </a:extLst>
          </p:cNvPr>
          <p:cNvSpPr/>
          <p:nvPr/>
        </p:nvSpPr>
        <p:spPr>
          <a:xfrm>
            <a:off x="4817189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218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A2AEA04-6186-9CA9-7901-3971C38D0502}"/>
              </a:ext>
            </a:extLst>
          </p:cNvPr>
          <p:cNvSpPr/>
          <p:nvPr/>
        </p:nvSpPr>
        <p:spPr>
          <a:xfrm>
            <a:off x="5769452" y="4012305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218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DFAF142-8E7E-FBBB-D7DC-F98D9B001337}"/>
              </a:ext>
            </a:extLst>
          </p:cNvPr>
          <p:cNvSpPr/>
          <p:nvPr/>
        </p:nvSpPr>
        <p:spPr>
          <a:xfrm>
            <a:off x="6721715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218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E3DEB98-1F71-BA25-366B-FCA085C92B63}"/>
              </a:ext>
            </a:extLst>
          </p:cNvPr>
          <p:cNvSpPr/>
          <p:nvPr/>
        </p:nvSpPr>
        <p:spPr>
          <a:xfrm>
            <a:off x="7673978" y="4012304"/>
            <a:ext cx="561283" cy="558517"/>
          </a:xfrm>
          <a:prstGeom prst="ellipse">
            <a:avLst/>
          </a:prstGeom>
          <a:solidFill>
            <a:srgbClr val="FFC000">
              <a:alpha val="8021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4A9484B-94A9-F660-0F81-E60873AA5785}"/>
              </a:ext>
            </a:extLst>
          </p:cNvPr>
          <p:cNvCxnSpPr>
            <a:cxnSpLocks/>
          </p:cNvCxnSpPr>
          <p:nvPr/>
        </p:nvCxnSpPr>
        <p:spPr>
          <a:xfrm>
            <a:off x="5378472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42A74FB-C465-5D9C-07C5-A637AAFADD87}"/>
              </a:ext>
            </a:extLst>
          </p:cNvPr>
          <p:cNvCxnSpPr>
            <a:cxnSpLocks/>
          </p:cNvCxnSpPr>
          <p:nvPr/>
        </p:nvCxnSpPr>
        <p:spPr>
          <a:xfrm>
            <a:off x="633642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52C9B6B-22B9-E440-C461-5FAF4C33A983}"/>
              </a:ext>
            </a:extLst>
          </p:cNvPr>
          <p:cNvCxnSpPr>
            <a:cxnSpLocks/>
          </p:cNvCxnSpPr>
          <p:nvPr/>
        </p:nvCxnSpPr>
        <p:spPr>
          <a:xfrm>
            <a:off x="728299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9898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21A15-9FE5-5A39-C5D4-2BDF29926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C54661FA-5E87-A580-771F-AD3E9EFB8F53}"/>
              </a:ext>
            </a:extLst>
          </p:cNvPr>
          <p:cNvSpPr/>
          <p:nvPr/>
        </p:nvSpPr>
        <p:spPr>
          <a:xfrm>
            <a:off x="3162747" y="1213658"/>
            <a:ext cx="5697855" cy="408327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79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229FB40-805E-3F49-EBA6-9D48577BEACF}"/>
              </a:ext>
            </a:extLst>
          </p:cNvPr>
          <p:cNvSpPr/>
          <p:nvPr/>
        </p:nvSpPr>
        <p:spPr>
          <a:xfrm>
            <a:off x="3353247" y="1421476"/>
            <a:ext cx="5341621" cy="3702459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72C1008-2C7E-000C-0A93-10693D2A9B53}"/>
              </a:ext>
            </a:extLst>
          </p:cNvPr>
          <p:cNvSpPr/>
          <p:nvPr/>
        </p:nvSpPr>
        <p:spPr>
          <a:xfrm>
            <a:off x="3538668" y="1779143"/>
            <a:ext cx="4984750" cy="314708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/>
              <a:t>nano-plan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832D9C0-C40D-49BB-78D4-435908BF2760}"/>
              </a:ext>
            </a:extLst>
          </p:cNvPr>
          <p:cNvSpPr/>
          <p:nvPr/>
        </p:nvSpPr>
        <p:spPr>
          <a:xfrm>
            <a:off x="3725278" y="2218952"/>
            <a:ext cx="4615259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/>
              <a:t>self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53C052E-3857-E7AE-6F0D-34B0E21C22FC}"/>
              </a:ext>
            </a:extLst>
          </p:cNvPr>
          <p:cNvSpPr/>
          <p:nvPr/>
        </p:nvSpPr>
        <p:spPr>
          <a:xfrm>
            <a:off x="4817189" y="230724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3970B1D-3765-7E7E-2C59-7019D968C32E}"/>
              </a:ext>
            </a:extLst>
          </p:cNvPr>
          <p:cNvSpPr/>
          <p:nvPr/>
        </p:nvSpPr>
        <p:spPr>
          <a:xfrm>
            <a:off x="5769452" y="2318821"/>
            <a:ext cx="561283" cy="558517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1309DD0-1087-B9CB-7854-1BB571B21620}"/>
              </a:ext>
            </a:extLst>
          </p:cNvPr>
          <p:cNvCxnSpPr>
            <a:cxnSpLocks/>
          </p:cNvCxnSpPr>
          <p:nvPr/>
        </p:nvCxnSpPr>
        <p:spPr>
          <a:xfrm>
            <a:off x="5378472" y="2607139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60988348-CAD4-A593-1179-D11251EA3A6B}"/>
              </a:ext>
            </a:extLst>
          </p:cNvPr>
          <p:cNvSpPr/>
          <p:nvPr/>
        </p:nvSpPr>
        <p:spPr>
          <a:xfrm>
            <a:off x="3725279" y="3068901"/>
            <a:ext cx="4615258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component1</a:t>
            </a:r>
          </a:p>
          <a:p>
            <a:r>
              <a:rPr lang="en-US" sz="1000" dirty="0">
                <a:solidFill>
                  <a:schemeClr val="bg1"/>
                </a:solidFill>
              </a:rPr>
              <a:t>back-tracking</a:t>
            </a:r>
          </a:p>
          <a:p>
            <a:r>
              <a:rPr lang="en-US" sz="1000" dirty="0">
                <a:solidFill>
                  <a:schemeClr val="bg1"/>
                </a:solidFill>
              </a:rPr>
              <a:t>goal=state2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A816A2D-F751-D7A0-A982-2ED44BE0586F}"/>
              </a:ext>
            </a:extLst>
          </p:cNvPr>
          <p:cNvSpPr/>
          <p:nvPr/>
        </p:nvSpPr>
        <p:spPr>
          <a:xfrm>
            <a:off x="4817189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C445F88-718D-6EDA-B891-20B3A51E11B0}"/>
              </a:ext>
            </a:extLst>
          </p:cNvPr>
          <p:cNvSpPr/>
          <p:nvPr/>
        </p:nvSpPr>
        <p:spPr>
          <a:xfrm>
            <a:off x="5769452" y="3168770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4BC1F011-5663-03A8-64B7-604AF4B93F5E}"/>
              </a:ext>
            </a:extLst>
          </p:cNvPr>
          <p:cNvSpPr/>
          <p:nvPr/>
        </p:nvSpPr>
        <p:spPr>
          <a:xfrm>
            <a:off x="6721715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9F11F5FE-BF73-A60F-080E-4AFCB51FC9C5}"/>
              </a:ext>
            </a:extLst>
          </p:cNvPr>
          <p:cNvSpPr/>
          <p:nvPr/>
        </p:nvSpPr>
        <p:spPr>
          <a:xfrm>
            <a:off x="7673978" y="3168769"/>
            <a:ext cx="561283" cy="558517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B945D68-5CD8-FF88-E721-965461CE7730}"/>
              </a:ext>
            </a:extLst>
          </p:cNvPr>
          <p:cNvCxnSpPr>
            <a:cxnSpLocks/>
          </p:cNvCxnSpPr>
          <p:nvPr/>
        </p:nvCxnSpPr>
        <p:spPr>
          <a:xfrm>
            <a:off x="6336428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4DCD4F7-C024-24F2-FF8F-9628D9B542E4}"/>
              </a:ext>
            </a:extLst>
          </p:cNvPr>
          <p:cNvCxnSpPr>
            <a:cxnSpLocks/>
          </p:cNvCxnSpPr>
          <p:nvPr/>
        </p:nvCxnSpPr>
        <p:spPr>
          <a:xfrm>
            <a:off x="7282998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1205B259-2467-83A8-30BD-F24E08F09C00}"/>
              </a:ext>
            </a:extLst>
          </p:cNvPr>
          <p:cNvSpPr/>
          <p:nvPr/>
        </p:nvSpPr>
        <p:spPr>
          <a:xfrm>
            <a:off x="3725278" y="3912436"/>
            <a:ext cx="4615257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/>
              <a:t>component2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BD258D9E-19D2-6B6A-A6B9-4C9F4E769451}"/>
              </a:ext>
            </a:extLst>
          </p:cNvPr>
          <p:cNvSpPr/>
          <p:nvPr/>
        </p:nvSpPr>
        <p:spPr>
          <a:xfrm>
            <a:off x="4817189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7E2393D-E9D3-D238-FC0D-913E56B76CFF}"/>
              </a:ext>
            </a:extLst>
          </p:cNvPr>
          <p:cNvSpPr/>
          <p:nvPr/>
        </p:nvSpPr>
        <p:spPr>
          <a:xfrm>
            <a:off x="5769452" y="4012305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BF33862-DC5F-400B-3B87-5CEFA6F38D44}"/>
              </a:ext>
            </a:extLst>
          </p:cNvPr>
          <p:cNvSpPr/>
          <p:nvPr/>
        </p:nvSpPr>
        <p:spPr>
          <a:xfrm>
            <a:off x="6721715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1BEC5BA-5DE5-61A0-B9CD-65536D923742}"/>
              </a:ext>
            </a:extLst>
          </p:cNvPr>
          <p:cNvSpPr/>
          <p:nvPr/>
        </p:nvSpPr>
        <p:spPr>
          <a:xfrm>
            <a:off x="7673978" y="4012304"/>
            <a:ext cx="561283" cy="558517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7CF218D5-0F76-D523-7050-432147B5F1FC}"/>
              </a:ext>
            </a:extLst>
          </p:cNvPr>
          <p:cNvCxnSpPr>
            <a:cxnSpLocks/>
          </p:cNvCxnSpPr>
          <p:nvPr/>
        </p:nvCxnSpPr>
        <p:spPr>
          <a:xfrm>
            <a:off x="5378472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0144C54D-FB99-57CB-1EA6-678463F4B166}"/>
              </a:ext>
            </a:extLst>
          </p:cNvPr>
          <p:cNvCxnSpPr>
            <a:cxnSpLocks/>
          </p:cNvCxnSpPr>
          <p:nvPr/>
        </p:nvCxnSpPr>
        <p:spPr>
          <a:xfrm>
            <a:off x="633642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A8CDAE9-011F-8C95-4AFA-4E6B2661E1CB}"/>
              </a:ext>
            </a:extLst>
          </p:cNvPr>
          <p:cNvCxnSpPr>
            <a:cxnSpLocks/>
          </p:cNvCxnSpPr>
          <p:nvPr/>
        </p:nvCxnSpPr>
        <p:spPr>
          <a:xfrm>
            <a:off x="728299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7" name="Graphic 106" descr="Close with solid fill">
            <a:extLst>
              <a:ext uri="{FF2B5EF4-FFF2-40B4-BE49-F238E27FC236}">
                <a16:creationId xmlns:a16="http://schemas.microsoft.com/office/drawing/2014/main" id="{292F56A3-03BE-9291-ABBA-37001E852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9946" y="3258263"/>
            <a:ext cx="433667" cy="43366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1848983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14B460-4992-9183-5BFA-88B6601DC926}"/>
              </a:ext>
            </a:extLst>
          </p:cNvPr>
          <p:cNvSpPr/>
          <p:nvPr/>
        </p:nvSpPr>
        <p:spPr>
          <a:xfrm>
            <a:off x="3162747" y="1138844"/>
            <a:ext cx="5697855" cy="414984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548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33E94B-36BC-BCDC-EEB1-35DA6C921CA4}"/>
              </a:ext>
            </a:extLst>
          </p:cNvPr>
          <p:cNvSpPr/>
          <p:nvPr/>
        </p:nvSpPr>
        <p:spPr>
          <a:xfrm>
            <a:off x="3353247" y="1379913"/>
            <a:ext cx="5341621" cy="3735783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4678B42-3AB7-2641-8F41-5779ED795169}"/>
              </a:ext>
            </a:extLst>
          </p:cNvPr>
          <p:cNvSpPr/>
          <p:nvPr/>
        </p:nvSpPr>
        <p:spPr>
          <a:xfrm>
            <a:off x="3538668" y="1779143"/>
            <a:ext cx="4984750" cy="315532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/>
              <a:t>nano-plan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D088CF-D2DB-608A-25C7-372B7CAAE3DF}"/>
              </a:ext>
            </a:extLst>
          </p:cNvPr>
          <p:cNvSpPr/>
          <p:nvPr/>
        </p:nvSpPr>
        <p:spPr>
          <a:xfrm>
            <a:off x="3725278" y="2218952"/>
            <a:ext cx="4615259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/>
              <a:t>self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B7A5AC7-2210-5413-96E3-CE5CBD1AB751}"/>
              </a:ext>
            </a:extLst>
          </p:cNvPr>
          <p:cNvSpPr/>
          <p:nvPr/>
        </p:nvSpPr>
        <p:spPr>
          <a:xfrm>
            <a:off x="4817189" y="230724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132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527B0FE-93F3-40B4-7D70-29EA337825B9}"/>
              </a:ext>
            </a:extLst>
          </p:cNvPr>
          <p:cNvSpPr/>
          <p:nvPr/>
        </p:nvSpPr>
        <p:spPr>
          <a:xfrm>
            <a:off x="5769452" y="2318821"/>
            <a:ext cx="561283" cy="558517"/>
          </a:xfrm>
          <a:prstGeom prst="ellipse">
            <a:avLst/>
          </a:prstGeom>
          <a:solidFill>
            <a:srgbClr val="FFC000">
              <a:alpha val="8013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D330E4E-6090-A48C-CC3E-0C32B80198C1}"/>
              </a:ext>
            </a:extLst>
          </p:cNvPr>
          <p:cNvCxnSpPr>
            <a:cxnSpLocks/>
          </p:cNvCxnSpPr>
          <p:nvPr/>
        </p:nvCxnSpPr>
        <p:spPr>
          <a:xfrm>
            <a:off x="5378472" y="2607139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92006049-00B8-07E1-6D09-E0E2427308DE}"/>
              </a:ext>
            </a:extLst>
          </p:cNvPr>
          <p:cNvSpPr/>
          <p:nvPr/>
        </p:nvSpPr>
        <p:spPr>
          <a:xfrm>
            <a:off x="3725279" y="3068901"/>
            <a:ext cx="4615258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B05E819-455F-AA92-3552-B1DDD7D14A51}"/>
              </a:ext>
            </a:extLst>
          </p:cNvPr>
          <p:cNvSpPr/>
          <p:nvPr/>
        </p:nvSpPr>
        <p:spPr>
          <a:xfrm>
            <a:off x="4817189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132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607A4E2-A8D0-CEA7-AEA4-3138514278E2}"/>
              </a:ext>
            </a:extLst>
          </p:cNvPr>
          <p:cNvSpPr/>
          <p:nvPr/>
        </p:nvSpPr>
        <p:spPr>
          <a:xfrm>
            <a:off x="5769452" y="3168770"/>
            <a:ext cx="561283" cy="558517"/>
          </a:xfrm>
          <a:prstGeom prst="ellipse">
            <a:avLst/>
          </a:prstGeom>
          <a:solidFill>
            <a:srgbClr val="FFC000">
              <a:alpha val="8013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9E9B866-8F90-9F0E-A398-9C59D3882099}"/>
              </a:ext>
            </a:extLst>
          </p:cNvPr>
          <p:cNvSpPr/>
          <p:nvPr/>
        </p:nvSpPr>
        <p:spPr>
          <a:xfrm>
            <a:off x="6721715" y="3157198"/>
            <a:ext cx="561283" cy="558517"/>
          </a:xfrm>
          <a:prstGeom prst="ellipse">
            <a:avLst/>
          </a:prstGeom>
          <a:solidFill>
            <a:srgbClr val="FFC000">
              <a:alpha val="8013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0134F29-1871-5BC6-C4FD-99DA4F892A31}"/>
              </a:ext>
            </a:extLst>
          </p:cNvPr>
          <p:cNvSpPr/>
          <p:nvPr/>
        </p:nvSpPr>
        <p:spPr>
          <a:xfrm>
            <a:off x="7673978" y="3168769"/>
            <a:ext cx="561283" cy="558517"/>
          </a:xfrm>
          <a:prstGeom prst="ellipse">
            <a:avLst/>
          </a:prstGeom>
          <a:solidFill>
            <a:srgbClr val="FFC000">
              <a:alpha val="8013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C566855-A3E6-6B96-A8DF-A5C8F8BECCA8}"/>
              </a:ext>
            </a:extLst>
          </p:cNvPr>
          <p:cNvCxnSpPr>
            <a:cxnSpLocks/>
          </p:cNvCxnSpPr>
          <p:nvPr/>
        </p:nvCxnSpPr>
        <p:spPr>
          <a:xfrm>
            <a:off x="5378472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843D11F-83B8-1EC4-655B-79EA7E17E078}"/>
              </a:ext>
            </a:extLst>
          </p:cNvPr>
          <p:cNvCxnSpPr>
            <a:cxnSpLocks/>
          </p:cNvCxnSpPr>
          <p:nvPr/>
        </p:nvCxnSpPr>
        <p:spPr>
          <a:xfrm>
            <a:off x="6336428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7CA5E63-BCD8-551E-78F6-5F5870559678}"/>
              </a:ext>
            </a:extLst>
          </p:cNvPr>
          <p:cNvCxnSpPr>
            <a:cxnSpLocks/>
          </p:cNvCxnSpPr>
          <p:nvPr/>
        </p:nvCxnSpPr>
        <p:spPr>
          <a:xfrm>
            <a:off x="7282998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BF6A8EFE-FC8B-4D1E-B002-51CE57D2FDBE}"/>
              </a:ext>
            </a:extLst>
          </p:cNvPr>
          <p:cNvSpPr/>
          <p:nvPr/>
        </p:nvSpPr>
        <p:spPr>
          <a:xfrm>
            <a:off x="3725278" y="3912436"/>
            <a:ext cx="4615257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component2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15A5478-98D5-1E82-109B-26ED35DAE22B}"/>
              </a:ext>
            </a:extLst>
          </p:cNvPr>
          <p:cNvSpPr/>
          <p:nvPr/>
        </p:nvSpPr>
        <p:spPr>
          <a:xfrm>
            <a:off x="4817189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132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11EB221-BA2B-8277-2D91-4A0D0E98C478}"/>
              </a:ext>
            </a:extLst>
          </p:cNvPr>
          <p:cNvSpPr/>
          <p:nvPr/>
        </p:nvSpPr>
        <p:spPr>
          <a:xfrm>
            <a:off x="5769452" y="4012305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132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D3B6C96-324A-B9F1-0363-EA39EEEB35F4}"/>
              </a:ext>
            </a:extLst>
          </p:cNvPr>
          <p:cNvSpPr/>
          <p:nvPr/>
        </p:nvSpPr>
        <p:spPr>
          <a:xfrm>
            <a:off x="6721715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132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02988D2-5386-2A8F-AADC-63BBA551C63C}"/>
              </a:ext>
            </a:extLst>
          </p:cNvPr>
          <p:cNvSpPr/>
          <p:nvPr/>
        </p:nvSpPr>
        <p:spPr>
          <a:xfrm>
            <a:off x="7673978" y="4012304"/>
            <a:ext cx="561283" cy="558517"/>
          </a:xfrm>
          <a:prstGeom prst="ellipse">
            <a:avLst/>
          </a:prstGeom>
          <a:solidFill>
            <a:srgbClr val="FFC000">
              <a:alpha val="8013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AC6F68F-7CCE-5B6C-126E-9060F407A0C8}"/>
              </a:ext>
            </a:extLst>
          </p:cNvPr>
          <p:cNvCxnSpPr>
            <a:cxnSpLocks/>
          </p:cNvCxnSpPr>
          <p:nvPr/>
        </p:nvCxnSpPr>
        <p:spPr>
          <a:xfrm>
            <a:off x="5378472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6077DA9-0E6E-261B-742C-0CC35B642F16}"/>
              </a:ext>
            </a:extLst>
          </p:cNvPr>
          <p:cNvCxnSpPr>
            <a:cxnSpLocks/>
          </p:cNvCxnSpPr>
          <p:nvPr/>
        </p:nvCxnSpPr>
        <p:spPr>
          <a:xfrm>
            <a:off x="633642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7B72FEA-73A0-C25E-C65F-F70DCDD14082}"/>
              </a:ext>
            </a:extLst>
          </p:cNvPr>
          <p:cNvCxnSpPr>
            <a:cxnSpLocks/>
          </p:cNvCxnSpPr>
          <p:nvPr/>
        </p:nvCxnSpPr>
        <p:spPr>
          <a:xfrm>
            <a:off x="728299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4964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609586-AF26-9A53-ACA0-6B90D63A717A}"/>
              </a:ext>
            </a:extLst>
          </p:cNvPr>
          <p:cNvSpPr/>
          <p:nvPr/>
        </p:nvSpPr>
        <p:spPr>
          <a:xfrm>
            <a:off x="3162747" y="1180407"/>
            <a:ext cx="5697855" cy="4108284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D127A3-8C8F-AD7F-CA6A-82D5A67E01C9}"/>
              </a:ext>
            </a:extLst>
          </p:cNvPr>
          <p:cNvSpPr/>
          <p:nvPr/>
        </p:nvSpPr>
        <p:spPr>
          <a:xfrm>
            <a:off x="3353247" y="1388225"/>
            <a:ext cx="5341621" cy="372747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DC67A2D-CF32-509A-BF27-2E903826A272}"/>
              </a:ext>
            </a:extLst>
          </p:cNvPr>
          <p:cNvSpPr/>
          <p:nvPr/>
        </p:nvSpPr>
        <p:spPr>
          <a:xfrm>
            <a:off x="3538668" y="1779143"/>
            <a:ext cx="4984750" cy="3138846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1E819A1-46C3-E375-1F70-5ECDE308D0AA}"/>
              </a:ext>
            </a:extLst>
          </p:cNvPr>
          <p:cNvSpPr/>
          <p:nvPr/>
        </p:nvSpPr>
        <p:spPr>
          <a:xfrm>
            <a:off x="3725278" y="2218952"/>
            <a:ext cx="4615259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self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6E07182-0AA0-5FF0-813F-2C6E528CF953}"/>
              </a:ext>
            </a:extLst>
          </p:cNvPr>
          <p:cNvSpPr/>
          <p:nvPr/>
        </p:nvSpPr>
        <p:spPr>
          <a:xfrm>
            <a:off x="4817189" y="230724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959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3E70EB9-FA8E-B1F2-4CC3-D35E5F6207FA}"/>
              </a:ext>
            </a:extLst>
          </p:cNvPr>
          <p:cNvSpPr/>
          <p:nvPr/>
        </p:nvSpPr>
        <p:spPr>
          <a:xfrm>
            <a:off x="5769452" y="2318821"/>
            <a:ext cx="561283" cy="558517"/>
          </a:xfrm>
          <a:prstGeom prst="ellipse">
            <a:avLst/>
          </a:prstGeom>
          <a:solidFill>
            <a:srgbClr val="FFC000">
              <a:alpha val="7995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9BE62E8-6BE2-EEC0-2781-625110E197EF}"/>
              </a:ext>
            </a:extLst>
          </p:cNvPr>
          <p:cNvCxnSpPr>
            <a:cxnSpLocks/>
          </p:cNvCxnSpPr>
          <p:nvPr/>
        </p:nvCxnSpPr>
        <p:spPr>
          <a:xfrm>
            <a:off x="5378472" y="2607139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BBBD6978-2071-DD6C-CBA4-293598FB9CE9}"/>
              </a:ext>
            </a:extLst>
          </p:cNvPr>
          <p:cNvSpPr/>
          <p:nvPr/>
        </p:nvSpPr>
        <p:spPr>
          <a:xfrm>
            <a:off x="3725279" y="3068901"/>
            <a:ext cx="4615258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component1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022A1B6-9016-CBFC-2527-3EF309C3F234}"/>
              </a:ext>
            </a:extLst>
          </p:cNvPr>
          <p:cNvSpPr/>
          <p:nvPr/>
        </p:nvSpPr>
        <p:spPr>
          <a:xfrm>
            <a:off x="4817189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959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7BD6E8C-6A0B-D31A-C4BC-734903DC13C0}"/>
              </a:ext>
            </a:extLst>
          </p:cNvPr>
          <p:cNvSpPr/>
          <p:nvPr/>
        </p:nvSpPr>
        <p:spPr>
          <a:xfrm>
            <a:off x="5769452" y="3168770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959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691FEB4-7BF5-572A-F196-4FD7DD38A456}"/>
              </a:ext>
            </a:extLst>
          </p:cNvPr>
          <p:cNvSpPr/>
          <p:nvPr/>
        </p:nvSpPr>
        <p:spPr>
          <a:xfrm>
            <a:off x="6721715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959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1607B29-AF38-56E0-BEBE-CDCC8DE4C90D}"/>
              </a:ext>
            </a:extLst>
          </p:cNvPr>
          <p:cNvSpPr/>
          <p:nvPr/>
        </p:nvSpPr>
        <p:spPr>
          <a:xfrm>
            <a:off x="7673978" y="316876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959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4C3A65A-D801-C906-0EC1-A5C00D271BF7}"/>
              </a:ext>
            </a:extLst>
          </p:cNvPr>
          <p:cNvCxnSpPr>
            <a:cxnSpLocks/>
          </p:cNvCxnSpPr>
          <p:nvPr/>
        </p:nvCxnSpPr>
        <p:spPr>
          <a:xfrm>
            <a:off x="5378472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BA62DE7-8E1B-5DCE-D507-DD9B2477F3ED}"/>
              </a:ext>
            </a:extLst>
          </p:cNvPr>
          <p:cNvCxnSpPr>
            <a:cxnSpLocks/>
          </p:cNvCxnSpPr>
          <p:nvPr/>
        </p:nvCxnSpPr>
        <p:spPr>
          <a:xfrm>
            <a:off x="6336428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B5E96D4-12A1-6C17-2AD4-D1C38D28C439}"/>
              </a:ext>
            </a:extLst>
          </p:cNvPr>
          <p:cNvCxnSpPr>
            <a:cxnSpLocks/>
          </p:cNvCxnSpPr>
          <p:nvPr/>
        </p:nvCxnSpPr>
        <p:spPr>
          <a:xfrm>
            <a:off x="7282998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348F137B-BB01-A1C5-B4A2-97F0EC4A51DD}"/>
              </a:ext>
            </a:extLst>
          </p:cNvPr>
          <p:cNvSpPr/>
          <p:nvPr/>
        </p:nvSpPr>
        <p:spPr>
          <a:xfrm>
            <a:off x="3725278" y="3912436"/>
            <a:ext cx="4615257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component2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07307F1F-B388-C7ED-CD08-9620ACF058D6}"/>
              </a:ext>
            </a:extLst>
          </p:cNvPr>
          <p:cNvSpPr/>
          <p:nvPr/>
        </p:nvSpPr>
        <p:spPr>
          <a:xfrm>
            <a:off x="4817189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959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EE55000-99FE-6C7A-D883-AB4B1966ADD8}"/>
              </a:ext>
            </a:extLst>
          </p:cNvPr>
          <p:cNvSpPr/>
          <p:nvPr/>
        </p:nvSpPr>
        <p:spPr>
          <a:xfrm>
            <a:off x="5769452" y="4012305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959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ED9E7DC-28A5-F2EF-8893-7B059F1984FB}"/>
              </a:ext>
            </a:extLst>
          </p:cNvPr>
          <p:cNvSpPr/>
          <p:nvPr/>
        </p:nvSpPr>
        <p:spPr>
          <a:xfrm>
            <a:off x="6721715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959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46250D1E-A40A-38A5-F81C-FB3BF4C4508A}"/>
              </a:ext>
            </a:extLst>
          </p:cNvPr>
          <p:cNvSpPr/>
          <p:nvPr/>
        </p:nvSpPr>
        <p:spPr>
          <a:xfrm>
            <a:off x="7673978" y="4012304"/>
            <a:ext cx="561283" cy="558517"/>
          </a:xfrm>
          <a:prstGeom prst="ellipse">
            <a:avLst/>
          </a:prstGeom>
          <a:solidFill>
            <a:srgbClr val="FFC000">
              <a:alpha val="7995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1DD0CAE-2713-B908-5344-4B0092AD0C97}"/>
              </a:ext>
            </a:extLst>
          </p:cNvPr>
          <p:cNvCxnSpPr>
            <a:cxnSpLocks/>
          </p:cNvCxnSpPr>
          <p:nvPr/>
        </p:nvCxnSpPr>
        <p:spPr>
          <a:xfrm>
            <a:off x="5378472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16EC73A-6E1E-38B8-1352-8E4665A31780}"/>
              </a:ext>
            </a:extLst>
          </p:cNvPr>
          <p:cNvCxnSpPr>
            <a:cxnSpLocks/>
          </p:cNvCxnSpPr>
          <p:nvPr/>
        </p:nvCxnSpPr>
        <p:spPr>
          <a:xfrm>
            <a:off x="633642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36F4F51-9612-2F4E-C2D6-42821461C2F7}"/>
              </a:ext>
            </a:extLst>
          </p:cNvPr>
          <p:cNvCxnSpPr>
            <a:cxnSpLocks/>
          </p:cNvCxnSpPr>
          <p:nvPr/>
        </p:nvCxnSpPr>
        <p:spPr>
          <a:xfrm>
            <a:off x="728299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82" descr="Close with solid fill">
            <a:extLst>
              <a:ext uri="{FF2B5EF4-FFF2-40B4-BE49-F238E27FC236}">
                <a16:creationId xmlns:a16="http://schemas.microsoft.com/office/drawing/2014/main" id="{2C5FA120-5527-C431-7615-F4553CC89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4938" y="3078442"/>
            <a:ext cx="328937" cy="32893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039803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66970-518E-86B6-4C06-FAA203C83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6C5D11-3B83-A0AD-6CA7-827F12EF6022}"/>
              </a:ext>
            </a:extLst>
          </p:cNvPr>
          <p:cNvSpPr/>
          <p:nvPr/>
        </p:nvSpPr>
        <p:spPr>
          <a:xfrm>
            <a:off x="3162747" y="1163782"/>
            <a:ext cx="5697855" cy="412491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E568FE-E9E1-995C-9B65-04322CB29080}"/>
              </a:ext>
            </a:extLst>
          </p:cNvPr>
          <p:cNvSpPr/>
          <p:nvPr/>
        </p:nvSpPr>
        <p:spPr>
          <a:xfrm>
            <a:off x="3353247" y="1396537"/>
            <a:ext cx="5341621" cy="3719159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35AF18E-1454-3418-7EB9-3D7A6D3FADC6}"/>
              </a:ext>
            </a:extLst>
          </p:cNvPr>
          <p:cNvSpPr/>
          <p:nvPr/>
        </p:nvSpPr>
        <p:spPr>
          <a:xfrm>
            <a:off x="3538668" y="1779143"/>
            <a:ext cx="4984750" cy="315532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19FA6B5-109F-3B96-5871-26592F3BEB23}"/>
              </a:ext>
            </a:extLst>
          </p:cNvPr>
          <p:cNvSpPr/>
          <p:nvPr/>
        </p:nvSpPr>
        <p:spPr>
          <a:xfrm>
            <a:off x="3725278" y="2218952"/>
            <a:ext cx="4615259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self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3754E5C-9B55-A4E1-7147-CE12C1024FB2}"/>
              </a:ext>
            </a:extLst>
          </p:cNvPr>
          <p:cNvSpPr/>
          <p:nvPr/>
        </p:nvSpPr>
        <p:spPr>
          <a:xfrm>
            <a:off x="4817189" y="230724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5F5EAC3-96FE-B28E-4B19-BB3C7960535A}"/>
              </a:ext>
            </a:extLst>
          </p:cNvPr>
          <p:cNvSpPr/>
          <p:nvPr/>
        </p:nvSpPr>
        <p:spPr>
          <a:xfrm>
            <a:off x="5769452" y="2318821"/>
            <a:ext cx="561283" cy="558517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0F96689-3D2B-6F96-443F-C525B797AB0B}"/>
              </a:ext>
            </a:extLst>
          </p:cNvPr>
          <p:cNvCxnSpPr>
            <a:cxnSpLocks/>
          </p:cNvCxnSpPr>
          <p:nvPr/>
        </p:nvCxnSpPr>
        <p:spPr>
          <a:xfrm>
            <a:off x="5378472" y="2607139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88F708E-AF03-D0E5-9EAB-B69CC652FB3F}"/>
              </a:ext>
            </a:extLst>
          </p:cNvPr>
          <p:cNvSpPr/>
          <p:nvPr/>
        </p:nvSpPr>
        <p:spPr>
          <a:xfrm>
            <a:off x="3725279" y="3068901"/>
            <a:ext cx="4615258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component1</a:t>
            </a:r>
          </a:p>
          <a:p>
            <a:r>
              <a:rPr lang="en-US" sz="1000" dirty="0">
                <a:solidFill>
                  <a:schemeClr val="bg1"/>
                </a:solidFill>
              </a:rPr>
              <a:t>back-tracking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EB13CF3-E088-EE0D-FEF0-7499D2F9C04C}"/>
              </a:ext>
            </a:extLst>
          </p:cNvPr>
          <p:cNvSpPr/>
          <p:nvPr/>
        </p:nvSpPr>
        <p:spPr>
          <a:xfrm>
            <a:off x="4817189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F0C530F-8FC2-1380-101C-9D528AC98E8D}"/>
              </a:ext>
            </a:extLst>
          </p:cNvPr>
          <p:cNvSpPr/>
          <p:nvPr/>
        </p:nvSpPr>
        <p:spPr>
          <a:xfrm>
            <a:off x="5769452" y="3168770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0A95576-522A-EB0B-9628-264D361ACA95}"/>
              </a:ext>
            </a:extLst>
          </p:cNvPr>
          <p:cNvSpPr/>
          <p:nvPr/>
        </p:nvSpPr>
        <p:spPr>
          <a:xfrm>
            <a:off x="6721715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2B206C9-284A-B770-E012-215770BD83DA}"/>
              </a:ext>
            </a:extLst>
          </p:cNvPr>
          <p:cNvSpPr/>
          <p:nvPr/>
        </p:nvSpPr>
        <p:spPr>
          <a:xfrm>
            <a:off x="7673978" y="3168769"/>
            <a:ext cx="561283" cy="558517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18DD722-AC1D-5963-8CCD-CBFA089BD7BD}"/>
              </a:ext>
            </a:extLst>
          </p:cNvPr>
          <p:cNvCxnSpPr>
            <a:cxnSpLocks/>
          </p:cNvCxnSpPr>
          <p:nvPr/>
        </p:nvCxnSpPr>
        <p:spPr>
          <a:xfrm>
            <a:off x="5378472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731A525-B35B-D5D9-A629-7A8E910AF522}"/>
              </a:ext>
            </a:extLst>
          </p:cNvPr>
          <p:cNvCxnSpPr>
            <a:cxnSpLocks/>
          </p:cNvCxnSpPr>
          <p:nvPr/>
        </p:nvCxnSpPr>
        <p:spPr>
          <a:xfrm>
            <a:off x="6336428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3DC4C43-1F1F-F688-2AEC-A752700D6FC0}"/>
              </a:ext>
            </a:extLst>
          </p:cNvPr>
          <p:cNvCxnSpPr>
            <a:cxnSpLocks/>
          </p:cNvCxnSpPr>
          <p:nvPr/>
        </p:nvCxnSpPr>
        <p:spPr>
          <a:xfrm>
            <a:off x="7282998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1ED5F13F-416B-64C4-A4AA-6F58D8C7F992}"/>
              </a:ext>
            </a:extLst>
          </p:cNvPr>
          <p:cNvSpPr/>
          <p:nvPr/>
        </p:nvSpPr>
        <p:spPr>
          <a:xfrm>
            <a:off x="3725278" y="3912436"/>
            <a:ext cx="4615257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component2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126B4A7-A99F-D26D-CACF-2C2D4698BA4C}"/>
              </a:ext>
            </a:extLst>
          </p:cNvPr>
          <p:cNvSpPr/>
          <p:nvPr/>
        </p:nvSpPr>
        <p:spPr>
          <a:xfrm>
            <a:off x="4817189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55CB052-CEA6-5310-6479-23A4147988EF}"/>
              </a:ext>
            </a:extLst>
          </p:cNvPr>
          <p:cNvSpPr/>
          <p:nvPr/>
        </p:nvSpPr>
        <p:spPr>
          <a:xfrm>
            <a:off x="5769452" y="4012305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8871C03-07AD-EFC2-9560-7B94D3A61B77}"/>
              </a:ext>
            </a:extLst>
          </p:cNvPr>
          <p:cNvSpPr/>
          <p:nvPr/>
        </p:nvSpPr>
        <p:spPr>
          <a:xfrm>
            <a:off x="6721715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B0BAB43-DE86-5A6E-6566-D09D06041450}"/>
              </a:ext>
            </a:extLst>
          </p:cNvPr>
          <p:cNvSpPr/>
          <p:nvPr/>
        </p:nvSpPr>
        <p:spPr>
          <a:xfrm>
            <a:off x="7673978" y="4012304"/>
            <a:ext cx="561283" cy="558517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32C3F87-C2AC-C4A4-14B9-B51E1A29FB78}"/>
              </a:ext>
            </a:extLst>
          </p:cNvPr>
          <p:cNvCxnSpPr>
            <a:cxnSpLocks/>
          </p:cNvCxnSpPr>
          <p:nvPr/>
        </p:nvCxnSpPr>
        <p:spPr>
          <a:xfrm>
            <a:off x="5378472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07D5804-7676-1998-72F4-CB7EC33657BA}"/>
              </a:ext>
            </a:extLst>
          </p:cNvPr>
          <p:cNvCxnSpPr>
            <a:cxnSpLocks/>
          </p:cNvCxnSpPr>
          <p:nvPr/>
        </p:nvCxnSpPr>
        <p:spPr>
          <a:xfrm>
            <a:off x="633642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52F3435-894F-14A3-AF39-4E62B3209C89}"/>
              </a:ext>
            </a:extLst>
          </p:cNvPr>
          <p:cNvCxnSpPr>
            <a:cxnSpLocks/>
          </p:cNvCxnSpPr>
          <p:nvPr/>
        </p:nvCxnSpPr>
        <p:spPr>
          <a:xfrm>
            <a:off x="728299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9047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39C4F-E36E-9A0D-1D0D-46BA38CED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19F665-B76D-8A50-7D91-AC7DA0DA4FD0}"/>
              </a:ext>
            </a:extLst>
          </p:cNvPr>
          <p:cNvSpPr/>
          <p:nvPr/>
        </p:nvSpPr>
        <p:spPr>
          <a:xfrm>
            <a:off x="3162747" y="1112108"/>
            <a:ext cx="5697855" cy="425072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D3B63B-C82B-C396-8B05-81C87AF160BA}"/>
              </a:ext>
            </a:extLst>
          </p:cNvPr>
          <p:cNvSpPr/>
          <p:nvPr/>
        </p:nvSpPr>
        <p:spPr>
          <a:xfrm>
            <a:off x="3353247" y="1276865"/>
            <a:ext cx="5341621" cy="3905296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5B387C-4A2D-C303-1725-66CBB5A3B3B7}"/>
              </a:ext>
            </a:extLst>
          </p:cNvPr>
          <p:cNvSpPr/>
          <p:nvPr/>
        </p:nvSpPr>
        <p:spPr>
          <a:xfrm>
            <a:off x="3538668" y="1779142"/>
            <a:ext cx="4984750" cy="3220137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9964EFB-A6E7-6A0E-0089-557607FD276A}"/>
              </a:ext>
            </a:extLst>
          </p:cNvPr>
          <p:cNvSpPr/>
          <p:nvPr/>
        </p:nvSpPr>
        <p:spPr>
          <a:xfrm>
            <a:off x="3725278" y="2218952"/>
            <a:ext cx="4615259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self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6E2486B-5446-4327-DD90-70F014BB4AFF}"/>
              </a:ext>
            </a:extLst>
          </p:cNvPr>
          <p:cNvSpPr/>
          <p:nvPr/>
        </p:nvSpPr>
        <p:spPr>
          <a:xfrm>
            <a:off x="4817189" y="230724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815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F6A2BE8-B3D1-9EBF-0785-01DA8BCC4337}"/>
              </a:ext>
            </a:extLst>
          </p:cNvPr>
          <p:cNvSpPr/>
          <p:nvPr/>
        </p:nvSpPr>
        <p:spPr>
          <a:xfrm>
            <a:off x="5769452" y="2318821"/>
            <a:ext cx="561283" cy="558517"/>
          </a:xfrm>
          <a:prstGeom prst="ellipse">
            <a:avLst/>
          </a:prstGeom>
          <a:solidFill>
            <a:srgbClr val="FFC000">
              <a:alpha val="7981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A9AF2A9-736E-AF6E-B91D-A874531DF20E}"/>
              </a:ext>
            </a:extLst>
          </p:cNvPr>
          <p:cNvCxnSpPr>
            <a:cxnSpLocks/>
          </p:cNvCxnSpPr>
          <p:nvPr/>
        </p:nvCxnSpPr>
        <p:spPr>
          <a:xfrm>
            <a:off x="5378472" y="2607139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DCDE1AB-9E20-701B-A0B0-5EFD957F56F4}"/>
              </a:ext>
            </a:extLst>
          </p:cNvPr>
          <p:cNvSpPr/>
          <p:nvPr/>
        </p:nvSpPr>
        <p:spPr>
          <a:xfrm>
            <a:off x="3725278" y="3912436"/>
            <a:ext cx="4615257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component2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1BFBAA4-907D-6B2E-2C20-F185770F8FE8}"/>
              </a:ext>
            </a:extLst>
          </p:cNvPr>
          <p:cNvSpPr/>
          <p:nvPr/>
        </p:nvSpPr>
        <p:spPr>
          <a:xfrm>
            <a:off x="4817189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815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5F37358-D5F0-CD1A-FE37-63A837CA7133}"/>
              </a:ext>
            </a:extLst>
          </p:cNvPr>
          <p:cNvSpPr/>
          <p:nvPr/>
        </p:nvSpPr>
        <p:spPr>
          <a:xfrm>
            <a:off x="5769452" y="4012305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815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CFA130C-DC03-9204-0763-0D8B21C48642}"/>
              </a:ext>
            </a:extLst>
          </p:cNvPr>
          <p:cNvSpPr/>
          <p:nvPr/>
        </p:nvSpPr>
        <p:spPr>
          <a:xfrm>
            <a:off x="6721715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815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A777977-A185-0DF3-D592-56ACF438D4F9}"/>
              </a:ext>
            </a:extLst>
          </p:cNvPr>
          <p:cNvSpPr/>
          <p:nvPr/>
        </p:nvSpPr>
        <p:spPr>
          <a:xfrm>
            <a:off x="7673978" y="4012304"/>
            <a:ext cx="561283" cy="558517"/>
          </a:xfrm>
          <a:prstGeom prst="ellipse">
            <a:avLst/>
          </a:prstGeom>
          <a:solidFill>
            <a:srgbClr val="FFC000">
              <a:alpha val="7981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736E601-6E54-C4E3-7E75-0D3D43E1F344}"/>
              </a:ext>
            </a:extLst>
          </p:cNvPr>
          <p:cNvCxnSpPr>
            <a:cxnSpLocks/>
          </p:cNvCxnSpPr>
          <p:nvPr/>
        </p:nvCxnSpPr>
        <p:spPr>
          <a:xfrm>
            <a:off x="5378472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E950BB4-BCE7-5758-E7A0-63C9E9D4103D}"/>
              </a:ext>
            </a:extLst>
          </p:cNvPr>
          <p:cNvCxnSpPr>
            <a:cxnSpLocks/>
          </p:cNvCxnSpPr>
          <p:nvPr/>
        </p:nvCxnSpPr>
        <p:spPr>
          <a:xfrm>
            <a:off x="633642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B6A6F9C-F0F3-008D-7C57-DC927F647759}"/>
              </a:ext>
            </a:extLst>
          </p:cNvPr>
          <p:cNvCxnSpPr>
            <a:cxnSpLocks/>
          </p:cNvCxnSpPr>
          <p:nvPr/>
        </p:nvCxnSpPr>
        <p:spPr>
          <a:xfrm>
            <a:off x="728299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97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57366-C93A-D69D-B4E6-F547F2710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CDE1B0-EECE-18B6-DE60-B132E9C8B38C}"/>
              </a:ext>
            </a:extLst>
          </p:cNvPr>
          <p:cNvSpPr/>
          <p:nvPr/>
        </p:nvSpPr>
        <p:spPr>
          <a:xfrm>
            <a:off x="3162747" y="1155469"/>
            <a:ext cx="5697855" cy="414969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78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F3CFF0-9815-CF0D-5C93-5A858FA9EB47}"/>
              </a:ext>
            </a:extLst>
          </p:cNvPr>
          <p:cNvSpPr/>
          <p:nvPr/>
        </p:nvSpPr>
        <p:spPr>
          <a:xfrm>
            <a:off x="3353247" y="1413163"/>
            <a:ext cx="5341621" cy="3702533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425F69F-16E0-B89D-F138-B90C5D656E83}"/>
              </a:ext>
            </a:extLst>
          </p:cNvPr>
          <p:cNvSpPr/>
          <p:nvPr/>
        </p:nvSpPr>
        <p:spPr>
          <a:xfrm>
            <a:off x="3538668" y="1779143"/>
            <a:ext cx="4984750" cy="315532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6C4E65C-A41F-3DBF-2F73-F959612A1A3E}"/>
              </a:ext>
            </a:extLst>
          </p:cNvPr>
          <p:cNvSpPr/>
          <p:nvPr/>
        </p:nvSpPr>
        <p:spPr>
          <a:xfrm>
            <a:off x="3725278" y="2218952"/>
            <a:ext cx="4615259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self</a:t>
            </a:r>
          </a:p>
          <a:p>
            <a:r>
              <a:rPr lang="en-US" sz="1000" dirty="0">
                <a:solidFill>
                  <a:schemeClr val="bg1"/>
                </a:solidFill>
              </a:rPr>
              <a:t>back-tracking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9FBFBB8-B138-9F47-5BC2-74FCBD58E8A4}"/>
              </a:ext>
            </a:extLst>
          </p:cNvPr>
          <p:cNvSpPr/>
          <p:nvPr/>
        </p:nvSpPr>
        <p:spPr>
          <a:xfrm>
            <a:off x="4817189" y="230724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626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414A795-4213-353A-588E-F0B24FA2F6F8}"/>
              </a:ext>
            </a:extLst>
          </p:cNvPr>
          <p:cNvSpPr/>
          <p:nvPr/>
        </p:nvSpPr>
        <p:spPr>
          <a:xfrm>
            <a:off x="5769452" y="2318821"/>
            <a:ext cx="561283" cy="558517"/>
          </a:xfrm>
          <a:prstGeom prst="ellipse">
            <a:avLst/>
          </a:prstGeom>
          <a:solidFill>
            <a:srgbClr val="FFC000">
              <a:alpha val="79626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E90301D-753D-02D5-23AE-3B5DC500A3CA}"/>
              </a:ext>
            </a:extLst>
          </p:cNvPr>
          <p:cNvCxnSpPr>
            <a:cxnSpLocks/>
          </p:cNvCxnSpPr>
          <p:nvPr/>
        </p:nvCxnSpPr>
        <p:spPr>
          <a:xfrm>
            <a:off x="5378472" y="2607139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CCE0CE37-520F-B55C-D6CE-3B87740E9547}"/>
              </a:ext>
            </a:extLst>
          </p:cNvPr>
          <p:cNvSpPr/>
          <p:nvPr/>
        </p:nvSpPr>
        <p:spPr>
          <a:xfrm>
            <a:off x="3725279" y="3068901"/>
            <a:ext cx="4615258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component1</a:t>
            </a:r>
          </a:p>
          <a:p>
            <a:r>
              <a:rPr lang="en-US" sz="1000" dirty="0">
                <a:solidFill>
                  <a:schemeClr val="bg1"/>
                </a:solidFill>
              </a:rPr>
              <a:t>back-tracking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8B097DA-12DA-6FBF-AAE7-6170A5ECF862}"/>
              </a:ext>
            </a:extLst>
          </p:cNvPr>
          <p:cNvSpPr/>
          <p:nvPr/>
        </p:nvSpPr>
        <p:spPr>
          <a:xfrm>
            <a:off x="4817189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626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122DABF-0768-119D-119A-E4D8F0626443}"/>
              </a:ext>
            </a:extLst>
          </p:cNvPr>
          <p:cNvSpPr/>
          <p:nvPr/>
        </p:nvSpPr>
        <p:spPr>
          <a:xfrm>
            <a:off x="5769452" y="3168770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626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BF248FB-CEB8-D5E5-152D-51B418F02198}"/>
              </a:ext>
            </a:extLst>
          </p:cNvPr>
          <p:cNvSpPr/>
          <p:nvPr/>
        </p:nvSpPr>
        <p:spPr>
          <a:xfrm>
            <a:off x="6721715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626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9A111F6-B54D-E079-0452-77756451EA41}"/>
              </a:ext>
            </a:extLst>
          </p:cNvPr>
          <p:cNvSpPr/>
          <p:nvPr/>
        </p:nvSpPr>
        <p:spPr>
          <a:xfrm>
            <a:off x="7673978" y="316876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626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96CC373-FD6C-4F58-19B9-9437C9FD91B5}"/>
              </a:ext>
            </a:extLst>
          </p:cNvPr>
          <p:cNvCxnSpPr>
            <a:cxnSpLocks/>
          </p:cNvCxnSpPr>
          <p:nvPr/>
        </p:nvCxnSpPr>
        <p:spPr>
          <a:xfrm>
            <a:off x="5378472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9F8555A-C685-58DF-DD50-2FAF3DCF372D}"/>
              </a:ext>
            </a:extLst>
          </p:cNvPr>
          <p:cNvCxnSpPr>
            <a:cxnSpLocks/>
          </p:cNvCxnSpPr>
          <p:nvPr/>
        </p:nvCxnSpPr>
        <p:spPr>
          <a:xfrm>
            <a:off x="6336428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D20BD90-62D5-2F21-68D7-FED8D6920042}"/>
              </a:ext>
            </a:extLst>
          </p:cNvPr>
          <p:cNvCxnSpPr>
            <a:cxnSpLocks/>
          </p:cNvCxnSpPr>
          <p:nvPr/>
        </p:nvCxnSpPr>
        <p:spPr>
          <a:xfrm>
            <a:off x="7282998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6C83EE0D-2054-33E6-F3D8-281AF5A3955B}"/>
              </a:ext>
            </a:extLst>
          </p:cNvPr>
          <p:cNvSpPr/>
          <p:nvPr/>
        </p:nvSpPr>
        <p:spPr>
          <a:xfrm>
            <a:off x="3725278" y="3912436"/>
            <a:ext cx="4615257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component2</a:t>
            </a:r>
          </a:p>
          <a:p>
            <a:r>
              <a:rPr lang="en-US" sz="1000" dirty="0">
                <a:solidFill>
                  <a:schemeClr val="bg1"/>
                </a:solidFill>
              </a:rPr>
              <a:t>back-tracking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3E68129-14E8-643A-A6D9-FFD98D550D8D}"/>
              </a:ext>
            </a:extLst>
          </p:cNvPr>
          <p:cNvSpPr/>
          <p:nvPr/>
        </p:nvSpPr>
        <p:spPr>
          <a:xfrm>
            <a:off x="4817189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626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EC6605B-E5DB-C0FC-6749-405590E1247F}"/>
              </a:ext>
            </a:extLst>
          </p:cNvPr>
          <p:cNvSpPr/>
          <p:nvPr/>
        </p:nvSpPr>
        <p:spPr>
          <a:xfrm>
            <a:off x="5769452" y="4012305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626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96F87B1-BEEE-DE51-4A35-6B6F2C14CB4C}"/>
              </a:ext>
            </a:extLst>
          </p:cNvPr>
          <p:cNvSpPr/>
          <p:nvPr/>
        </p:nvSpPr>
        <p:spPr>
          <a:xfrm>
            <a:off x="6721715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79626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A9F532B-2DDA-32F2-74DB-ED02CCAA0B83}"/>
              </a:ext>
            </a:extLst>
          </p:cNvPr>
          <p:cNvSpPr/>
          <p:nvPr/>
        </p:nvSpPr>
        <p:spPr>
          <a:xfrm>
            <a:off x="7673978" y="4012304"/>
            <a:ext cx="561283" cy="558517"/>
          </a:xfrm>
          <a:prstGeom prst="ellipse">
            <a:avLst/>
          </a:prstGeom>
          <a:solidFill>
            <a:srgbClr val="FFC000">
              <a:alpha val="79626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48BCAA7-1D79-AF68-6528-B2439D46FF0F}"/>
              </a:ext>
            </a:extLst>
          </p:cNvPr>
          <p:cNvCxnSpPr>
            <a:cxnSpLocks/>
          </p:cNvCxnSpPr>
          <p:nvPr/>
        </p:nvCxnSpPr>
        <p:spPr>
          <a:xfrm>
            <a:off x="5378472" y="4300623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32B88BE-BE78-3A75-FA6B-1C029E86CAF7}"/>
              </a:ext>
            </a:extLst>
          </p:cNvPr>
          <p:cNvCxnSpPr>
            <a:cxnSpLocks/>
          </p:cNvCxnSpPr>
          <p:nvPr/>
        </p:nvCxnSpPr>
        <p:spPr>
          <a:xfrm>
            <a:off x="6336428" y="4300623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CD32E72-E3B9-40F4-7D03-8224920627CF}"/>
              </a:ext>
            </a:extLst>
          </p:cNvPr>
          <p:cNvCxnSpPr>
            <a:cxnSpLocks/>
          </p:cNvCxnSpPr>
          <p:nvPr/>
        </p:nvCxnSpPr>
        <p:spPr>
          <a:xfrm>
            <a:off x="7282998" y="4300623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395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858FA-52A0-8D3C-1E88-31B84435E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DF6D86-4787-FDF4-6972-60EBF86CAC1F}"/>
              </a:ext>
            </a:extLst>
          </p:cNvPr>
          <p:cNvSpPr/>
          <p:nvPr/>
        </p:nvSpPr>
        <p:spPr>
          <a:xfrm>
            <a:off x="3162747" y="1155469"/>
            <a:ext cx="5697855" cy="402669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78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379991-777A-1488-DA74-DC8ED43B0C89}"/>
              </a:ext>
            </a:extLst>
          </p:cNvPr>
          <p:cNvSpPr/>
          <p:nvPr/>
        </p:nvSpPr>
        <p:spPr>
          <a:xfrm>
            <a:off x="3353247" y="1379913"/>
            <a:ext cx="5341621" cy="3619367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194D17-264B-2E8B-3E72-CFDEBE02F49E}"/>
              </a:ext>
            </a:extLst>
          </p:cNvPr>
          <p:cNvSpPr/>
          <p:nvPr/>
        </p:nvSpPr>
        <p:spPr>
          <a:xfrm>
            <a:off x="3538668" y="1779143"/>
            <a:ext cx="4984750" cy="303154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20D5EA-90B5-9CAC-8CB6-2810060C3755}"/>
              </a:ext>
            </a:extLst>
          </p:cNvPr>
          <p:cNvSpPr/>
          <p:nvPr/>
        </p:nvSpPr>
        <p:spPr>
          <a:xfrm>
            <a:off x="3725278" y="2218952"/>
            <a:ext cx="4615259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self</a:t>
            </a:r>
          </a:p>
          <a:p>
            <a:r>
              <a:rPr lang="en-US" sz="1000" dirty="0">
                <a:solidFill>
                  <a:schemeClr val="bg1"/>
                </a:solidFill>
              </a:rPr>
              <a:t>back-tracking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D04C58C-F107-3EE3-A6B3-38752D402F9F}"/>
              </a:ext>
            </a:extLst>
          </p:cNvPr>
          <p:cNvSpPr/>
          <p:nvPr/>
        </p:nvSpPr>
        <p:spPr>
          <a:xfrm>
            <a:off x="4817189" y="230724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DF1B3F6-517C-E78B-8119-206A0E488A9F}"/>
              </a:ext>
            </a:extLst>
          </p:cNvPr>
          <p:cNvSpPr/>
          <p:nvPr/>
        </p:nvSpPr>
        <p:spPr>
          <a:xfrm>
            <a:off x="5769452" y="2318821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F768853-F863-8DEC-EFE9-0013A44E0E65}"/>
              </a:ext>
            </a:extLst>
          </p:cNvPr>
          <p:cNvCxnSpPr>
            <a:cxnSpLocks/>
          </p:cNvCxnSpPr>
          <p:nvPr/>
        </p:nvCxnSpPr>
        <p:spPr>
          <a:xfrm>
            <a:off x="5378472" y="2607139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1013ECDE-34B6-AD58-D7CA-D190BAD9D108}"/>
              </a:ext>
            </a:extLst>
          </p:cNvPr>
          <p:cNvSpPr/>
          <p:nvPr/>
        </p:nvSpPr>
        <p:spPr>
          <a:xfrm>
            <a:off x="3725279" y="3068901"/>
            <a:ext cx="4615258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component1</a:t>
            </a:r>
          </a:p>
          <a:p>
            <a:r>
              <a:rPr lang="en-US" sz="1000" dirty="0">
                <a:solidFill>
                  <a:schemeClr val="bg1"/>
                </a:solidFill>
              </a:rPr>
              <a:t>back-tracking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82F8F49-E927-56FC-A0B0-DFD9D1BE2063}"/>
              </a:ext>
            </a:extLst>
          </p:cNvPr>
          <p:cNvSpPr/>
          <p:nvPr/>
        </p:nvSpPr>
        <p:spPr>
          <a:xfrm>
            <a:off x="4817189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4DF95D1-B1F1-235B-522B-F14064EE31FD}"/>
              </a:ext>
            </a:extLst>
          </p:cNvPr>
          <p:cNvSpPr/>
          <p:nvPr/>
        </p:nvSpPr>
        <p:spPr>
          <a:xfrm>
            <a:off x="5769452" y="3168770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DF8A603-3296-DA6A-0277-F31F6AAE7609}"/>
              </a:ext>
            </a:extLst>
          </p:cNvPr>
          <p:cNvSpPr/>
          <p:nvPr/>
        </p:nvSpPr>
        <p:spPr>
          <a:xfrm>
            <a:off x="6721715" y="3157198"/>
            <a:ext cx="561283" cy="558517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E1E6F12-E0AF-A9E9-01C5-B99E87C225D5}"/>
              </a:ext>
            </a:extLst>
          </p:cNvPr>
          <p:cNvSpPr/>
          <p:nvPr/>
        </p:nvSpPr>
        <p:spPr>
          <a:xfrm>
            <a:off x="7673978" y="3168769"/>
            <a:ext cx="561283" cy="558517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947815C-D428-3D6E-C68D-2A74CF066674}"/>
              </a:ext>
            </a:extLst>
          </p:cNvPr>
          <p:cNvCxnSpPr>
            <a:cxnSpLocks/>
          </p:cNvCxnSpPr>
          <p:nvPr/>
        </p:nvCxnSpPr>
        <p:spPr>
          <a:xfrm>
            <a:off x="5378472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8B7FA75-290B-0CED-C968-8BF01A1AD90F}"/>
              </a:ext>
            </a:extLst>
          </p:cNvPr>
          <p:cNvCxnSpPr>
            <a:cxnSpLocks/>
          </p:cNvCxnSpPr>
          <p:nvPr/>
        </p:nvCxnSpPr>
        <p:spPr>
          <a:xfrm>
            <a:off x="6336428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C102088-9694-A289-2BB3-BD6A8C450ABD}"/>
              </a:ext>
            </a:extLst>
          </p:cNvPr>
          <p:cNvCxnSpPr>
            <a:cxnSpLocks/>
          </p:cNvCxnSpPr>
          <p:nvPr/>
        </p:nvCxnSpPr>
        <p:spPr>
          <a:xfrm>
            <a:off x="7282998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3375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2D3C0-283D-A29B-9BD6-83FE1E85A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E6A768-D84F-67CE-FFF6-48344A293192}"/>
              </a:ext>
            </a:extLst>
          </p:cNvPr>
          <p:cNvSpPr/>
          <p:nvPr/>
        </p:nvSpPr>
        <p:spPr>
          <a:xfrm>
            <a:off x="3162747" y="1188720"/>
            <a:ext cx="5697855" cy="344918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618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BD01A7-B044-9DD5-9DEA-DF9DE0DBA25F}"/>
              </a:ext>
            </a:extLst>
          </p:cNvPr>
          <p:cNvSpPr/>
          <p:nvPr/>
        </p:nvSpPr>
        <p:spPr>
          <a:xfrm>
            <a:off x="3353247" y="1396538"/>
            <a:ext cx="5341621" cy="306013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A7D1AE-9161-9620-02AC-E0999E98D189}"/>
              </a:ext>
            </a:extLst>
          </p:cNvPr>
          <p:cNvSpPr/>
          <p:nvPr/>
        </p:nvSpPr>
        <p:spPr>
          <a:xfrm>
            <a:off x="3538668" y="1779142"/>
            <a:ext cx="4984750" cy="2422155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</a:t>
            </a:r>
          </a:p>
        </p:txBody>
      </p:sp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3CE627BA-3EC5-9D5E-C3D3-A172928F5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7124" y="2292000"/>
            <a:ext cx="1367837" cy="136783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2546644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ADB201-0691-0A40-18BA-6D01971CABE2}"/>
              </a:ext>
            </a:extLst>
          </p:cNvPr>
          <p:cNvSpPr/>
          <p:nvPr/>
        </p:nvSpPr>
        <p:spPr>
          <a:xfrm>
            <a:off x="2025609" y="1934310"/>
            <a:ext cx="6832642" cy="265565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93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latin typeface="Sabon Next LT Display" panose="020A0402070306020202" pitchFamily="18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5D8A44-5398-64C8-343B-0C4223D4EB81}"/>
              </a:ext>
            </a:extLst>
          </p:cNvPr>
          <p:cNvSpPr/>
          <p:nvPr/>
        </p:nvSpPr>
        <p:spPr>
          <a:xfrm>
            <a:off x="2216109" y="2101576"/>
            <a:ext cx="6456404" cy="2274375"/>
          </a:xfrm>
          <a:prstGeom prst="rect">
            <a:avLst/>
          </a:prstGeom>
          <a:solidFill>
            <a:srgbClr val="3FB4E0">
              <a:alpha val="19716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behavior-tree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servicepoint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my-</a:t>
            </a: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servicepoint</a:t>
            </a:r>
            <a:endParaRPr lang="en-US" sz="1000" dirty="0">
              <a:solidFill>
                <a:srgbClr val="3FB4E0"/>
              </a:solidFill>
              <a:latin typeface="Sabon Next LT Display" panose="020A0402070306020202" pitchFamily="18" charset="77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2E8665-407F-F3AB-8CC1-56203CA63DF5}"/>
              </a:ext>
            </a:extLst>
          </p:cNvPr>
          <p:cNvSpPr/>
          <p:nvPr/>
        </p:nvSpPr>
        <p:spPr>
          <a:xfrm>
            <a:off x="2371332" y="3174622"/>
            <a:ext cx="1073258" cy="356839"/>
          </a:xfrm>
          <a:prstGeom prst="rect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selector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4149F-FC7D-7B9A-F817-95C124F90838}"/>
              </a:ext>
            </a:extLst>
          </p:cNvPr>
          <p:cNvSpPr/>
          <p:nvPr/>
        </p:nvSpPr>
        <p:spPr>
          <a:xfrm>
            <a:off x="4315808" y="2616957"/>
            <a:ext cx="4156680" cy="546409"/>
          </a:xfrm>
          <a:prstGeom prst="rect">
            <a:avLst/>
          </a:prstGeom>
          <a:solidFill>
            <a:srgbClr val="3FB4E0">
              <a:alpha val="8026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plan-component base-config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syslog-initialized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ntp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initialized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dns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-initialized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ready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D46AA2-5D20-63AA-1CB7-2E24327074D2}"/>
              </a:ext>
            </a:extLst>
          </p:cNvPr>
          <p:cNvSpPr/>
          <p:nvPr/>
        </p:nvSpPr>
        <p:spPr>
          <a:xfrm>
            <a:off x="4315808" y="3605878"/>
            <a:ext cx="4156680" cy="546409"/>
          </a:xfrm>
          <a:prstGeom prst="rect">
            <a:avLst/>
          </a:prstGeom>
          <a:solidFill>
            <a:srgbClr val="3FB4E0">
              <a:alpha val="79951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plan-component extended-config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interfaces-initialized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ready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5D35786B-A4C1-F88C-99C2-5C8C3B0BEB69}"/>
              </a:ext>
            </a:extLst>
          </p:cNvPr>
          <p:cNvCxnSpPr>
            <a:cxnSpLocks/>
          </p:cNvCxnSpPr>
          <p:nvPr/>
        </p:nvCxnSpPr>
        <p:spPr>
          <a:xfrm flipV="1">
            <a:off x="3444590" y="2910222"/>
            <a:ext cx="871218" cy="442820"/>
          </a:xfrm>
          <a:prstGeom prst="bentConnector3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945C49FD-61B7-DB33-AA33-2E79D011FFEF}"/>
              </a:ext>
            </a:extLst>
          </p:cNvPr>
          <p:cNvCxnSpPr>
            <a:cxnSpLocks/>
          </p:cNvCxnSpPr>
          <p:nvPr/>
        </p:nvCxnSpPr>
        <p:spPr>
          <a:xfrm>
            <a:off x="3444590" y="3353042"/>
            <a:ext cx="871218" cy="526041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5316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3312-A647-806E-3FAE-BC328FFFE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F25105-FAA7-66A5-AA49-F0EECB4DBD20}"/>
              </a:ext>
            </a:extLst>
          </p:cNvPr>
          <p:cNvSpPr/>
          <p:nvPr/>
        </p:nvSpPr>
        <p:spPr>
          <a:xfrm>
            <a:off x="2615918" y="1204686"/>
            <a:ext cx="5845911" cy="4441371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922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latin typeface="Sabon Next LT Display" panose="020A0402070306020202" pitchFamily="18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93377F-C808-2863-1EBF-73141972219F}"/>
              </a:ext>
            </a:extLst>
          </p:cNvPr>
          <p:cNvSpPr/>
          <p:nvPr/>
        </p:nvSpPr>
        <p:spPr>
          <a:xfrm>
            <a:off x="2806418" y="1349404"/>
            <a:ext cx="5466725" cy="4122482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behavior-tree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servicepoint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my-</a:t>
            </a: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servicepoint</a:t>
            </a:r>
            <a:endParaRPr lang="en-US" sz="1000" dirty="0">
              <a:solidFill>
                <a:srgbClr val="3FB4E0"/>
              </a:solidFill>
              <a:latin typeface="Sabon Next LT Display" panose="020A0402070306020202" pitchFamily="18" charset="77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DB807F-0E7B-7068-1F53-ED2430B7510D}"/>
              </a:ext>
            </a:extLst>
          </p:cNvPr>
          <p:cNvSpPr/>
          <p:nvPr/>
        </p:nvSpPr>
        <p:spPr>
          <a:xfrm>
            <a:off x="2961641" y="2126835"/>
            <a:ext cx="1073258" cy="356839"/>
          </a:xfrm>
          <a:prstGeom prst="rect">
            <a:avLst/>
          </a:prstGeom>
          <a:solidFill>
            <a:schemeClr val="accent2">
              <a:alpha val="79638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selector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DED3D-F455-6330-5672-D64525F18EEE}"/>
              </a:ext>
            </a:extLst>
          </p:cNvPr>
          <p:cNvSpPr/>
          <p:nvPr/>
        </p:nvSpPr>
        <p:spPr>
          <a:xfrm>
            <a:off x="4906117" y="2032051"/>
            <a:ext cx="2589084" cy="546409"/>
          </a:xfrm>
          <a:prstGeom prst="rect">
            <a:avLst/>
          </a:prstGeom>
          <a:solidFill>
            <a:srgbClr val="3FB4E0">
              <a:alpha val="8007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plan-component base-config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configured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ready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4C5893-1912-3393-D915-AACCF56C964B}"/>
              </a:ext>
            </a:extLst>
          </p:cNvPr>
          <p:cNvSpPr/>
          <p:nvPr/>
        </p:nvSpPr>
        <p:spPr>
          <a:xfrm>
            <a:off x="5477037" y="2677229"/>
            <a:ext cx="2534849" cy="546409"/>
          </a:xfrm>
          <a:prstGeom prst="rect">
            <a:avLst/>
          </a:prstGeom>
          <a:solidFill>
            <a:srgbClr val="3FB4E0">
              <a:alpha val="8007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plan-component syslog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syslog-initialized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ready</a:t>
            </a:r>
          </a:p>
        </p:txBody>
      </p: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59FDE6FF-AD21-53FF-F987-EAB1056D619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30044" y="3032494"/>
            <a:ext cx="1384212" cy="286570"/>
          </a:xfrm>
          <a:prstGeom prst="bent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62B94E-732D-6315-7A1E-41B198AC3D7A}"/>
              </a:ext>
            </a:extLst>
          </p:cNvPr>
          <p:cNvCxnSpPr>
            <a:cxnSpLocks/>
          </p:cNvCxnSpPr>
          <p:nvPr/>
        </p:nvCxnSpPr>
        <p:spPr>
          <a:xfrm>
            <a:off x="4040174" y="2302786"/>
            <a:ext cx="854220" cy="247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7E9DD53-B1D5-5692-A829-F2639FF32D38}"/>
              </a:ext>
            </a:extLst>
          </p:cNvPr>
          <p:cNvSpPr/>
          <p:nvPr/>
        </p:nvSpPr>
        <p:spPr>
          <a:xfrm>
            <a:off x="3665435" y="3689465"/>
            <a:ext cx="1312064" cy="356839"/>
          </a:xfrm>
          <a:prstGeom prst="rect">
            <a:avLst/>
          </a:prstGeom>
          <a:solidFill>
            <a:schemeClr val="accent2">
              <a:alpha val="79638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selector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pre-condition?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595A7E-51E3-7970-DC22-6D4FC75870B8}"/>
              </a:ext>
            </a:extLst>
          </p:cNvPr>
          <p:cNvSpPr/>
          <p:nvPr/>
        </p:nvSpPr>
        <p:spPr>
          <a:xfrm>
            <a:off x="5477036" y="3321476"/>
            <a:ext cx="2534849" cy="546409"/>
          </a:xfrm>
          <a:prstGeom prst="rect">
            <a:avLst/>
          </a:prstGeom>
          <a:solidFill>
            <a:srgbClr val="3FB4E0">
              <a:alpha val="8007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plan-component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ntp</a:t>
            </a:r>
            <a:endParaRPr lang="en-US" sz="1000" dirty="0">
              <a:solidFill>
                <a:schemeClr val="bg1"/>
              </a:solidFill>
              <a:latin typeface="Sabon Next LT Display" panose="020A0402070306020202" pitchFamily="18" charset="77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ntp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-initialized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ready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7C5509-B906-CE74-49D9-8886C3C9FA04}"/>
              </a:ext>
            </a:extLst>
          </p:cNvPr>
          <p:cNvSpPr/>
          <p:nvPr/>
        </p:nvSpPr>
        <p:spPr>
          <a:xfrm>
            <a:off x="5477035" y="3965723"/>
            <a:ext cx="2534849" cy="546409"/>
          </a:xfrm>
          <a:prstGeom prst="rect">
            <a:avLst/>
          </a:prstGeom>
          <a:solidFill>
            <a:srgbClr val="3FB4E0">
              <a:alpha val="8007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plan-component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dns</a:t>
            </a:r>
            <a:endParaRPr lang="en-US" sz="1000" dirty="0">
              <a:solidFill>
                <a:schemeClr val="bg1"/>
              </a:solidFill>
              <a:latin typeface="Sabon Next LT Display" panose="020A0402070306020202" pitchFamily="18" charset="77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dns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-initialized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ready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3DE0D3-27DF-FAFA-622F-59A5ABD35417}"/>
              </a:ext>
            </a:extLst>
          </p:cNvPr>
          <p:cNvSpPr/>
          <p:nvPr/>
        </p:nvSpPr>
        <p:spPr>
          <a:xfrm>
            <a:off x="5477034" y="4610284"/>
            <a:ext cx="2534849" cy="546409"/>
          </a:xfrm>
          <a:prstGeom prst="rect">
            <a:avLst/>
          </a:prstGeom>
          <a:solidFill>
            <a:srgbClr val="3FB4E0">
              <a:alpha val="8007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plan-component interface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interfaces-initialized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ready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3F2D68BA-FA4D-5852-30CC-039061A42C7F}"/>
              </a:ext>
            </a:extLst>
          </p:cNvPr>
          <p:cNvCxnSpPr>
            <a:cxnSpLocks/>
          </p:cNvCxnSpPr>
          <p:nvPr/>
        </p:nvCxnSpPr>
        <p:spPr>
          <a:xfrm flipV="1">
            <a:off x="4977499" y="2950434"/>
            <a:ext cx="499538" cy="917451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A5B2330A-693D-BCEF-1505-C5210B8F1441}"/>
              </a:ext>
            </a:extLst>
          </p:cNvPr>
          <p:cNvCxnSpPr>
            <a:cxnSpLocks/>
          </p:cNvCxnSpPr>
          <p:nvPr/>
        </p:nvCxnSpPr>
        <p:spPr>
          <a:xfrm flipV="1">
            <a:off x="4977499" y="3594681"/>
            <a:ext cx="499537" cy="273203"/>
          </a:xfrm>
          <a:prstGeom prst="bentConnector3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B403994A-35D0-82EE-0EC9-75EE8C97C46D}"/>
              </a:ext>
            </a:extLst>
          </p:cNvPr>
          <p:cNvCxnSpPr/>
          <p:nvPr/>
        </p:nvCxnSpPr>
        <p:spPr>
          <a:xfrm>
            <a:off x="4977499" y="3867884"/>
            <a:ext cx="499535" cy="466759"/>
          </a:xfrm>
          <a:prstGeom prst="bentConnector3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D38E94EC-4CCF-523D-A3D2-C673FC15216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48760" y="4255215"/>
            <a:ext cx="1006778" cy="249770"/>
          </a:xfrm>
          <a:prstGeom prst="bent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1182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89223-CB5F-9E12-C9C5-5D15DE9EB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83934F-FC40-34D4-312A-7E1495CC505C}"/>
              </a:ext>
            </a:extLst>
          </p:cNvPr>
          <p:cNvSpPr/>
          <p:nvPr/>
        </p:nvSpPr>
        <p:spPr>
          <a:xfrm>
            <a:off x="1803862" y="2014558"/>
            <a:ext cx="7543338" cy="2470424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hakra Petch" pitchFamily="2" charset="-34"/>
              </a:rPr>
              <a:t>behavior-tree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servicepoint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vpn-servicepoint</a:t>
            </a:r>
            <a:endParaRPr lang="en-US" sz="1000" dirty="0">
              <a:solidFill>
                <a:srgbClr val="3FB4E0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74B71B-F1E4-A7A8-4BEF-2D750914F482}"/>
              </a:ext>
            </a:extLst>
          </p:cNvPr>
          <p:cNvSpPr/>
          <p:nvPr/>
        </p:nvSpPr>
        <p:spPr>
          <a:xfrm>
            <a:off x="1596043" y="1828800"/>
            <a:ext cx="7896299" cy="2842054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313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9D0E5F-32A0-2BAB-39A6-BA15C870FA00}"/>
              </a:ext>
            </a:extLst>
          </p:cNvPr>
          <p:cNvSpPr/>
          <p:nvPr/>
        </p:nvSpPr>
        <p:spPr>
          <a:xfrm>
            <a:off x="2023094" y="3087604"/>
            <a:ext cx="874901" cy="356839"/>
          </a:xfrm>
          <a:prstGeom prst="rect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Chakra Petch" pitchFamily="2" charset="-34"/>
              </a:rPr>
              <a:t>selector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E434DF-16B0-0614-9BBC-0F92F5FF3B68}"/>
              </a:ext>
            </a:extLst>
          </p:cNvPr>
          <p:cNvSpPr/>
          <p:nvPr/>
        </p:nvSpPr>
        <p:spPr>
          <a:xfrm>
            <a:off x="5916374" y="2529520"/>
            <a:ext cx="3236591" cy="736501"/>
          </a:xfrm>
          <a:prstGeom prst="rect">
            <a:avLst/>
          </a:prstGeom>
          <a:solidFill>
            <a:srgbClr val="3FB4E0">
              <a:alpha val="8004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plan-component “$VALUE”</a:t>
            </a:r>
          </a:p>
          <a:p>
            <a:endParaRPr lang="en-US" sz="1000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device-initialized </a:t>
            </a:r>
            <a:r>
              <a:rPr lang="en-US" sz="12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qos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-configured </a:t>
            </a:r>
            <a:r>
              <a:rPr lang="en-US" sz="12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ready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2123B56D-BC5E-E317-115E-A2DF27A3FED0}"/>
              </a:ext>
            </a:extLst>
          </p:cNvPr>
          <p:cNvCxnSpPr>
            <a:cxnSpLocks/>
          </p:cNvCxnSpPr>
          <p:nvPr/>
        </p:nvCxnSpPr>
        <p:spPr>
          <a:xfrm flipV="1">
            <a:off x="2897995" y="2823204"/>
            <a:ext cx="871219" cy="442820"/>
          </a:xfrm>
          <a:prstGeom prst="bentConnector3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9E1E8DF6-64C8-C0AC-110E-B7101A5641AD}"/>
              </a:ext>
            </a:extLst>
          </p:cNvPr>
          <p:cNvCxnSpPr>
            <a:cxnSpLocks/>
          </p:cNvCxnSpPr>
          <p:nvPr/>
        </p:nvCxnSpPr>
        <p:spPr>
          <a:xfrm>
            <a:off x="2894314" y="3266023"/>
            <a:ext cx="871218" cy="526041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13550A8-9FAD-EF50-635F-D2BDEB5F59B8}"/>
              </a:ext>
            </a:extLst>
          </p:cNvPr>
          <p:cNvSpPr/>
          <p:nvPr/>
        </p:nvSpPr>
        <p:spPr>
          <a:xfrm>
            <a:off x="3769213" y="2529520"/>
            <a:ext cx="1658329" cy="736502"/>
          </a:xfrm>
          <a:prstGeom prst="rect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Chakra Petch" pitchFamily="2" charset="-34"/>
              </a:rPr>
              <a:t>multiplier</a:t>
            </a:r>
          </a:p>
          <a:p>
            <a:pPr algn="ctr"/>
            <a:endParaRPr lang="en-US" sz="1000" dirty="0">
              <a:solidFill>
                <a:schemeClr val="bg1"/>
              </a:solidFill>
              <a:cs typeface="Chakra Petch" pitchFamily="2" charset="-34"/>
            </a:endParaRP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foreach: /endpoint/id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when: is-virtual = ‘false’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C6E0D1-041E-437A-0D74-FE2044DD9711}"/>
              </a:ext>
            </a:extLst>
          </p:cNvPr>
          <p:cNvSpPr/>
          <p:nvPr/>
        </p:nvSpPr>
        <p:spPr>
          <a:xfrm>
            <a:off x="3769213" y="3486201"/>
            <a:ext cx="1658329" cy="736502"/>
          </a:xfrm>
          <a:prstGeom prst="rect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Chakra Petch" pitchFamily="2" charset="-34"/>
              </a:rPr>
              <a:t>multiplier</a:t>
            </a:r>
          </a:p>
          <a:p>
            <a:pPr algn="ctr"/>
            <a:endParaRPr lang="en-US" sz="1000" dirty="0">
              <a:solidFill>
                <a:schemeClr val="bg1"/>
              </a:solidFill>
              <a:cs typeface="Chakra Petch" pitchFamily="2" charset="-34"/>
            </a:endParaRP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foreach: /endpoint/id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when: is-virtual = ‘true’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67B444-6D0B-50ED-815A-18B7A255BF78}"/>
              </a:ext>
            </a:extLst>
          </p:cNvPr>
          <p:cNvSpPr/>
          <p:nvPr/>
        </p:nvSpPr>
        <p:spPr>
          <a:xfrm>
            <a:off x="5916375" y="3486201"/>
            <a:ext cx="3236590" cy="736501"/>
          </a:xfrm>
          <a:prstGeom prst="rect">
            <a:avLst/>
          </a:prstGeom>
          <a:solidFill>
            <a:srgbClr val="3FB4E0">
              <a:alpha val="8004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plan-component “$VALUE”</a:t>
            </a:r>
          </a:p>
          <a:p>
            <a:endParaRPr lang="en-US" sz="1000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vpn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-created </a:t>
            </a:r>
            <a:r>
              <a:rPr lang="en-US" sz="12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device-initialized </a:t>
            </a:r>
            <a:r>
              <a:rPr lang="en-US" sz="12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qos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-configured </a:t>
            </a:r>
            <a:r>
              <a:rPr lang="en-US" sz="12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ready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192F94E-C396-0323-8AED-0713334369C5}"/>
              </a:ext>
            </a:extLst>
          </p:cNvPr>
          <p:cNvCxnSpPr>
            <a:cxnSpLocks/>
          </p:cNvCxnSpPr>
          <p:nvPr/>
        </p:nvCxnSpPr>
        <p:spPr>
          <a:xfrm>
            <a:off x="5427542" y="2897771"/>
            <a:ext cx="488832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F1AC1AE-5103-9A18-4348-A72847EDC975}"/>
              </a:ext>
            </a:extLst>
          </p:cNvPr>
          <p:cNvCxnSpPr>
            <a:cxnSpLocks/>
          </p:cNvCxnSpPr>
          <p:nvPr/>
        </p:nvCxnSpPr>
        <p:spPr>
          <a:xfrm>
            <a:off x="5427542" y="3854452"/>
            <a:ext cx="48883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8530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D29AF-C560-B8D4-C46D-797F9F5D3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519809-0107-FCF3-981F-65981BB1E790}"/>
              </a:ext>
            </a:extLst>
          </p:cNvPr>
          <p:cNvSpPr/>
          <p:nvPr/>
        </p:nvSpPr>
        <p:spPr>
          <a:xfrm>
            <a:off x="708339" y="-106017"/>
            <a:ext cx="7609752" cy="811817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762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335343-4AC3-17E2-40A7-382E51075E24}"/>
              </a:ext>
            </a:extLst>
          </p:cNvPr>
          <p:cNvSpPr/>
          <p:nvPr/>
        </p:nvSpPr>
        <p:spPr>
          <a:xfrm>
            <a:off x="971090" y="192108"/>
            <a:ext cx="7106975" cy="3576681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F9E64D-DAFB-9CA6-79F5-B35B184D5876}"/>
              </a:ext>
            </a:extLst>
          </p:cNvPr>
          <p:cNvSpPr/>
          <p:nvPr/>
        </p:nvSpPr>
        <p:spPr>
          <a:xfrm>
            <a:off x="1189703" y="502506"/>
            <a:ext cx="6697991" cy="2969823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Config Data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ncs:servicepoint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myserv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D9688-D90F-B7BB-A9C0-6B12B73F63C3}"/>
              </a:ext>
            </a:extLst>
          </p:cNvPr>
          <p:cNvSpPr/>
          <p:nvPr/>
        </p:nvSpPr>
        <p:spPr>
          <a:xfrm>
            <a:off x="1406013" y="1134550"/>
            <a:ext cx="6298801" cy="2194238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nano-plan-data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EB38AB-09C0-FFC4-B048-48E8946AF014}"/>
              </a:ext>
            </a:extLst>
          </p:cNvPr>
          <p:cNvSpPr/>
          <p:nvPr/>
        </p:nvSpPr>
        <p:spPr>
          <a:xfrm>
            <a:off x="1605720" y="1597641"/>
            <a:ext cx="5884410" cy="1595381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/>
              <a:t>comp1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B7C02C-BD62-3CA1-6437-4D7A5B109AE6}"/>
              </a:ext>
            </a:extLst>
          </p:cNvPr>
          <p:cNvSpPr/>
          <p:nvPr/>
        </p:nvSpPr>
        <p:spPr>
          <a:xfrm>
            <a:off x="2623930" y="1831362"/>
            <a:ext cx="874644" cy="298174"/>
          </a:xfrm>
          <a:prstGeom prst="ellipse">
            <a:avLst/>
          </a:prstGeom>
          <a:solidFill>
            <a:schemeClr val="accent6">
              <a:alpha val="79827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State 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E588FF-961D-049A-0B4B-F86E8B4F9EDF}"/>
              </a:ext>
            </a:extLst>
          </p:cNvPr>
          <p:cNvSpPr/>
          <p:nvPr/>
        </p:nvSpPr>
        <p:spPr>
          <a:xfrm>
            <a:off x="3886200" y="1831362"/>
            <a:ext cx="874644" cy="298174"/>
          </a:xfrm>
          <a:prstGeom prst="ellipse">
            <a:avLst/>
          </a:prstGeom>
          <a:solidFill>
            <a:schemeClr val="accent6">
              <a:alpha val="79827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State 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A80C74-8CA1-F201-5D93-82283B62399B}"/>
              </a:ext>
            </a:extLst>
          </p:cNvPr>
          <p:cNvSpPr/>
          <p:nvPr/>
        </p:nvSpPr>
        <p:spPr>
          <a:xfrm>
            <a:off x="5148470" y="1831362"/>
            <a:ext cx="874644" cy="298174"/>
          </a:xfrm>
          <a:prstGeom prst="ellipse">
            <a:avLst/>
          </a:prstGeom>
          <a:solidFill>
            <a:schemeClr val="accent6">
              <a:alpha val="79827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State 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1BB8DDA-E6A1-1795-0C88-4DB0676C6523}"/>
              </a:ext>
            </a:extLst>
          </p:cNvPr>
          <p:cNvSpPr/>
          <p:nvPr/>
        </p:nvSpPr>
        <p:spPr>
          <a:xfrm>
            <a:off x="6410740" y="1831362"/>
            <a:ext cx="874644" cy="298174"/>
          </a:xfrm>
          <a:prstGeom prst="ellipse">
            <a:avLst/>
          </a:prstGeom>
          <a:solidFill>
            <a:schemeClr val="accent6">
              <a:alpha val="79827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State 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AC80EA-624B-C132-9F9C-FACEAAD71662}"/>
              </a:ext>
            </a:extLst>
          </p:cNvPr>
          <p:cNvSpPr/>
          <p:nvPr/>
        </p:nvSpPr>
        <p:spPr>
          <a:xfrm>
            <a:off x="3404152" y="2414991"/>
            <a:ext cx="1506312" cy="698520"/>
          </a:xfrm>
          <a:prstGeom prst="rect">
            <a:avLst/>
          </a:prstGeom>
          <a:solidFill>
            <a:srgbClr val="FFC000">
              <a:alpha val="5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Template Service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servicepoint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=“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myserv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”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component=“comp1”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state=“state2”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2D198DE-B2A4-727D-7A59-9259A987C149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3498574" y="1980449"/>
            <a:ext cx="387626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05AF96-E036-BCDA-1A7B-985BCCCC6478}"/>
              </a:ext>
            </a:extLst>
          </p:cNvPr>
          <p:cNvCxnSpPr>
            <a:cxnSpLocks/>
          </p:cNvCxnSpPr>
          <p:nvPr/>
        </p:nvCxnSpPr>
        <p:spPr>
          <a:xfrm>
            <a:off x="4760844" y="1985265"/>
            <a:ext cx="387626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445A3B7-2B2E-BD3C-E9E9-A69A244494CA}"/>
              </a:ext>
            </a:extLst>
          </p:cNvPr>
          <p:cNvCxnSpPr>
            <a:cxnSpLocks/>
          </p:cNvCxnSpPr>
          <p:nvPr/>
        </p:nvCxnSpPr>
        <p:spPr>
          <a:xfrm>
            <a:off x="6023114" y="1980449"/>
            <a:ext cx="387626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774CF2-3D08-5A02-BC74-D896ECDBAD3F}"/>
              </a:ext>
            </a:extLst>
          </p:cNvPr>
          <p:cNvCxnSpPr>
            <a:cxnSpLocks/>
            <a:endCxn id="13" idx="4"/>
          </p:cNvCxnSpPr>
          <p:nvPr/>
        </p:nvCxnSpPr>
        <p:spPr>
          <a:xfrm flipV="1">
            <a:off x="4323522" y="2129536"/>
            <a:ext cx="0" cy="28545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F2A1A00-76FB-5A0D-F9AE-A293D36CC7E8}"/>
              </a:ext>
            </a:extLst>
          </p:cNvPr>
          <p:cNvSpPr/>
          <p:nvPr/>
        </p:nvSpPr>
        <p:spPr>
          <a:xfrm>
            <a:off x="971090" y="3855136"/>
            <a:ext cx="4568273" cy="1766965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Python Daemon</a:t>
            </a: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A8B4E8D-98BD-9BDD-65DB-D4083FD47816}"/>
              </a:ext>
            </a:extLst>
          </p:cNvPr>
          <p:cNvSpPr/>
          <p:nvPr/>
        </p:nvSpPr>
        <p:spPr>
          <a:xfrm>
            <a:off x="1139434" y="4118542"/>
            <a:ext cx="4241319" cy="1338561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register_nano_service_cb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(“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myserv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”, “comp1”, “state1”)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6F2191-F363-6C9A-816C-21531CE65B9C}"/>
              </a:ext>
            </a:extLst>
          </p:cNvPr>
          <p:cNvSpPr/>
          <p:nvPr/>
        </p:nvSpPr>
        <p:spPr>
          <a:xfrm>
            <a:off x="3319421" y="5871516"/>
            <a:ext cx="4568273" cy="1963945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Java Daemon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757459-96C8-7F51-519F-AFF447223D63}"/>
              </a:ext>
            </a:extLst>
          </p:cNvPr>
          <p:cNvSpPr/>
          <p:nvPr/>
        </p:nvSpPr>
        <p:spPr>
          <a:xfrm>
            <a:off x="3487765" y="6185862"/>
            <a:ext cx="4241319" cy="1475288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registerNanoService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(“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myserv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”, “comp1”, “state1”)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E5CE57-B1E8-9F3C-9C1A-2668CF82FC3E}"/>
              </a:ext>
            </a:extLst>
          </p:cNvPr>
          <p:cNvSpPr/>
          <p:nvPr/>
        </p:nvSpPr>
        <p:spPr>
          <a:xfrm>
            <a:off x="1276211" y="4532955"/>
            <a:ext cx="3997901" cy="369695"/>
          </a:xfrm>
          <a:prstGeom prst="rect">
            <a:avLst/>
          </a:prstGeom>
          <a:solidFill>
            <a:srgbClr val="FFC00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cb_nano_create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(self,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tctx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, root, service, component, state,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proplist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4E1048-1F02-2DBA-C621-B0F0563E7750}"/>
              </a:ext>
            </a:extLst>
          </p:cNvPr>
          <p:cNvSpPr/>
          <p:nvPr/>
        </p:nvSpPr>
        <p:spPr>
          <a:xfrm>
            <a:off x="1276210" y="4964201"/>
            <a:ext cx="3997901" cy="369695"/>
          </a:xfrm>
          <a:prstGeom prst="rect">
            <a:avLst/>
          </a:prstGeom>
          <a:solidFill>
            <a:srgbClr val="FFC00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cb_nano_delete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(self,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tctx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, root, service, component, state,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proplist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CA1020-0736-32A1-5EE9-1CEF91D009C7}"/>
              </a:ext>
            </a:extLst>
          </p:cNvPr>
          <p:cNvSpPr/>
          <p:nvPr/>
        </p:nvSpPr>
        <p:spPr>
          <a:xfrm>
            <a:off x="3604606" y="6586045"/>
            <a:ext cx="4013102" cy="956820"/>
          </a:xfrm>
          <a:prstGeom prst="rect">
            <a:avLst/>
          </a:prstGeom>
          <a:solidFill>
            <a:srgbClr val="FFC00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@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NanoServiceCallback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servicePoint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=“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myserv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”, component=“comp1”, state=“state3”,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callType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=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NanoServiceCBType.CREATE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) public Properties create(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NanoServiceContext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context,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NavuNode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service,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NavuNode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ncsRoot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, Properties opaque)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8B1EBA5-911F-C0D8-A9EC-6538E890F449}"/>
              </a:ext>
            </a:extLst>
          </p:cNvPr>
          <p:cNvCxnSpPr>
            <a:cxnSpLocks/>
            <a:stCxn id="26" idx="0"/>
            <a:endCxn id="12" idx="4"/>
          </p:cNvCxnSpPr>
          <p:nvPr/>
        </p:nvCxnSpPr>
        <p:spPr>
          <a:xfrm flipH="1" flipV="1">
            <a:off x="3061252" y="2129536"/>
            <a:ext cx="193975" cy="172560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EA7EC53-8539-F13A-C37E-24AD29B864EA}"/>
              </a:ext>
            </a:extLst>
          </p:cNvPr>
          <p:cNvCxnSpPr>
            <a:cxnSpLocks/>
          </p:cNvCxnSpPr>
          <p:nvPr/>
        </p:nvCxnSpPr>
        <p:spPr>
          <a:xfrm flipH="1" flipV="1">
            <a:off x="5615864" y="2129536"/>
            <a:ext cx="480136" cy="374198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493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21549-4373-E5A3-7DF1-BC1F63D4A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ECA15FB-2C44-A35D-FF90-BE67A8A43ADB}"/>
              </a:ext>
            </a:extLst>
          </p:cNvPr>
          <p:cNvSpPr/>
          <p:nvPr/>
        </p:nvSpPr>
        <p:spPr>
          <a:xfrm>
            <a:off x="2732183" y="1206631"/>
            <a:ext cx="6720289" cy="4456039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942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01A943-6E72-8EE0-D9CB-461D54E132A5}"/>
              </a:ext>
            </a:extLst>
          </p:cNvPr>
          <p:cNvSpPr/>
          <p:nvPr/>
        </p:nvSpPr>
        <p:spPr>
          <a:xfrm>
            <a:off x="3490795" y="1862667"/>
            <a:ext cx="3594382" cy="2747434"/>
          </a:xfrm>
          <a:prstGeom prst="rect">
            <a:avLst/>
          </a:prstGeom>
          <a:solidFill>
            <a:srgbClr val="3FB4E0">
              <a:alpha val="2037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NSO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4004FD-D73B-789C-BFC2-172A7BE122DF}"/>
              </a:ext>
            </a:extLst>
          </p:cNvPr>
          <p:cNvSpPr/>
          <p:nvPr/>
        </p:nvSpPr>
        <p:spPr>
          <a:xfrm>
            <a:off x="7270482" y="1862668"/>
            <a:ext cx="1986024" cy="2747434"/>
          </a:xfrm>
          <a:prstGeom prst="rect">
            <a:avLst/>
          </a:prstGeom>
          <a:solidFill>
            <a:srgbClr val="3FB4E0">
              <a:alpha val="2037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NSO Java VM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49102FC-2EA3-2CCF-69F9-2A81FE570CC1}"/>
              </a:ext>
            </a:extLst>
          </p:cNvPr>
          <p:cNvSpPr/>
          <p:nvPr/>
        </p:nvSpPr>
        <p:spPr>
          <a:xfrm>
            <a:off x="3870922" y="2821416"/>
            <a:ext cx="1579419" cy="1378051"/>
          </a:xfrm>
          <a:prstGeom prst="roundRect">
            <a:avLst/>
          </a:prstGeom>
          <a:solidFill>
            <a:srgbClr val="3FB4E0">
              <a:alpha val="5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CAE9923-A4CC-8047-A695-AD95F474F4EE}"/>
              </a:ext>
            </a:extLst>
          </p:cNvPr>
          <p:cNvSpPr/>
          <p:nvPr/>
        </p:nvSpPr>
        <p:spPr>
          <a:xfrm>
            <a:off x="4236475" y="2915093"/>
            <a:ext cx="789993" cy="1140440"/>
          </a:xfrm>
          <a:prstGeom prst="roundRect">
            <a:avLst/>
          </a:prstGeom>
          <a:solidFill>
            <a:srgbClr val="3FB4E0">
              <a:alpha val="5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AC9FFD-7E81-1CDE-2F1D-BE8094462159}"/>
              </a:ext>
            </a:extLst>
          </p:cNvPr>
          <p:cNvSpPr/>
          <p:nvPr/>
        </p:nvSpPr>
        <p:spPr>
          <a:xfrm>
            <a:off x="4040041" y="2059757"/>
            <a:ext cx="642385" cy="301657"/>
          </a:xfrm>
          <a:prstGeom prst="rect">
            <a:avLst/>
          </a:prstGeom>
          <a:solidFill>
            <a:srgbClr val="3FB4E0">
              <a:alpha val="79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WebUI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33997B-04CA-A8B4-72FB-5CDA11CF9B9C}"/>
              </a:ext>
            </a:extLst>
          </p:cNvPr>
          <p:cNvSpPr/>
          <p:nvPr/>
        </p:nvSpPr>
        <p:spPr>
          <a:xfrm>
            <a:off x="4918081" y="2070954"/>
            <a:ext cx="799796" cy="301657"/>
          </a:xfrm>
          <a:prstGeom prst="rect">
            <a:avLst/>
          </a:prstGeom>
          <a:solidFill>
            <a:srgbClr val="3FB4E0">
              <a:alpha val="79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NETCONF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ABE56E-88C8-5DEE-EAB2-BF4A1A5DB7D1}"/>
              </a:ext>
            </a:extLst>
          </p:cNvPr>
          <p:cNvSpPr/>
          <p:nvPr/>
        </p:nvSpPr>
        <p:spPr>
          <a:xfrm>
            <a:off x="5954225" y="2059756"/>
            <a:ext cx="722917" cy="301657"/>
          </a:xfrm>
          <a:prstGeom prst="rect">
            <a:avLst/>
          </a:prstGeom>
          <a:solidFill>
            <a:srgbClr val="3FB4E0">
              <a:alpha val="79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CLI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F91B20-7259-83F2-C454-33137847AB40}"/>
              </a:ext>
            </a:extLst>
          </p:cNvPr>
          <p:cNvCxnSpPr/>
          <p:nvPr/>
        </p:nvCxnSpPr>
        <p:spPr>
          <a:xfrm>
            <a:off x="4527129" y="1669668"/>
            <a:ext cx="0" cy="39008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F90DE37-22D3-08E5-B215-BF793CD2EE2B}"/>
              </a:ext>
            </a:extLst>
          </p:cNvPr>
          <p:cNvCxnSpPr/>
          <p:nvPr/>
        </p:nvCxnSpPr>
        <p:spPr>
          <a:xfrm>
            <a:off x="5401758" y="1669668"/>
            <a:ext cx="0" cy="39008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9D3DDF-6016-4B41-982C-FEDE16117A67}"/>
              </a:ext>
            </a:extLst>
          </p:cNvPr>
          <p:cNvCxnSpPr/>
          <p:nvPr/>
        </p:nvCxnSpPr>
        <p:spPr>
          <a:xfrm>
            <a:off x="6289119" y="1669668"/>
            <a:ext cx="0" cy="39008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FABCB97-46AB-4E56-ABAE-A46AF67ED1CA}"/>
              </a:ext>
            </a:extLst>
          </p:cNvPr>
          <p:cNvSpPr txBox="1"/>
          <p:nvPr/>
        </p:nvSpPr>
        <p:spPr>
          <a:xfrm>
            <a:off x="6659319" y="2085157"/>
            <a:ext cx="283658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FB4E0"/>
                </a:solidFill>
              </a:rPr>
              <a:t>…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7EEBA8-950E-BB4C-4B0B-FB774D130D41}"/>
              </a:ext>
            </a:extLst>
          </p:cNvPr>
          <p:cNvSpPr txBox="1"/>
          <p:nvPr/>
        </p:nvSpPr>
        <p:spPr>
          <a:xfrm rot="16200000">
            <a:off x="3466442" y="3240274"/>
            <a:ext cx="1378051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Transaction Manager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658A137-907E-2793-0374-DCD3BCA75B58}"/>
              </a:ext>
            </a:extLst>
          </p:cNvPr>
          <p:cNvCxnSpPr/>
          <p:nvPr/>
        </p:nvCxnSpPr>
        <p:spPr>
          <a:xfrm>
            <a:off x="3557813" y="4814406"/>
            <a:ext cx="3452182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Magnetic Disk 33">
            <a:extLst>
              <a:ext uri="{FF2B5EF4-FFF2-40B4-BE49-F238E27FC236}">
                <a16:creationId xmlns:a16="http://schemas.microsoft.com/office/drawing/2014/main" id="{5A1BB476-B193-15A3-1B7C-7913807349ED}"/>
              </a:ext>
            </a:extLst>
          </p:cNvPr>
          <p:cNvSpPr/>
          <p:nvPr/>
        </p:nvSpPr>
        <p:spPr>
          <a:xfrm>
            <a:off x="3709332" y="5113346"/>
            <a:ext cx="618689" cy="292653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4090C9C-EB47-26C3-ED58-975242DBA223}"/>
              </a:ext>
            </a:extLst>
          </p:cNvPr>
          <p:cNvGrpSpPr/>
          <p:nvPr/>
        </p:nvGrpSpPr>
        <p:grpSpPr>
          <a:xfrm>
            <a:off x="3918142" y="5215245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770A1AB-BDB1-B7EE-61A8-2F3C71FDCF0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B162CA3-84AB-44C0-374F-2E78D2C3AB80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80467F4-CA0F-8214-36B9-0BBC2AE65DC2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Magnetic Disk 39">
            <a:extLst>
              <a:ext uri="{FF2B5EF4-FFF2-40B4-BE49-F238E27FC236}">
                <a16:creationId xmlns:a16="http://schemas.microsoft.com/office/drawing/2014/main" id="{CC4F6B28-265F-AA72-B235-3FDED0ED5FB3}"/>
              </a:ext>
            </a:extLst>
          </p:cNvPr>
          <p:cNvSpPr/>
          <p:nvPr/>
        </p:nvSpPr>
        <p:spPr>
          <a:xfrm>
            <a:off x="4756218" y="5114002"/>
            <a:ext cx="669487" cy="292653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32781C1-B833-4405-BB57-526733AE44B0}"/>
              </a:ext>
            </a:extLst>
          </p:cNvPr>
          <p:cNvGrpSpPr/>
          <p:nvPr/>
        </p:nvGrpSpPr>
        <p:grpSpPr>
          <a:xfrm>
            <a:off x="5003421" y="5208298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9C29B09-74D1-CEF7-B29F-DBA9EDF12B93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99F4AEF-A5E3-29F8-D6C6-3B2EE4A15DFE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BE589B79-7732-B0AB-1F5A-BE63790D2510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Magnetic Disk 45">
            <a:extLst>
              <a:ext uri="{FF2B5EF4-FFF2-40B4-BE49-F238E27FC236}">
                <a16:creationId xmlns:a16="http://schemas.microsoft.com/office/drawing/2014/main" id="{08E37A7E-CE3E-7595-B288-02E41A8AE0A3}"/>
              </a:ext>
            </a:extLst>
          </p:cNvPr>
          <p:cNvSpPr/>
          <p:nvPr/>
        </p:nvSpPr>
        <p:spPr>
          <a:xfrm>
            <a:off x="5841768" y="5121147"/>
            <a:ext cx="618687" cy="292653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7E17D92-C17D-F0CB-F5D1-20A5C76A4C73}"/>
              </a:ext>
            </a:extLst>
          </p:cNvPr>
          <p:cNvGrpSpPr/>
          <p:nvPr/>
        </p:nvGrpSpPr>
        <p:grpSpPr>
          <a:xfrm>
            <a:off x="6063571" y="521524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EC7A185-85AE-5F8A-F2F9-8C58F951E4A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EA17457-C43D-86C4-D6F8-6EBD4342F73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AF6ECA6-B4D4-B34C-AE72-C6FF25ED9DB8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A5C2F04-E143-8E61-D392-BE1C4CCD1606}"/>
              </a:ext>
            </a:extLst>
          </p:cNvPr>
          <p:cNvCxnSpPr/>
          <p:nvPr/>
        </p:nvCxnSpPr>
        <p:spPr>
          <a:xfrm>
            <a:off x="5090962" y="4431725"/>
            <a:ext cx="0" cy="41650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2C3CF7C-B752-398D-16E4-06D0460B4FDD}"/>
              </a:ext>
            </a:extLst>
          </p:cNvPr>
          <p:cNvCxnSpPr>
            <a:cxnSpLocks/>
          </p:cNvCxnSpPr>
          <p:nvPr/>
        </p:nvCxnSpPr>
        <p:spPr>
          <a:xfrm>
            <a:off x="5090962" y="4821240"/>
            <a:ext cx="0" cy="29265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35C9462-4CD4-1D24-8D7F-D4FC4DB81683}"/>
              </a:ext>
            </a:extLst>
          </p:cNvPr>
          <p:cNvCxnSpPr>
            <a:cxnSpLocks/>
          </p:cNvCxnSpPr>
          <p:nvPr/>
        </p:nvCxnSpPr>
        <p:spPr>
          <a:xfrm>
            <a:off x="6151112" y="4819774"/>
            <a:ext cx="0" cy="29265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DFF590E-920E-F27C-9923-26C17DF04A1C}"/>
              </a:ext>
            </a:extLst>
          </p:cNvPr>
          <p:cNvCxnSpPr>
            <a:cxnSpLocks/>
          </p:cNvCxnSpPr>
          <p:nvPr/>
        </p:nvCxnSpPr>
        <p:spPr>
          <a:xfrm>
            <a:off x="4005989" y="4819774"/>
            <a:ext cx="0" cy="29265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A46A5841-BADA-3104-59D1-2C33488BC01D}"/>
              </a:ext>
            </a:extLst>
          </p:cNvPr>
          <p:cNvSpPr txBox="1"/>
          <p:nvPr/>
        </p:nvSpPr>
        <p:spPr>
          <a:xfrm>
            <a:off x="3348107" y="4831117"/>
            <a:ext cx="68660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Network</a:t>
            </a:r>
          </a:p>
        </p:txBody>
      </p:sp>
      <p:pic>
        <p:nvPicPr>
          <p:cNvPr id="66" name="Graphic 65" descr="Monitor with solid fill">
            <a:extLst>
              <a:ext uri="{FF2B5EF4-FFF2-40B4-BE49-F238E27FC236}">
                <a16:creationId xmlns:a16="http://schemas.microsoft.com/office/drawing/2014/main" id="{170ED64F-A4DD-645C-3E71-EFA812534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5682" y="1362177"/>
            <a:ext cx="594471" cy="594471"/>
          </a:xfrm>
          <a:prstGeom prst="rect">
            <a:avLst/>
          </a:prstGeom>
          <a:effectLst/>
        </p:spPr>
      </p:pic>
      <p:pic>
        <p:nvPicPr>
          <p:cNvPr id="67" name="Graphic 66" descr="Monitor with solid fill">
            <a:extLst>
              <a:ext uri="{FF2B5EF4-FFF2-40B4-BE49-F238E27FC236}">
                <a16:creationId xmlns:a16="http://schemas.microsoft.com/office/drawing/2014/main" id="{2E7300A0-5C12-765E-147A-AF55C5F6A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9537" y="1356813"/>
            <a:ext cx="594471" cy="594471"/>
          </a:xfrm>
          <a:prstGeom prst="rect">
            <a:avLst/>
          </a:prstGeom>
          <a:effectLst/>
        </p:spPr>
      </p:pic>
      <p:pic>
        <p:nvPicPr>
          <p:cNvPr id="68" name="Graphic 67" descr="Monitor with solid fill">
            <a:extLst>
              <a:ext uri="{FF2B5EF4-FFF2-40B4-BE49-F238E27FC236}">
                <a16:creationId xmlns:a16="http://schemas.microsoft.com/office/drawing/2014/main" id="{947B08EF-150F-6E58-A113-92711EA62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8921" y="1351446"/>
            <a:ext cx="594471" cy="594471"/>
          </a:xfrm>
          <a:prstGeom prst="rect">
            <a:avLst/>
          </a:prstGeom>
          <a:effectLst/>
        </p:spPr>
      </p:pic>
      <p:sp>
        <p:nvSpPr>
          <p:cNvPr id="69" name="Snip Single Corner Rectangle 68">
            <a:extLst>
              <a:ext uri="{FF2B5EF4-FFF2-40B4-BE49-F238E27FC236}">
                <a16:creationId xmlns:a16="http://schemas.microsoft.com/office/drawing/2014/main" id="{86B7C8EF-C9C1-97FA-7DC8-883A8544CEA4}"/>
              </a:ext>
            </a:extLst>
          </p:cNvPr>
          <p:cNvSpPr/>
          <p:nvPr/>
        </p:nvSpPr>
        <p:spPr>
          <a:xfrm>
            <a:off x="7427162" y="2269823"/>
            <a:ext cx="1729656" cy="2161902"/>
          </a:xfrm>
          <a:prstGeom prst="snip1Rect">
            <a:avLst/>
          </a:prstGeom>
          <a:solidFill>
            <a:srgbClr val="3FB4E0">
              <a:alpha val="8030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Application Components</a:t>
            </a: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Using Java CDB API to subscribe on data changes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26B8EAC-07A2-A926-B69D-ECABEB554041}"/>
              </a:ext>
            </a:extLst>
          </p:cNvPr>
          <p:cNvSpPr/>
          <p:nvPr/>
        </p:nvSpPr>
        <p:spPr>
          <a:xfrm>
            <a:off x="7599867" y="2731034"/>
            <a:ext cx="552659" cy="481630"/>
          </a:xfrm>
          <a:prstGeom prst="rect">
            <a:avLst/>
          </a:prstGeom>
          <a:solidFill>
            <a:srgbClr val="FFC000">
              <a:alpha val="7981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FF7239E-1285-C3E7-E444-256850E4101A}"/>
              </a:ext>
            </a:extLst>
          </p:cNvPr>
          <p:cNvSpPr/>
          <p:nvPr/>
        </p:nvSpPr>
        <p:spPr>
          <a:xfrm>
            <a:off x="7744019" y="2831191"/>
            <a:ext cx="264353" cy="268687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5E88BB4-803A-BDC2-6329-EE399293E79A}"/>
              </a:ext>
            </a:extLst>
          </p:cNvPr>
          <p:cNvCxnSpPr>
            <a:cxnSpLocks/>
            <a:stCxn id="13" idx="4"/>
            <a:endCxn id="71" idx="2"/>
          </p:cNvCxnSpPr>
          <p:nvPr/>
        </p:nvCxnSpPr>
        <p:spPr>
          <a:xfrm flipV="1">
            <a:off x="6422870" y="2965535"/>
            <a:ext cx="1321149" cy="55300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3AE10A4-C017-59EB-AE30-4568B512B479}"/>
              </a:ext>
            </a:extLst>
          </p:cNvPr>
          <p:cNvSpPr/>
          <p:nvPr/>
        </p:nvSpPr>
        <p:spPr>
          <a:xfrm>
            <a:off x="2928893" y="3158708"/>
            <a:ext cx="751126" cy="376512"/>
          </a:xfrm>
          <a:prstGeom prst="rect">
            <a:avLst/>
          </a:prstGeom>
          <a:solidFill>
            <a:srgbClr val="FFC000">
              <a:alpha val="8035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A</a:t>
            </a:r>
          </a:p>
        </p:txBody>
      </p:sp>
      <p:sp>
        <p:nvSpPr>
          <p:cNvPr id="2" name="Right Bracket 1">
            <a:extLst>
              <a:ext uri="{FF2B5EF4-FFF2-40B4-BE49-F238E27FC236}">
                <a16:creationId xmlns:a16="http://schemas.microsoft.com/office/drawing/2014/main" id="{EE7E62A2-8C59-CCD0-A940-BA6F276B0CE8}"/>
              </a:ext>
            </a:extLst>
          </p:cNvPr>
          <p:cNvSpPr/>
          <p:nvPr/>
        </p:nvSpPr>
        <p:spPr>
          <a:xfrm>
            <a:off x="3485349" y="3130550"/>
            <a:ext cx="223983" cy="434975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2C8C45-9D50-8BEC-C7A9-14E04AC322AE}"/>
              </a:ext>
            </a:extLst>
          </p:cNvPr>
          <p:cNvSpPr/>
          <p:nvPr/>
        </p:nvSpPr>
        <p:spPr>
          <a:xfrm>
            <a:off x="3676100" y="2578357"/>
            <a:ext cx="2829724" cy="481630"/>
          </a:xfrm>
          <a:prstGeom prst="rect">
            <a:avLst/>
          </a:prstGeom>
          <a:solidFill>
            <a:srgbClr val="3FB4E0">
              <a:alpha val="6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Courier New" panose="02070309020205020404" pitchFamily="49" charset="0"/>
              </a:rPr>
              <a:t>Service Manager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81E379-3BD2-91A7-3C79-EC733A2C57B3}"/>
              </a:ext>
            </a:extLst>
          </p:cNvPr>
          <p:cNvSpPr/>
          <p:nvPr/>
        </p:nvSpPr>
        <p:spPr>
          <a:xfrm>
            <a:off x="3676100" y="3950095"/>
            <a:ext cx="2829724" cy="481630"/>
          </a:xfrm>
          <a:prstGeom prst="rect">
            <a:avLst/>
          </a:prstGeom>
          <a:solidFill>
            <a:srgbClr val="3FB4E0">
              <a:alpha val="6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Courier New" panose="02070309020205020404" pitchFamily="49" charset="0"/>
              </a:rPr>
              <a:t>Service Manager</a:t>
            </a:r>
          </a:p>
        </p:txBody>
      </p:sp>
      <p:sp>
        <p:nvSpPr>
          <p:cNvPr id="13" name="Can 12">
            <a:extLst>
              <a:ext uri="{FF2B5EF4-FFF2-40B4-BE49-F238E27FC236}">
                <a16:creationId xmlns:a16="http://schemas.microsoft.com/office/drawing/2014/main" id="{6AEB480F-18D8-3C89-0685-42BE2E8622E2}"/>
              </a:ext>
            </a:extLst>
          </p:cNvPr>
          <p:cNvSpPr/>
          <p:nvPr/>
        </p:nvSpPr>
        <p:spPr>
          <a:xfrm>
            <a:off x="5165794" y="2915093"/>
            <a:ext cx="1257076" cy="1206891"/>
          </a:xfrm>
          <a:prstGeom prst="can">
            <a:avLst/>
          </a:prstGeom>
          <a:solidFill>
            <a:srgbClr val="3FB4E0">
              <a:alpha val="8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4E0A2A-09A0-D19C-EC5E-5DB453E70F26}"/>
              </a:ext>
            </a:extLst>
          </p:cNvPr>
          <p:cNvSpPr/>
          <p:nvPr/>
        </p:nvSpPr>
        <p:spPr>
          <a:xfrm>
            <a:off x="4935047" y="1451345"/>
            <a:ext cx="466709" cy="302850"/>
          </a:xfrm>
          <a:prstGeom prst="rect">
            <a:avLst/>
          </a:prstGeom>
          <a:solidFill>
            <a:srgbClr val="3FB4E0">
              <a:alpha val="59848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986670-C8E7-01F6-2770-7574D7FD060C}"/>
              </a:ext>
            </a:extLst>
          </p:cNvPr>
          <p:cNvSpPr/>
          <p:nvPr/>
        </p:nvSpPr>
        <p:spPr>
          <a:xfrm>
            <a:off x="5835140" y="1460143"/>
            <a:ext cx="466709" cy="302850"/>
          </a:xfrm>
          <a:prstGeom prst="rect">
            <a:avLst/>
          </a:prstGeom>
          <a:solidFill>
            <a:srgbClr val="3FB4E0">
              <a:alpha val="59848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84C77A-986B-6CAD-240A-6A6BFFD795A2}"/>
              </a:ext>
            </a:extLst>
          </p:cNvPr>
          <p:cNvSpPr/>
          <p:nvPr/>
        </p:nvSpPr>
        <p:spPr>
          <a:xfrm>
            <a:off x="4067537" y="1467271"/>
            <a:ext cx="466709" cy="302850"/>
          </a:xfrm>
          <a:prstGeom prst="rect">
            <a:avLst/>
          </a:prstGeom>
          <a:solidFill>
            <a:srgbClr val="3FB4E0">
              <a:alpha val="59848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741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5E4EA6-B04A-C2B1-7992-EC1370C4C88E}"/>
              </a:ext>
            </a:extLst>
          </p:cNvPr>
          <p:cNvSpPr/>
          <p:nvPr/>
        </p:nvSpPr>
        <p:spPr>
          <a:xfrm>
            <a:off x="3591696" y="1091381"/>
            <a:ext cx="6229379" cy="412463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144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70257E-1AA0-21BB-9E22-B253E98A94BC}"/>
              </a:ext>
            </a:extLst>
          </p:cNvPr>
          <p:cNvSpPr/>
          <p:nvPr/>
        </p:nvSpPr>
        <p:spPr>
          <a:xfrm>
            <a:off x="6053923" y="1265275"/>
            <a:ext cx="3573553" cy="3763926"/>
          </a:xfrm>
          <a:prstGeom prst="rect">
            <a:avLst/>
          </a:prstGeom>
          <a:solidFill>
            <a:srgbClr val="3FB4E0">
              <a:alpha val="2008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9503AF-C0DA-B88C-9A71-B1FF0AF893E1}"/>
              </a:ext>
            </a:extLst>
          </p:cNvPr>
          <p:cNvSpPr/>
          <p:nvPr/>
        </p:nvSpPr>
        <p:spPr>
          <a:xfrm>
            <a:off x="6309360" y="1796902"/>
            <a:ext cx="3112103" cy="1308422"/>
          </a:xfrm>
          <a:prstGeom prst="rect">
            <a:avLst/>
          </a:prstGeom>
          <a:solidFill>
            <a:srgbClr val="3FB4E0">
              <a:alpha val="4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YANG Service Models	Service Manager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677261-A915-244F-71F3-B45BC31E877D}"/>
              </a:ext>
            </a:extLst>
          </p:cNvPr>
          <p:cNvSpPr/>
          <p:nvPr/>
        </p:nvSpPr>
        <p:spPr>
          <a:xfrm>
            <a:off x="6309360" y="3368324"/>
            <a:ext cx="3112103" cy="1308422"/>
          </a:xfrm>
          <a:prstGeom prst="rect">
            <a:avLst/>
          </a:prstGeom>
          <a:solidFill>
            <a:srgbClr val="3FB4E0">
              <a:alpha val="4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00" dirty="0">
                <a:solidFill>
                  <a:schemeClr val="bg1"/>
                </a:solidFill>
              </a:rPr>
              <a:t>YANG Device Models	  Device Manager</a:t>
            </a:r>
          </a:p>
        </p:txBody>
      </p:sp>
      <p:sp>
        <p:nvSpPr>
          <p:cNvPr id="60" name="Can 59">
            <a:extLst>
              <a:ext uri="{FF2B5EF4-FFF2-40B4-BE49-F238E27FC236}">
                <a16:creationId xmlns:a16="http://schemas.microsoft.com/office/drawing/2014/main" id="{CE2CF790-0271-A58F-C90B-D834738E36B5}"/>
              </a:ext>
            </a:extLst>
          </p:cNvPr>
          <p:cNvSpPr/>
          <p:nvPr/>
        </p:nvSpPr>
        <p:spPr>
          <a:xfrm>
            <a:off x="7127874" y="2122714"/>
            <a:ext cx="1563543" cy="2171699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70CF73-3668-23CD-5A04-096A875A117C}"/>
              </a:ext>
            </a:extLst>
          </p:cNvPr>
          <p:cNvSpPr/>
          <p:nvPr/>
        </p:nvSpPr>
        <p:spPr>
          <a:xfrm>
            <a:off x="7520755" y="2727174"/>
            <a:ext cx="254364" cy="343750"/>
          </a:xfrm>
          <a:prstGeom prst="rect">
            <a:avLst/>
          </a:prstGeom>
          <a:solidFill>
            <a:srgbClr val="FFC000">
              <a:alpha val="80000"/>
            </a:srgbClr>
          </a:solidFill>
          <a:ln w="0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D25D2DA-151F-ABE6-1F00-974E8B2D089A}"/>
              </a:ext>
            </a:extLst>
          </p:cNvPr>
          <p:cNvSpPr/>
          <p:nvPr/>
        </p:nvSpPr>
        <p:spPr>
          <a:xfrm>
            <a:off x="7476506" y="2681983"/>
            <a:ext cx="254364" cy="343750"/>
          </a:xfrm>
          <a:prstGeom prst="rect">
            <a:avLst/>
          </a:prstGeom>
          <a:solidFill>
            <a:srgbClr val="FFC000">
              <a:alpha val="80000"/>
            </a:srgbClr>
          </a:solidFill>
          <a:ln w="0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7C2454-58EA-50C3-9B28-F7C5A4FF6C2A}"/>
              </a:ext>
            </a:extLst>
          </p:cNvPr>
          <p:cNvSpPr/>
          <p:nvPr/>
        </p:nvSpPr>
        <p:spPr>
          <a:xfrm>
            <a:off x="7426896" y="2641472"/>
            <a:ext cx="254364" cy="343750"/>
          </a:xfrm>
          <a:prstGeom prst="rect">
            <a:avLst/>
          </a:prstGeom>
          <a:solidFill>
            <a:srgbClr val="FFC000">
              <a:alpha val="80000"/>
            </a:srgbClr>
          </a:solidFill>
          <a:ln w="0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224564-21B7-E0E6-B1BF-10D33D7D609E}"/>
              </a:ext>
            </a:extLst>
          </p:cNvPr>
          <p:cNvSpPr/>
          <p:nvPr/>
        </p:nvSpPr>
        <p:spPr>
          <a:xfrm>
            <a:off x="7470810" y="2791294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764723-58C7-31E5-7FB7-EABF98280A43}"/>
              </a:ext>
            </a:extLst>
          </p:cNvPr>
          <p:cNvSpPr/>
          <p:nvPr/>
        </p:nvSpPr>
        <p:spPr>
          <a:xfrm>
            <a:off x="7548482" y="2693308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A39877-1133-58A7-5DCA-FF38B6502FE8}"/>
              </a:ext>
            </a:extLst>
          </p:cNvPr>
          <p:cNvSpPr/>
          <p:nvPr/>
        </p:nvSpPr>
        <p:spPr>
          <a:xfrm>
            <a:off x="7530648" y="2791294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A5EC6FF-8CCA-348F-0ABF-456D9FDE6DBA}"/>
              </a:ext>
            </a:extLst>
          </p:cNvPr>
          <p:cNvSpPr/>
          <p:nvPr/>
        </p:nvSpPr>
        <p:spPr>
          <a:xfrm>
            <a:off x="7481766" y="2882901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6943755-6FF8-D5C8-23D1-DE6200F380E6}"/>
              </a:ext>
            </a:extLst>
          </p:cNvPr>
          <p:cNvCxnSpPr>
            <a:cxnSpLocks/>
            <a:stCxn id="11" idx="7"/>
            <a:endCxn id="12" idx="3"/>
          </p:cNvCxnSpPr>
          <p:nvPr/>
        </p:nvCxnSpPr>
        <p:spPr>
          <a:xfrm flipV="1">
            <a:off x="7499598" y="2722214"/>
            <a:ext cx="53823" cy="74040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555E2DD-B29E-62EB-CDC2-CE353538AE96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7547513" y="2731249"/>
            <a:ext cx="18350" cy="60046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59C8FF7-F3A2-9CA5-F906-007DE21BDEE2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7582210" y="2710241"/>
            <a:ext cx="31049" cy="81406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B2D8EAE-0611-EA82-718A-4D47C70A3A0F}"/>
              </a:ext>
            </a:extLst>
          </p:cNvPr>
          <p:cNvSpPr/>
          <p:nvPr/>
        </p:nvSpPr>
        <p:spPr>
          <a:xfrm>
            <a:off x="7596394" y="2790196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FA7A13A-5B7C-41CF-79CB-B13991AFEF43}"/>
              </a:ext>
            </a:extLst>
          </p:cNvPr>
          <p:cNvSpPr/>
          <p:nvPr/>
        </p:nvSpPr>
        <p:spPr>
          <a:xfrm>
            <a:off x="7571349" y="2886155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18DF255-5360-8B50-EA00-735EC74F9AB7}"/>
              </a:ext>
            </a:extLst>
          </p:cNvPr>
          <p:cNvCxnSpPr>
            <a:cxnSpLocks/>
            <a:endCxn id="14" idx="7"/>
          </p:cNvCxnSpPr>
          <p:nvPr/>
        </p:nvCxnSpPr>
        <p:spPr>
          <a:xfrm flipH="1">
            <a:off x="7510555" y="2820706"/>
            <a:ext cx="30217" cy="67155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3F11ADD-8496-8C8F-A539-B9E53BAA3D03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7554462" y="2816603"/>
            <a:ext cx="21826" cy="74512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1AB3C7F3-36D4-4435-427A-33DE1D61540A}"/>
              </a:ext>
            </a:extLst>
          </p:cNvPr>
          <p:cNvSpPr/>
          <p:nvPr/>
        </p:nvSpPr>
        <p:spPr>
          <a:xfrm>
            <a:off x="7492415" y="3664658"/>
            <a:ext cx="282702" cy="359158"/>
          </a:xfrm>
          <a:prstGeom prst="rect">
            <a:avLst/>
          </a:prstGeom>
          <a:solidFill>
            <a:schemeClr val="accent2">
              <a:alpha val="80000"/>
            </a:schemeClr>
          </a:solidFill>
          <a:ln w="0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04E6553-727E-6BAE-6D07-2DA33B674534}"/>
              </a:ext>
            </a:extLst>
          </p:cNvPr>
          <p:cNvSpPr/>
          <p:nvPr/>
        </p:nvSpPr>
        <p:spPr>
          <a:xfrm>
            <a:off x="7437279" y="3622331"/>
            <a:ext cx="282702" cy="359158"/>
          </a:xfrm>
          <a:prstGeom prst="rect">
            <a:avLst/>
          </a:prstGeom>
          <a:solidFill>
            <a:schemeClr val="accent2">
              <a:alpha val="80000"/>
            </a:schemeClr>
          </a:solidFill>
          <a:ln w="0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BD8436C-86A6-47B5-07A6-526ECF7C2439}"/>
              </a:ext>
            </a:extLst>
          </p:cNvPr>
          <p:cNvSpPr/>
          <p:nvPr/>
        </p:nvSpPr>
        <p:spPr>
          <a:xfrm>
            <a:off x="7486084" y="3778869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1F84E96-E017-4117-28C0-2C027F58E1B3}"/>
              </a:ext>
            </a:extLst>
          </p:cNvPr>
          <p:cNvSpPr/>
          <p:nvPr/>
        </p:nvSpPr>
        <p:spPr>
          <a:xfrm>
            <a:off x="7572410" y="3676491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9FEC9F2-4772-96F1-9F59-B20D2A27A862}"/>
              </a:ext>
            </a:extLst>
          </p:cNvPr>
          <p:cNvSpPr/>
          <p:nvPr/>
        </p:nvSpPr>
        <p:spPr>
          <a:xfrm>
            <a:off x="7552590" y="3778869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8F39797-F134-5023-AAB1-EED459380C57}"/>
              </a:ext>
            </a:extLst>
          </p:cNvPr>
          <p:cNvSpPr/>
          <p:nvPr/>
        </p:nvSpPr>
        <p:spPr>
          <a:xfrm>
            <a:off x="7498262" y="3874582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EEC5263-68E3-386A-5091-5C1E8EF9796E}"/>
              </a:ext>
            </a:extLst>
          </p:cNvPr>
          <p:cNvCxnSpPr>
            <a:cxnSpLocks/>
            <a:stCxn id="48" idx="7"/>
            <a:endCxn id="49" idx="3"/>
          </p:cNvCxnSpPr>
          <p:nvPr/>
        </p:nvCxnSpPr>
        <p:spPr>
          <a:xfrm flipV="1">
            <a:off x="7518081" y="3706692"/>
            <a:ext cx="59819" cy="77359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8AFF0FE-2C13-51A1-8295-D5C8BB977A4C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7571333" y="3716132"/>
            <a:ext cx="20394" cy="62737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2B863D0-8F73-2838-6765-617653B0EE65}"/>
              </a:ext>
            </a:extLst>
          </p:cNvPr>
          <p:cNvCxnSpPr>
            <a:cxnSpLocks/>
            <a:stCxn id="49" idx="6"/>
          </p:cNvCxnSpPr>
          <p:nvPr/>
        </p:nvCxnSpPr>
        <p:spPr>
          <a:xfrm>
            <a:off x="7609896" y="3694183"/>
            <a:ext cx="34508" cy="85055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C42F2A85-A536-7EE2-C04B-EAAF26805563}"/>
              </a:ext>
            </a:extLst>
          </p:cNvPr>
          <p:cNvSpPr/>
          <p:nvPr/>
        </p:nvSpPr>
        <p:spPr>
          <a:xfrm>
            <a:off x="7625660" y="3777721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9587A7C-90C4-7900-BD9E-E48F0A560C79}"/>
              </a:ext>
            </a:extLst>
          </p:cNvPr>
          <p:cNvSpPr/>
          <p:nvPr/>
        </p:nvSpPr>
        <p:spPr>
          <a:xfrm>
            <a:off x="7597824" y="3877981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4307458-0594-317E-F1D8-57333C061380}"/>
              </a:ext>
            </a:extLst>
          </p:cNvPr>
          <p:cNvCxnSpPr>
            <a:cxnSpLocks/>
            <a:endCxn id="51" idx="7"/>
          </p:cNvCxnSpPr>
          <p:nvPr/>
        </p:nvCxnSpPr>
        <p:spPr>
          <a:xfrm flipH="1">
            <a:off x="7530258" y="3809599"/>
            <a:ext cx="33584" cy="70165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33B2D4A-F75B-A3D2-6DFD-1FB68F8FBCC9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7579056" y="3805312"/>
            <a:ext cx="24258" cy="77852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37A91E9-004F-A863-BA80-A7B573633AEB}"/>
              </a:ext>
            </a:extLst>
          </p:cNvPr>
          <p:cNvSpPr/>
          <p:nvPr/>
        </p:nvSpPr>
        <p:spPr>
          <a:xfrm>
            <a:off x="5370546" y="2030229"/>
            <a:ext cx="841030" cy="967346"/>
          </a:xfrm>
          <a:prstGeom prst="rect">
            <a:avLst/>
          </a:prstGeom>
          <a:solidFill>
            <a:srgbClr val="FFC000">
              <a:alpha val="80000"/>
            </a:srgbClr>
          </a:solidFill>
          <a:ln w="254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A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DFF0E95-30AB-71B0-3ADF-FEBD9A8B7C09}"/>
              </a:ext>
            </a:extLst>
          </p:cNvPr>
          <p:cNvSpPr/>
          <p:nvPr/>
        </p:nvSpPr>
        <p:spPr>
          <a:xfrm>
            <a:off x="5370544" y="3235525"/>
            <a:ext cx="841029" cy="940395"/>
          </a:xfrm>
          <a:prstGeom prst="rect">
            <a:avLst/>
          </a:prstGeom>
          <a:solidFill>
            <a:schemeClr val="accent2">
              <a:alpha val="80000"/>
            </a:schemeClr>
          </a:solidFill>
          <a:ln w="254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B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 1</a:t>
            </a:r>
          </a:p>
        </p:txBody>
      </p:sp>
      <p:sp>
        <p:nvSpPr>
          <p:cNvPr id="63" name="Right Bracket 62">
            <a:extLst>
              <a:ext uri="{FF2B5EF4-FFF2-40B4-BE49-F238E27FC236}">
                <a16:creationId xmlns:a16="http://schemas.microsoft.com/office/drawing/2014/main" id="{0E632EF0-5519-D3D6-0D06-0166FB50B43E}"/>
              </a:ext>
            </a:extLst>
          </p:cNvPr>
          <p:cNvSpPr/>
          <p:nvPr/>
        </p:nvSpPr>
        <p:spPr>
          <a:xfrm>
            <a:off x="6053923" y="2008963"/>
            <a:ext cx="183591" cy="1016769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4" name="Right Bracket 63">
            <a:extLst>
              <a:ext uri="{FF2B5EF4-FFF2-40B4-BE49-F238E27FC236}">
                <a16:creationId xmlns:a16="http://schemas.microsoft.com/office/drawing/2014/main" id="{F7F2743D-05DD-4718-5A95-F6F3ACF0CDF4}"/>
              </a:ext>
            </a:extLst>
          </p:cNvPr>
          <p:cNvSpPr/>
          <p:nvPr/>
        </p:nvSpPr>
        <p:spPr>
          <a:xfrm>
            <a:off x="6053923" y="3217118"/>
            <a:ext cx="185443" cy="987525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B976B31-3C11-E97E-69C3-3306427DEEE2}"/>
              </a:ext>
            </a:extLst>
          </p:cNvPr>
          <p:cNvSpPr/>
          <p:nvPr/>
        </p:nvSpPr>
        <p:spPr>
          <a:xfrm>
            <a:off x="5441380" y="2659024"/>
            <a:ext cx="677371" cy="183839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Callback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08136D4-D26E-B7B0-83C5-96D3D096F70F}"/>
              </a:ext>
            </a:extLst>
          </p:cNvPr>
          <p:cNvSpPr/>
          <p:nvPr/>
        </p:nvSpPr>
        <p:spPr>
          <a:xfrm>
            <a:off x="5431390" y="3846777"/>
            <a:ext cx="677371" cy="183839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NED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67C181D-28A6-5F1C-C65F-BD887A74D359}"/>
              </a:ext>
            </a:extLst>
          </p:cNvPr>
          <p:cNvSpPr/>
          <p:nvPr/>
        </p:nvSpPr>
        <p:spPr>
          <a:xfrm>
            <a:off x="3797027" y="1641987"/>
            <a:ext cx="1350914" cy="2884746"/>
          </a:xfrm>
          <a:prstGeom prst="rect">
            <a:avLst/>
          </a:prstGeom>
          <a:solidFill>
            <a:srgbClr val="3FB4E0">
              <a:alpha val="1979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./packages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38C8020-B1D6-C2F6-D0D1-2B052D4E43CE}"/>
              </a:ext>
            </a:extLst>
          </p:cNvPr>
          <p:cNvSpPr/>
          <p:nvPr/>
        </p:nvSpPr>
        <p:spPr>
          <a:xfrm>
            <a:off x="4604143" y="2030229"/>
            <a:ext cx="414830" cy="2402722"/>
          </a:xfrm>
          <a:prstGeom prst="rect">
            <a:avLst/>
          </a:prstGeom>
          <a:solidFill>
            <a:srgbClr val="3FB4E0">
              <a:alpha val="3013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F5AC240-DBCD-C001-C7AC-B62139D7D1E3}"/>
              </a:ext>
            </a:extLst>
          </p:cNvPr>
          <p:cNvSpPr/>
          <p:nvPr/>
        </p:nvSpPr>
        <p:spPr>
          <a:xfrm>
            <a:off x="3935772" y="2122714"/>
            <a:ext cx="808210" cy="1021779"/>
          </a:xfrm>
          <a:prstGeom prst="rect">
            <a:avLst/>
          </a:prstGeom>
          <a:solidFill>
            <a:srgbClr val="FFC000">
              <a:alpha val="80000"/>
            </a:srgbClr>
          </a:solidFill>
          <a:ln w="254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A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116E8BE-D258-A37D-952B-0B9F07B2057E}"/>
              </a:ext>
            </a:extLst>
          </p:cNvPr>
          <p:cNvSpPr/>
          <p:nvPr/>
        </p:nvSpPr>
        <p:spPr>
          <a:xfrm>
            <a:off x="3935771" y="3365799"/>
            <a:ext cx="808210" cy="940395"/>
          </a:xfrm>
          <a:prstGeom prst="rect">
            <a:avLst/>
          </a:prstGeom>
          <a:solidFill>
            <a:schemeClr val="accent2">
              <a:alpha val="80000"/>
            </a:schemeClr>
          </a:solidFill>
          <a:ln w="254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B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 2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FF073CA-3794-C328-877A-87CA0B5B96C0}"/>
              </a:ext>
            </a:extLst>
          </p:cNvPr>
          <p:cNvSpPr/>
          <p:nvPr/>
        </p:nvSpPr>
        <p:spPr>
          <a:xfrm>
            <a:off x="3995541" y="2652190"/>
            <a:ext cx="677371" cy="183839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Callback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9D7CFBA-F1F4-60FA-2A10-7873EC089BAF}"/>
              </a:ext>
            </a:extLst>
          </p:cNvPr>
          <p:cNvSpPr/>
          <p:nvPr/>
        </p:nvSpPr>
        <p:spPr>
          <a:xfrm>
            <a:off x="3995541" y="3850633"/>
            <a:ext cx="677371" cy="183839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NED</a:t>
            </a:r>
          </a:p>
        </p:txBody>
      </p:sp>
      <p:sp>
        <p:nvSpPr>
          <p:cNvPr id="77" name="Right Bracket 76">
            <a:extLst>
              <a:ext uri="{FF2B5EF4-FFF2-40B4-BE49-F238E27FC236}">
                <a16:creationId xmlns:a16="http://schemas.microsoft.com/office/drawing/2014/main" id="{CB48E715-04C2-987D-7627-36A43ECB7A9D}"/>
              </a:ext>
            </a:extLst>
          </p:cNvPr>
          <p:cNvSpPr/>
          <p:nvPr/>
        </p:nvSpPr>
        <p:spPr>
          <a:xfrm>
            <a:off x="4597792" y="2100060"/>
            <a:ext cx="162538" cy="1059834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8" name="Right Bracket 77">
            <a:extLst>
              <a:ext uri="{FF2B5EF4-FFF2-40B4-BE49-F238E27FC236}">
                <a16:creationId xmlns:a16="http://schemas.microsoft.com/office/drawing/2014/main" id="{6265727B-3560-8023-0815-9EA1FD776453}"/>
              </a:ext>
            </a:extLst>
          </p:cNvPr>
          <p:cNvSpPr/>
          <p:nvPr/>
        </p:nvSpPr>
        <p:spPr>
          <a:xfrm>
            <a:off x="4600104" y="3340100"/>
            <a:ext cx="166209" cy="993775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80DDE26-2107-8317-CF07-D073ACA00243}"/>
              </a:ext>
            </a:extLst>
          </p:cNvPr>
          <p:cNvSpPr/>
          <p:nvPr/>
        </p:nvSpPr>
        <p:spPr>
          <a:xfrm>
            <a:off x="3995541" y="2868437"/>
            <a:ext cx="677371" cy="183839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Upgrade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AA7C38A-314B-D878-DA50-416B432BB2C2}"/>
              </a:ext>
            </a:extLst>
          </p:cNvPr>
          <p:cNvSpPr/>
          <p:nvPr/>
        </p:nvSpPr>
        <p:spPr>
          <a:xfrm>
            <a:off x="3995541" y="4065668"/>
            <a:ext cx="677371" cy="183839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Upgrade</a:t>
            </a:r>
          </a:p>
        </p:txBody>
      </p:sp>
    </p:spTree>
    <p:extLst>
      <p:ext uri="{BB962C8B-B14F-4D97-AF65-F5344CB8AC3E}">
        <p14:creationId xmlns:p14="http://schemas.microsoft.com/office/powerpoint/2010/main" val="29593763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6023F-9EA4-2982-BC3A-F77CD1EAF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1134CA1A-E2C9-7C8A-27E5-4D227DDC4FB5}"/>
              </a:ext>
            </a:extLst>
          </p:cNvPr>
          <p:cNvSpPr/>
          <p:nvPr/>
        </p:nvSpPr>
        <p:spPr>
          <a:xfrm>
            <a:off x="3375709" y="1709952"/>
            <a:ext cx="1339264" cy="2804241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./packages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69EACA1-1CC7-E68E-67CC-DC7A4001AEA0}"/>
              </a:ext>
            </a:extLst>
          </p:cNvPr>
          <p:cNvSpPr/>
          <p:nvPr/>
        </p:nvSpPr>
        <p:spPr>
          <a:xfrm>
            <a:off x="4160116" y="2030229"/>
            <a:ext cx="431304" cy="2399880"/>
          </a:xfrm>
          <a:prstGeom prst="rect">
            <a:avLst/>
          </a:prstGeom>
          <a:solidFill>
            <a:srgbClr val="3FB4E0">
              <a:alpha val="4958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7AC6A0-2534-6BF6-1A16-47ECA617B101}"/>
              </a:ext>
            </a:extLst>
          </p:cNvPr>
          <p:cNvSpPr/>
          <p:nvPr/>
        </p:nvSpPr>
        <p:spPr>
          <a:xfrm>
            <a:off x="3182950" y="1091381"/>
            <a:ext cx="6624165" cy="3934329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967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5C7667-B2EB-47E7-C23E-BF6511A68C2A}"/>
              </a:ext>
            </a:extLst>
          </p:cNvPr>
          <p:cNvSpPr/>
          <p:nvPr/>
        </p:nvSpPr>
        <p:spPr>
          <a:xfrm>
            <a:off x="6039857" y="1265275"/>
            <a:ext cx="3587620" cy="3577017"/>
          </a:xfrm>
          <a:prstGeom prst="rect">
            <a:avLst/>
          </a:prstGeom>
          <a:solidFill>
            <a:srgbClr val="3FB4E0">
              <a:alpha val="2018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B04CB2-2B79-E69B-D637-70750854E4D2}"/>
              </a:ext>
            </a:extLst>
          </p:cNvPr>
          <p:cNvSpPr/>
          <p:nvPr/>
        </p:nvSpPr>
        <p:spPr>
          <a:xfrm>
            <a:off x="6309360" y="1796902"/>
            <a:ext cx="3112103" cy="1308422"/>
          </a:xfrm>
          <a:prstGeom prst="rect">
            <a:avLst/>
          </a:prstGeom>
          <a:solidFill>
            <a:srgbClr val="3FB4E0">
              <a:alpha val="4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YANG Service Models	Service Manager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FA7373-FFCC-97E6-E3AA-2CE8EF61078E}"/>
              </a:ext>
            </a:extLst>
          </p:cNvPr>
          <p:cNvSpPr/>
          <p:nvPr/>
        </p:nvSpPr>
        <p:spPr>
          <a:xfrm>
            <a:off x="6309360" y="3368324"/>
            <a:ext cx="3112103" cy="1308422"/>
          </a:xfrm>
          <a:prstGeom prst="rect">
            <a:avLst/>
          </a:prstGeom>
          <a:solidFill>
            <a:srgbClr val="3FB4E0">
              <a:alpha val="4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00" dirty="0">
                <a:solidFill>
                  <a:srgbClr val="3FB4E0"/>
                </a:solidFill>
              </a:rPr>
              <a:t>YANG Device Models	  Device Manager</a:t>
            </a:r>
          </a:p>
        </p:txBody>
      </p:sp>
      <p:sp>
        <p:nvSpPr>
          <p:cNvPr id="60" name="Can 59">
            <a:extLst>
              <a:ext uri="{FF2B5EF4-FFF2-40B4-BE49-F238E27FC236}">
                <a16:creationId xmlns:a16="http://schemas.microsoft.com/office/drawing/2014/main" id="{432AF877-92FA-FB9F-907D-7D89B8B84FC6}"/>
              </a:ext>
            </a:extLst>
          </p:cNvPr>
          <p:cNvSpPr/>
          <p:nvPr/>
        </p:nvSpPr>
        <p:spPr>
          <a:xfrm>
            <a:off x="7127874" y="2122714"/>
            <a:ext cx="1563544" cy="2171699"/>
          </a:xfrm>
          <a:prstGeom prst="can">
            <a:avLst/>
          </a:prstGeom>
          <a:solidFill>
            <a:srgbClr val="3FB4E0">
              <a:alpha val="7961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5C5C669-6AB5-15CC-2817-ECBFEA5B82FE}"/>
              </a:ext>
            </a:extLst>
          </p:cNvPr>
          <p:cNvSpPr/>
          <p:nvPr/>
        </p:nvSpPr>
        <p:spPr>
          <a:xfrm>
            <a:off x="7520753" y="2727174"/>
            <a:ext cx="254363" cy="343750"/>
          </a:xfrm>
          <a:prstGeom prst="rect">
            <a:avLst/>
          </a:prstGeom>
          <a:solidFill>
            <a:srgbClr val="FFC000">
              <a:alpha val="80000"/>
            </a:srgbClr>
          </a:solidFill>
          <a:ln w="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8CE15B-C790-92AD-5247-1F59C850A2FF}"/>
              </a:ext>
            </a:extLst>
          </p:cNvPr>
          <p:cNvSpPr/>
          <p:nvPr/>
        </p:nvSpPr>
        <p:spPr>
          <a:xfrm>
            <a:off x="7476503" y="2681983"/>
            <a:ext cx="254363" cy="343750"/>
          </a:xfrm>
          <a:prstGeom prst="rect">
            <a:avLst/>
          </a:prstGeom>
          <a:solidFill>
            <a:srgbClr val="FFC000">
              <a:alpha val="80000"/>
            </a:srgbClr>
          </a:solidFill>
          <a:ln w="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6EA27D-6FE0-19A1-87CE-391E1C0EDB11}"/>
              </a:ext>
            </a:extLst>
          </p:cNvPr>
          <p:cNvSpPr/>
          <p:nvPr/>
        </p:nvSpPr>
        <p:spPr>
          <a:xfrm>
            <a:off x="7389109" y="2641472"/>
            <a:ext cx="292149" cy="343750"/>
          </a:xfrm>
          <a:prstGeom prst="rect">
            <a:avLst/>
          </a:prstGeom>
          <a:solidFill>
            <a:srgbClr val="FFC000">
              <a:alpha val="80000"/>
            </a:srgbClr>
          </a:solidFill>
          <a:ln w="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B26E7D7-635A-F44B-9E2B-4C6283E994CD}"/>
              </a:ext>
            </a:extLst>
          </p:cNvPr>
          <p:cNvSpPr/>
          <p:nvPr/>
        </p:nvSpPr>
        <p:spPr>
          <a:xfrm>
            <a:off x="7470807" y="2791294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2A7697-472E-5AE2-93DD-ACFA51AAABA7}"/>
              </a:ext>
            </a:extLst>
          </p:cNvPr>
          <p:cNvSpPr/>
          <p:nvPr/>
        </p:nvSpPr>
        <p:spPr>
          <a:xfrm>
            <a:off x="7548480" y="2693308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8327C60-C453-E8E0-B329-8164334273FD}"/>
              </a:ext>
            </a:extLst>
          </p:cNvPr>
          <p:cNvSpPr/>
          <p:nvPr/>
        </p:nvSpPr>
        <p:spPr>
          <a:xfrm>
            <a:off x="7530646" y="2791294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203CB8-FD32-DFC3-2E99-8F4F90650D2B}"/>
              </a:ext>
            </a:extLst>
          </p:cNvPr>
          <p:cNvSpPr/>
          <p:nvPr/>
        </p:nvSpPr>
        <p:spPr>
          <a:xfrm>
            <a:off x="7481764" y="2882901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B3BD0E-86CB-82A0-4A8E-BA2E364B1834}"/>
              </a:ext>
            </a:extLst>
          </p:cNvPr>
          <p:cNvCxnSpPr>
            <a:cxnSpLocks/>
            <a:stCxn id="11" idx="7"/>
            <a:endCxn id="12" idx="3"/>
          </p:cNvCxnSpPr>
          <p:nvPr/>
        </p:nvCxnSpPr>
        <p:spPr>
          <a:xfrm flipV="1">
            <a:off x="7499596" y="2722214"/>
            <a:ext cx="53823" cy="74040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835F82D-2264-8CC6-8096-9C956A4773E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7547511" y="2731249"/>
            <a:ext cx="18350" cy="60046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01780B4-5FDD-381D-069F-D5086E959CCA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7582208" y="2710241"/>
            <a:ext cx="31049" cy="81406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5B661A3C-CFCE-B62D-0F28-1EF39199730B}"/>
              </a:ext>
            </a:extLst>
          </p:cNvPr>
          <p:cNvSpPr/>
          <p:nvPr/>
        </p:nvSpPr>
        <p:spPr>
          <a:xfrm>
            <a:off x="7596392" y="2790196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0D8FE7-18B9-A469-A263-3158BC5F18C9}"/>
              </a:ext>
            </a:extLst>
          </p:cNvPr>
          <p:cNvSpPr/>
          <p:nvPr/>
        </p:nvSpPr>
        <p:spPr>
          <a:xfrm>
            <a:off x="7571347" y="2886155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015328C-B66F-D2BC-A192-14D696290EB9}"/>
              </a:ext>
            </a:extLst>
          </p:cNvPr>
          <p:cNvCxnSpPr>
            <a:cxnSpLocks/>
            <a:endCxn id="14" idx="7"/>
          </p:cNvCxnSpPr>
          <p:nvPr/>
        </p:nvCxnSpPr>
        <p:spPr>
          <a:xfrm flipH="1">
            <a:off x="7510553" y="2820706"/>
            <a:ext cx="30218" cy="67155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ED76A6A-5C65-D9BF-1A56-88C0EE23FF53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7554460" y="2816603"/>
            <a:ext cx="21826" cy="74512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3F75D61A-47F3-5B49-F6C3-E3A5FDC3866C}"/>
              </a:ext>
            </a:extLst>
          </p:cNvPr>
          <p:cNvSpPr/>
          <p:nvPr/>
        </p:nvSpPr>
        <p:spPr>
          <a:xfrm>
            <a:off x="7492414" y="3664658"/>
            <a:ext cx="282702" cy="359158"/>
          </a:xfrm>
          <a:prstGeom prst="rect">
            <a:avLst/>
          </a:prstGeom>
          <a:solidFill>
            <a:schemeClr val="accent2">
              <a:alpha val="80000"/>
            </a:schemeClr>
          </a:solidFill>
          <a:ln w="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E224E3-E7AA-A6D4-FF1C-BE71D0AC4CD7}"/>
              </a:ext>
            </a:extLst>
          </p:cNvPr>
          <p:cNvSpPr/>
          <p:nvPr/>
        </p:nvSpPr>
        <p:spPr>
          <a:xfrm>
            <a:off x="7384540" y="3622331"/>
            <a:ext cx="335440" cy="359158"/>
          </a:xfrm>
          <a:prstGeom prst="rect">
            <a:avLst/>
          </a:prstGeom>
          <a:solidFill>
            <a:schemeClr val="accent2">
              <a:alpha val="80000"/>
            </a:schemeClr>
          </a:solidFill>
          <a:ln w="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54F2536-B8C8-6EB2-D8A4-D1D71B344E37}"/>
              </a:ext>
            </a:extLst>
          </p:cNvPr>
          <p:cNvSpPr/>
          <p:nvPr/>
        </p:nvSpPr>
        <p:spPr>
          <a:xfrm>
            <a:off x="7486083" y="3778869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62C091C-EA55-0C0E-3FFB-558A5F463ACC}"/>
              </a:ext>
            </a:extLst>
          </p:cNvPr>
          <p:cNvSpPr/>
          <p:nvPr/>
        </p:nvSpPr>
        <p:spPr>
          <a:xfrm>
            <a:off x="7572409" y="3676491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88FB6B0-704B-2FC3-D0F1-CFD63609F06C}"/>
              </a:ext>
            </a:extLst>
          </p:cNvPr>
          <p:cNvSpPr/>
          <p:nvPr/>
        </p:nvSpPr>
        <p:spPr>
          <a:xfrm>
            <a:off x="7552589" y="3778869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4FEDF39-3434-5825-2F70-39C2BB527811}"/>
              </a:ext>
            </a:extLst>
          </p:cNvPr>
          <p:cNvSpPr/>
          <p:nvPr/>
        </p:nvSpPr>
        <p:spPr>
          <a:xfrm>
            <a:off x="7498261" y="3874582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94A71E4-899D-488C-F3B7-86B86836C7CF}"/>
              </a:ext>
            </a:extLst>
          </p:cNvPr>
          <p:cNvCxnSpPr>
            <a:cxnSpLocks/>
            <a:stCxn id="48" idx="7"/>
            <a:endCxn id="49" idx="3"/>
          </p:cNvCxnSpPr>
          <p:nvPr/>
        </p:nvCxnSpPr>
        <p:spPr>
          <a:xfrm flipV="1">
            <a:off x="7518080" y="3706692"/>
            <a:ext cx="59819" cy="77359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583622E-D88F-2B95-FA4E-B4F4A408E695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7571332" y="3716132"/>
            <a:ext cx="20394" cy="62737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AC18137-F4CC-C2A9-8EE6-7CDAAE6C5CCA}"/>
              </a:ext>
            </a:extLst>
          </p:cNvPr>
          <p:cNvCxnSpPr>
            <a:cxnSpLocks/>
            <a:stCxn id="49" idx="6"/>
          </p:cNvCxnSpPr>
          <p:nvPr/>
        </p:nvCxnSpPr>
        <p:spPr>
          <a:xfrm>
            <a:off x="7609895" y="3694183"/>
            <a:ext cx="34508" cy="85055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16F77479-4FBE-7875-B2EE-A6DF7026533D}"/>
              </a:ext>
            </a:extLst>
          </p:cNvPr>
          <p:cNvSpPr/>
          <p:nvPr/>
        </p:nvSpPr>
        <p:spPr>
          <a:xfrm>
            <a:off x="7625659" y="3777721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A6977C2-CE24-E77C-9B6B-3897AB3320F8}"/>
              </a:ext>
            </a:extLst>
          </p:cNvPr>
          <p:cNvSpPr/>
          <p:nvPr/>
        </p:nvSpPr>
        <p:spPr>
          <a:xfrm>
            <a:off x="7597823" y="3877981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EA7E560-FFE1-F892-234C-B02A326A8EBC}"/>
              </a:ext>
            </a:extLst>
          </p:cNvPr>
          <p:cNvCxnSpPr>
            <a:cxnSpLocks/>
            <a:endCxn id="51" idx="7"/>
          </p:cNvCxnSpPr>
          <p:nvPr/>
        </p:nvCxnSpPr>
        <p:spPr>
          <a:xfrm flipH="1">
            <a:off x="7530257" y="3809599"/>
            <a:ext cx="33584" cy="70165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AD33FEC-9F2D-44A1-2D2B-7B0EC3B862EA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7579055" y="3805312"/>
            <a:ext cx="24258" cy="77852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EB5BA253-0ABB-1AC9-C831-34E42B66D3A3}"/>
              </a:ext>
            </a:extLst>
          </p:cNvPr>
          <p:cNvSpPr/>
          <p:nvPr/>
        </p:nvSpPr>
        <p:spPr>
          <a:xfrm>
            <a:off x="5370546" y="2030229"/>
            <a:ext cx="833632" cy="952757"/>
          </a:xfrm>
          <a:prstGeom prst="rect">
            <a:avLst/>
          </a:prstGeom>
          <a:solidFill>
            <a:srgbClr val="FFC000">
              <a:alpha val="80000"/>
            </a:srgbClr>
          </a:solidFill>
          <a:ln w="25400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A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C85DE70-7FDE-6A86-4ABF-1400C4294CFD}"/>
              </a:ext>
            </a:extLst>
          </p:cNvPr>
          <p:cNvSpPr/>
          <p:nvPr/>
        </p:nvSpPr>
        <p:spPr>
          <a:xfrm>
            <a:off x="5370545" y="3200827"/>
            <a:ext cx="828730" cy="1017471"/>
          </a:xfrm>
          <a:prstGeom prst="rect">
            <a:avLst/>
          </a:prstGeom>
          <a:solidFill>
            <a:schemeClr val="accent2">
              <a:alpha val="80000"/>
            </a:schemeClr>
          </a:solidFill>
          <a:ln w="25400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B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 2</a:t>
            </a:r>
          </a:p>
        </p:txBody>
      </p:sp>
      <p:sp>
        <p:nvSpPr>
          <p:cNvPr id="63" name="Right Bracket 62">
            <a:extLst>
              <a:ext uri="{FF2B5EF4-FFF2-40B4-BE49-F238E27FC236}">
                <a16:creationId xmlns:a16="http://schemas.microsoft.com/office/drawing/2014/main" id="{381DE9F5-7CC4-BD68-FAA4-6B875D84C127}"/>
              </a:ext>
            </a:extLst>
          </p:cNvPr>
          <p:cNvSpPr/>
          <p:nvPr/>
        </p:nvSpPr>
        <p:spPr>
          <a:xfrm>
            <a:off x="6044545" y="2006784"/>
            <a:ext cx="183591" cy="999122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4" name="Right Bracket 63">
            <a:extLst>
              <a:ext uri="{FF2B5EF4-FFF2-40B4-BE49-F238E27FC236}">
                <a16:creationId xmlns:a16="http://schemas.microsoft.com/office/drawing/2014/main" id="{EA97DB6E-DCD9-87FC-194F-490D221581C9}"/>
              </a:ext>
            </a:extLst>
          </p:cNvPr>
          <p:cNvSpPr/>
          <p:nvPr/>
        </p:nvSpPr>
        <p:spPr>
          <a:xfrm>
            <a:off x="6039856" y="3184483"/>
            <a:ext cx="183591" cy="1065023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E03110A-534A-BB10-782D-D361EA4CE260}"/>
              </a:ext>
            </a:extLst>
          </p:cNvPr>
          <p:cNvSpPr/>
          <p:nvPr/>
        </p:nvSpPr>
        <p:spPr>
          <a:xfrm>
            <a:off x="5435964" y="2540322"/>
            <a:ext cx="677371" cy="183839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Callback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A5BE752-627E-2BC6-6951-22AA0E4E13CE}"/>
              </a:ext>
            </a:extLst>
          </p:cNvPr>
          <p:cNvSpPr/>
          <p:nvPr/>
        </p:nvSpPr>
        <p:spPr>
          <a:xfrm>
            <a:off x="5425976" y="3741544"/>
            <a:ext cx="670024" cy="183839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NED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E93D5E6-7D76-9286-49AA-66EED3434693}"/>
              </a:ext>
            </a:extLst>
          </p:cNvPr>
          <p:cNvSpPr/>
          <p:nvPr/>
        </p:nvSpPr>
        <p:spPr>
          <a:xfrm>
            <a:off x="3508218" y="2166515"/>
            <a:ext cx="808210" cy="940395"/>
          </a:xfrm>
          <a:prstGeom prst="rect">
            <a:avLst/>
          </a:prstGeom>
          <a:solidFill>
            <a:srgbClr val="FFC000">
              <a:alpha val="80000"/>
            </a:srgbClr>
          </a:solidFill>
          <a:ln w="25400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A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EE99620-D3F0-6907-2E85-9E82336A5229}"/>
              </a:ext>
            </a:extLst>
          </p:cNvPr>
          <p:cNvSpPr/>
          <p:nvPr/>
        </p:nvSpPr>
        <p:spPr>
          <a:xfrm>
            <a:off x="3508217" y="3365799"/>
            <a:ext cx="808210" cy="940395"/>
          </a:xfrm>
          <a:prstGeom prst="rect">
            <a:avLst/>
          </a:prstGeom>
          <a:solidFill>
            <a:schemeClr val="accent2">
              <a:alpha val="80000"/>
            </a:schemeClr>
          </a:solidFill>
          <a:ln w="25400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B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 2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9920298-38D9-9F2C-7B5C-0A1442F0217A}"/>
              </a:ext>
            </a:extLst>
          </p:cNvPr>
          <p:cNvSpPr/>
          <p:nvPr/>
        </p:nvSpPr>
        <p:spPr>
          <a:xfrm>
            <a:off x="3567987" y="2652190"/>
            <a:ext cx="677371" cy="183839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Callback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76D1729-1060-ED8C-CC9F-0258D3963745}"/>
              </a:ext>
            </a:extLst>
          </p:cNvPr>
          <p:cNvSpPr/>
          <p:nvPr/>
        </p:nvSpPr>
        <p:spPr>
          <a:xfrm>
            <a:off x="3567987" y="3850633"/>
            <a:ext cx="677371" cy="183839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NED</a:t>
            </a:r>
          </a:p>
        </p:txBody>
      </p:sp>
      <p:sp>
        <p:nvSpPr>
          <p:cNvPr id="77" name="Right Bracket 76">
            <a:extLst>
              <a:ext uri="{FF2B5EF4-FFF2-40B4-BE49-F238E27FC236}">
                <a16:creationId xmlns:a16="http://schemas.microsoft.com/office/drawing/2014/main" id="{12D5649F-8796-94F0-7C1D-28FECF148663}"/>
              </a:ext>
            </a:extLst>
          </p:cNvPr>
          <p:cNvSpPr/>
          <p:nvPr/>
        </p:nvSpPr>
        <p:spPr>
          <a:xfrm>
            <a:off x="4160115" y="2135320"/>
            <a:ext cx="183591" cy="987330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8" name="Right Bracket 77">
            <a:extLst>
              <a:ext uri="{FF2B5EF4-FFF2-40B4-BE49-F238E27FC236}">
                <a16:creationId xmlns:a16="http://schemas.microsoft.com/office/drawing/2014/main" id="{949ACEBC-F4E6-0A9C-3EE8-0616B95FE662}"/>
              </a:ext>
            </a:extLst>
          </p:cNvPr>
          <p:cNvSpPr/>
          <p:nvPr/>
        </p:nvSpPr>
        <p:spPr>
          <a:xfrm>
            <a:off x="4162428" y="3321704"/>
            <a:ext cx="183591" cy="1024324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B46E3CA-59EC-4075-D4B9-3FEC546149F8}"/>
              </a:ext>
            </a:extLst>
          </p:cNvPr>
          <p:cNvSpPr/>
          <p:nvPr/>
        </p:nvSpPr>
        <p:spPr>
          <a:xfrm>
            <a:off x="3567987" y="2868437"/>
            <a:ext cx="677371" cy="183839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Upgrade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25E793D-C2EE-031A-5F1F-F45C3137AB62}"/>
              </a:ext>
            </a:extLst>
          </p:cNvPr>
          <p:cNvSpPr/>
          <p:nvPr/>
        </p:nvSpPr>
        <p:spPr>
          <a:xfrm>
            <a:off x="3567987" y="4065668"/>
            <a:ext cx="677371" cy="183839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Upgrade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656126C5-C303-6CFA-C8CA-F869B72BD342}"/>
              </a:ext>
            </a:extLst>
          </p:cNvPr>
          <p:cNvSpPr/>
          <p:nvPr/>
        </p:nvSpPr>
        <p:spPr>
          <a:xfrm>
            <a:off x="4645185" y="2916767"/>
            <a:ext cx="780791" cy="404937"/>
          </a:xfrm>
          <a:prstGeom prst="rightArrow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RELOAD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81CF88-8F0F-BF07-1571-A97FB21B2B76}"/>
              </a:ext>
            </a:extLst>
          </p:cNvPr>
          <p:cNvSpPr/>
          <p:nvPr/>
        </p:nvSpPr>
        <p:spPr>
          <a:xfrm>
            <a:off x="5437055" y="2750493"/>
            <a:ext cx="677371" cy="183839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Upgrade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ECF56-860D-8DBC-694F-A61EA1794D8D}"/>
              </a:ext>
            </a:extLst>
          </p:cNvPr>
          <p:cNvSpPr/>
          <p:nvPr/>
        </p:nvSpPr>
        <p:spPr>
          <a:xfrm>
            <a:off x="5425976" y="3951023"/>
            <a:ext cx="677371" cy="183839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Upgrade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F02C9A-4459-19D5-7648-8B0833738D14}"/>
              </a:ext>
            </a:extLst>
          </p:cNvPr>
          <p:cNvCxnSpPr>
            <a:cxnSpLocks/>
          </p:cNvCxnSpPr>
          <p:nvPr/>
        </p:nvCxnSpPr>
        <p:spPr>
          <a:xfrm flipH="1">
            <a:off x="6118596" y="2693308"/>
            <a:ext cx="1318683" cy="99046"/>
          </a:xfrm>
          <a:prstGeom prst="straightConnector1">
            <a:avLst/>
          </a:prstGeom>
          <a:ln w="12700">
            <a:solidFill>
              <a:schemeClr val="bg1"/>
            </a:solidFill>
            <a:tailEnd type="triangle" w="sm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367130-E8A8-F268-9FDB-3F4ECEABCA59}"/>
              </a:ext>
            </a:extLst>
          </p:cNvPr>
          <p:cNvCxnSpPr>
            <a:cxnSpLocks/>
            <a:stCxn id="3" idx="3"/>
            <a:endCxn id="33" idx="3"/>
          </p:cNvCxnSpPr>
          <p:nvPr/>
        </p:nvCxnSpPr>
        <p:spPr>
          <a:xfrm>
            <a:off x="6114426" y="2842413"/>
            <a:ext cx="1311953" cy="66219"/>
          </a:xfrm>
          <a:prstGeom prst="straightConnector1">
            <a:avLst/>
          </a:prstGeom>
          <a:ln w="12700">
            <a:solidFill>
              <a:schemeClr val="bg1"/>
            </a:solidFill>
            <a:tailEnd type="triangle" w="sm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7F2EDDB-B93C-4423-15F2-CD1E953A01F7}"/>
              </a:ext>
            </a:extLst>
          </p:cNvPr>
          <p:cNvSpPr/>
          <p:nvPr/>
        </p:nvSpPr>
        <p:spPr>
          <a:xfrm>
            <a:off x="7421440" y="2879726"/>
            <a:ext cx="33728" cy="3386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E6248B3-01C7-311A-0F9E-328A2093573E}"/>
              </a:ext>
            </a:extLst>
          </p:cNvPr>
          <p:cNvCxnSpPr>
            <a:cxnSpLocks/>
          </p:cNvCxnSpPr>
          <p:nvPr/>
        </p:nvCxnSpPr>
        <p:spPr>
          <a:xfrm flipH="1">
            <a:off x="7442963" y="2825160"/>
            <a:ext cx="35183" cy="59278"/>
          </a:xfrm>
          <a:prstGeom prst="line">
            <a:avLst/>
          </a:prstGeom>
          <a:ln w="15875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4E3D751-5991-B8DD-542A-79288685AD83}"/>
              </a:ext>
            </a:extLst>
          </p:cNvPr>
          <p:cNvCxnSpPr>
            <a:cxnSpLocks/>
          </p:cNvCxnSpPr>
          <p:nvPr/>
        </p:nvCxnSpPr>
        <p:spPr>
          <a:xfrm flipH="1">
            <a:off x="6085159" y="3661011"/>
            <a:ext cx="1318598" cy="366075"/>
          </a:xfrm>
          <a:prstGeom prst="straightConnector1">
            <a:avLst/>
          </a:prstGeom>
          <a:ln w="12700">
            <a:solidFill>
              <a:schemeClr val="bg1"/>
            </a:solidFill>
            <a:tailEnd type="triangle" w="sm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028692E-229A-EA02-0AC5-BCC1DE7DCCDC}"/>
              </a:ext>
            </a:extLst>
          </p:cNvPr>
          <p:cNvCxnSpPr>
            <a:cxnSpLocks/>
            <a:endCxn id="91" idx="2"/>
          </p:cNvCxnSpPr>
          <p:nvPr/>
        </p:nvCxnSpPr>
        <p:spPr>
          <a:xfrm flipV="1">
            <a:off x="6095790" y="3740171"/>
            <a:ext cx="1363849" cy="336578"/>
          </a:xfrm>
          <a:prstGeom prst="straightConnector1">
            <a:avLst/>
          </a:prstGeom>
          <a:ln w="12700">
            <a:solidFill>
              <a:schemeClr val="bg1"/>
            </a:solidFill>
            <a:tailEnd type="triangle" w="sm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ABE345F2-79B0-CD02-E877-ACFE0739B8C2}"/>
              </a:ext>
            </a:extLst>
          </p:cNvPr>
          <p:cNvSpPr/>
          <p:nvPr/>
        </p:nvSpPr>
        <p:spPr>
          <a:xfrm>
            <a:off x="7459639" y="3723238"/>
            <a:ext cx="33728" cy="3386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037B765-FD2D-A4E3-E9E7-36CCD50DC5F1}"/>
              </a:ext>
            </a:extLst>
          </p:cNvPr>
          <p:cNvCxnSpPr>
            <a:cxnSpLocks/>
            <a:stCxn id="49" idx="2"/>
            <a:endCxn id="91" idx="7"/>
          </p:cNvCxnSpPr>
          <p:nvPr/>
        </p:nvCxnSpPr>
        <p:spPr>
          <a:xfrm flipH="1">
            <a:off x="7488428" y="3694183"/>
            <a:ext cx="83981" cy="34015"/>
          </a:xfrm>
          <a:prstGeom prst="line">
            <a:avLst/>
          </a:prstGeom>
          <a:ln w="15875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C3D00CD0-C03D-E1DA-6421-F55CA4608FFB}"/>
              </a:ext>
            </a:extLst>
          </p:cNvPr>
          <p:cNvSpPr txBox="1"/>
          <p:nvPr/>
        </p:nvSpPr>
        <p:spPr>
          <a:xfrm rot="21339497">
            <a:off x="6280208" y="2537693"/>
            <a:ext cx="9003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 Session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5FF35B1-5F2A-D5B3-2B1E-18886168D208}"/>
              </a:ext>
            </a:extLst>
          </p:cNvPr>
          <p:cNvSpPr txBox="1"/>
          <p:nvPr/>
        </p:nvSpPr>
        <p:spPr>
          <a:xfrm rot="189030">
            <a:off x="6327098" y="2851873"/>
            <a:ext cx="9003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Maapi Trans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0D76BDC-EFC4-D32C-95A8-6008598C096C}"/>
              </a:ext>
            </a:extLst>
          </p:cNvPr>
          <p:cNvSpPr txBox="1"/>
          <p:nvPr/>
        </p:nvSpPr>
        <p:spPr>
          <a:xfrm rot="20708657">
            <a:off x="6283386" y="3621157"/>
            <a:ext cx="9003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 Session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93A996B-6558-8A1A-4B44-F4133D6CB28E}"/>
              </a:ext>
            </a:extLst>
          </p:cNvPr>
          <p:cNvSpPr txBox="1"/>
          <p:nvPr/>
        </p:nvSpPr>
        <p:spPr>
          <a:xfrm rot="20712984">
            <a:off x="6327537" y="3904634"/>
            <a:ext cx="9003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Maapi Trans</a:t>
            </a:r>
            <a:endParaRPr lang="en-US" dirty="0">
              <a:solidFill>
                <a:srgbClr val="3FB4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1360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98320-3416-5D63-2409-C8832742F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47FDB2-A117-C867-82C1-AA4ED86E773D}"/>
              </a:ext>
            </a:extLst>
          </p:cNvPr>
          <p:cNvSpPr/>
          <p:nvPr/>
        </p:nvSpPr>
        <p:spPr>
          <a:xfrm>
            <a:off x="3581400" y="987552"/>
            <a:ext cx="5062189" cy="466633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E4FD46-12EA-F7C9-7CD5-BB64863DF109}"/>
              </a:ext>
            </a:extLst>
          </p:cNvPr>
          <p:cNvSpPr/>
          <p:nvPr/>
        </p:nvSpPr>
        <p:spPr>
          <a:xfrm>
            <a:off x="4925832" y="1136183"/>
            <a:ext cx="3539528" cy="4350217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086C1B-4977-7DFF-5D43-7FFF85356887}"/>
              </a:ext>
            </a:extLst>
          </p:cNvPr>
          <p:cNvSpPr/>
          <p:nvPr/>
        </p:nvSpPr>
        <p:spPr>
          <a:xfrm>
            <a:off x="5181268" y="1539091"/>
            <a:ext cx="3112103" cy="3462230"/>
          </a:xfrm>
          <a:prstGeom prst="rect">
            <a:avLst/>
          </a:prstGeom>
          <a:solidFill>
            <a:srgbClr val="3FB4E0">
              <a:alpha val="4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YANG Service Models                   Service Manager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59C086A-BAA0-9D95-CD28-26C3EF6C3487}"/>
              </a:ext>
            </a:extLst>
          </p:cNvPr>
          <p:cNvSpPr/>
          <p:nvPr/>
        </p:nvSpPr>
        <p:spPr>
          <a:xfrm>
            <a:off x="5946013" y="1993621"/>
            <a:ext cx="1939434" cy="3325289"/>
          </a:xfrm>
          <a:prstGeom prst="can">
            <a:avLst/>
          </a:prstGeom>
          <a:solidFill>
            <a:srgbClr val="3FB4E0">
              <a:alpha val="8009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ECECFF"/>
              </a:highlight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BFA9C14-2101-5467-DF3C-C83B062E4FEE}"/>
              </a:ext>
            </a:extLst>
          </p:cNvPr>
          <p:cNvCxnSpPr>
            <a:cxnSpLocks/>
          </p:cNvCxnSpPr>
          <p:nvPr/>
        </p:nvCxnSpPr>
        <p:spPr>
          <a:xfrm>
            <a:off x="4709631" y="3003906"/>
            <a:ext cx="158669" cy="0"/>
          </a:xfrm>
          <a:prstGeom prst="line">
            <a:avLst/>
          </a:prstGeom>
          <a:ln w="381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C66FC68-259A-8B4B-507C-671EEE3F00E0}"/>
              </a:ext>
            </a:extLst>
          </p:cNvPr>
          <p:cNvCxnSpPr>
            <a:cxnSpLocks/>
          </p:cNvCxnSpPr>
          <p:nvPr/>
        </p:nvCxnSpPr>
        <p:spPr>
          <a:xfrm>
            <a:off x="4745358" y="4192690"/>
            <a:ext cx="158669" cy="0"/>
          </a:xfrm>
          <a:prstGeom prst="line">
            <a:avLst/>
          </a:prstGeom>
          <a:ln w="381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01F5ECB3-B432-2679-B7D5-A2E7C220BBE4}"/>
              </a:ext>
            </a:extLst>
          </p:cNvPr>
          <p:cNvSpPr/>
          <p:nvPr/>
        </p:nvSpPr>
        <p:spPr>
          <a:xfrm>
            <a:off x="3771894" y="1680514"/>
            <a:ext cx="1278770" cy="2776766"/>
          </a:xfrm>
          <a:prstGeom prst="rect">
            <a:avLst/>
          </a:prstGeom>
          <a:solidFill>
            <a:srgbClr val="FFC000">
              <a:alpha val="80033"/>
            </a:srgbClr>
          </a:solidFill>
          <a:ln w="254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A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9162BCC-D243-B1EA-49DE-8EA0E940D3D7}"/>
              </a:ext>
            </a:extLst>
          </p:cNvPr>
          <p:cNvSpPr/>
          <p:nvPr/>
        </p:nvSpPr>
        <p:spPr>
          <a:xfrm>
            <a:off x="3928978" y="2206525"/>
            <a:ext cx="1003307" cy="183839"/>
          </a:xfrm>
          <a:prstGeom prst="roundRect">
            <a:avLst/>
          </a:prstGeom>
          <a:noFill/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Callback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15C6C5F3-D8EB-C6AC-10CD-1F7793097B26}"/>
              </a:ext>
            </a:extLst>
          </p:cNvPr>
          <p:cNvSpPr/>
          <p:nvPr/>
        </p:nvSpPr>
        <p:spPr>
          <a:xfrm>
            <a:off x="3923550" y="2485098"/>
            <a:ext cx="1001587" cy="1699714"/>
          </a:xfrm>
          <a:prstGeom prst="roundRect">
            <a:avLst/>
          </a:prstGeom>
          <a:noFill/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Upgrade</a:t>
            </a: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Read Old Config</a:t>
            </a: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Write New Config</a:t>
            </a: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More Private Service Data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0E5A814-2BC4-89A3-EF20-9C1F6C0EC0CD}"/>
              </a:ext>
            </a:extLst>
          </p:cNvPr>
          <p:cNvSpPr/>
          <p:nvPr/>
        </p:nvSpPr>
        <p:spPr>
          <a:xfrm>
            <a:off x="6212113" y="4161775"/>
            <a:ext cx="619225" cy="837527"/>
          </a:xfrm>
          <a:prstGeom prst="rect">
            <a:avLst/>
          </a:prstGeom>
          <a:solidFill>
            <a:srgbClr val="FFC000">
              <a:alpha val="8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A349AC3-51C1-ACAF-A034-51C86E8E9765}"/>
              </a:ext>
            </a:extLst>
          </p:cNvPr>
          <p:cNvSpPr/>
          <p:nvPr/>
        </p:nvSpPr>
        <p:spPr>
          <a:xfrm>
            <a:off x="6129603" y="4064506"/>
            <a:ext cx="650374" cy="883894"/>
          </a:xfrm>
          <a:prstGeom prst="rect">
            <a:avLst/>
          </a:prstGeom>
          <a:solidFill>
            <a:srgbClr val="FFC000">
              <a:alpha val="8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5AA8B2A-1878-CA2F-12AC-A77ABDF48289}"/>
              </a:ext>
            </a:extLst>
          </p:cNvPr>
          <p:cNvSpPr/>
          <p:nvPr/>
        </p:nvSpPr>
        <p:spPr>
          <a:xfrm>
            <a:off x="6049142" y="4000389"/>
            <a:ext cx="682368" cy="901719"/>
          </a:xfrm>
          <a:prstGeom prst="rect">
            <a:avLst/>
          </a:prstGeom>
          <a:solidFill>
            <a:srgbClr val="FFC000">
              <a:alpha val="8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70AD067-D1C0-4739-696A-5504968FFA99}"/>
              </a:ext>
            </a:extLst>
          </p:cNvPr>
          <p:cNvSpPr/>
          <p:nvPr/>
        </p:nvSpPr>
        <p:spPr>
          <a:xfrm>
            <a:off x="6166947" y="4393401"/>
            <a:ext cx="90480" cy="88836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BCD2691-2D62-9989-43A4-A6565A4D3B1B}"/>
              </a:ext>
            </a:extLst>
          </p:cNvPr>
          <p:cNvSpPr/>
          <p:nvPr/>
        </p:nvSpPr>
        <p:spPr>
          <a:xfrm>
            <a:off x="6375313" y="4136365"/>
            <a:ext cx="90480" cy="88836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63336B4E-3E7A-C5DE-51BE-061CB64C6F1F}"/>
              </a:ext>
            </a:extLst>
          </p:cNvPr>
          <p:cNvSpPr/>
          <p:nvPr/>
        </p:nvSpPr>
        <p:spPr>
          <a:xfrm>
            <a:off x="6327473" y="4393401"/>
            <a:ext cx="90480" cy="88836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318EE70-D74E-69DA-D931-D18A5709FC0D}"/>
              </a:ext>
            </a:extLst>
          </p:cNvPr>
          <p:cNvSpPr/>
          <p:nvPr/>
        </p:nvSpPr>
        <p:spPr>
          <a:xfrm>
            <a:off x="6196340" y="4633701"/>
            <a:ext cx="90480" cy="88836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EE27136-952A-8725-99CF-DABDB67254EB}"/>
              </a:ext>
            </a:extLst>
          </p:cNvPr>
          <p:cNvCxnSpPr>
            <a:cxnSpLocks/>
            <a:stCxn id="91" idx="7"/>
            <a:endCxn id="92" idx="3"/>
          </p:cNvCxnSpPr>
          <p:nvPr/>
        </p:nvCxnSpPr>
        <p:spPr>
          <a:xfrm flipV="1">
            <a:off x="6244177" y="4212191"/>
            <a:ext cx="144387" cy="194221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D44F167-216E-2657-B8ED-3DA154832119}"/>
              </a:ext>
            </a:extLst>
          </p:cNvPr>
          <p:cNvCxnSpPr>
            <a:cxnSpLocks/>
            <a:stCxn id="92" idx="4"/>
            <a:endCxn id="93" idx="0"/>
          </p:cNvCxnSpPr>
          <p:nvPr/>
        </p:nvCxnSpPr>
        <p:spPr>
          <a:xfrm flipH="1">
            <a:off x="6372712" y="4225201"/>
            <a:ext cx="47840" cy="168200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BFEAA92-8470-388D-EA3C-E1F6751320E4}"/>
              </a:ext>
            </a:extLst>
          </p:cNvPr>
          <p:cNvCxnSpPr>
            <a:cxnSpLocks/>
            <a:stCxn id="92" idx="6"/>
          </p:cNvCxnSpPr>
          <p:nvPr/>
        </p:nvCxnSpPr>
        <p:spPr>
          <a:xfrm>
            <a:off x="6465794" y="4180784"/>
            <a:ext cx="83293" cy="213542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3D0F18DB-4525-D21A-B7D6-0D309A7A5A9D}"/>
              </a:ext>
            </a:extLst>
          </p:cNvPr>
          <p:cNvSpPr/>
          <p:nvPr/>
        </p:nvSpPr>
        <p:spPr>
          <a:xfrm>
            <a:off x="6503845" y="4390519"/>
            <a:ext cx="90480" cy="88836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05AACD31-1642-BB3A-C6AE-BEB71BDC0F69}"/>
              </a:ext>
            </a:extLst>
          </p:cNvPr>
          <p:cNvSpPr/>
          <p:nvPr/>
        </p:nvSpPr>
        <p:spPr>
          <a:xfrm>
            <a:off x="6436657" y="4642237"/>
            <a:ext cx="90480" cy="88836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E6A1E09-D8AB-343B-C392-4911905C08DB}"/>
              </a:ext>
            </a:extLst>
          </p:cNvPr>
          <p:cNvCxnSpPr>
            <a:cxnSpLocks/>
            <a:endCxn id="94" idx="7"/>
          </p:cNvCxnSpPr>
          <p:nvPr/>
        </p:nvCxnSpPr>
        <p:spPr>
          <a:xfrm flipH="1">
            <a:off x="6273570" y="4470553"/>
            <a:ext cx="81063" cy="176159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0E977F0-9868-7F9B-BEEE-5C8A633A1B45}"/>
              </a:ext>
            </a:extLst>
          </p:cNvPr>
          <p:cNvCxnSpPr>
            <a:cxnSpLocks/>
            <a:stCxn id="93" idx="5"/>
            <a:endCxn id="99" idx="1"/>
          </p:cNvCxnSpPr>
          <p:nvPr/>
        </p:nvCxnSpPr>
        <p:spPr>
          <a:xfrm>
            <a:off x="6404703" y="4469228"/>
            <a:ext cx="45204" cy="186020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54F0605C-2223-8421-7B31-01C1CEB6C97C}"/>
              </a:ext>
            </a:extLst>
          </p:cNvPr>
          <p:cNvSpPr/>
          <p:nvPr/>
        </p:nvSpPr>
        <p:spPr>
          <a:xfrm>
            <a:off x="6546490" y="4241377"/>
            <a:ext cx="153717" cy="149141"/>
          </a:xfrm>
          <a:prstGeom prst="ellipse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bg1"/>
                </a:solidFill>
              </a:rPr>
              <a:t>p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89E8921-550C-F35B-0D06-F5DE75EEECCA}"/>
              </a:ext>
            </a:extLst>
          </p:cNvPr>
          <p:cNvSpPr/>
          <p:nvPr/>
        </p:nvSpPr>
        <p:spPr>
          <a:xfrm>
            <a:off x="6909243" y="3182416"/>
            <a:ext cx="682366" cy="769525"/>
          </a:xfrm>
          <a:prstGeom prst="rect">
            <a:avLst/>
          </a:prstGeom>
          <a:solidFill>
            <a:schemeClr val="bg1">
              <a:alpha val="80000"/>
            </a:schemeClr>
          </a:solidFill>
          <a:ln w="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1941796-9930-92A7-16DE-CD9DA72AAAE1}"/>
              </a:ext>
            </a:extLst>
          </p:cNvPr>
          <p:cNvSpPr/>
          <p:nvPr/>
        </p:nvSpPr>
        <p:spPr>
          <a:xfrm>
            <a:off x="6859716" y="3091748"/>
            <a:ext cx="682366" cy="812730"/>
          </a:xfrm>
          <a:prstGeom prst="rect">
            <a:avLst/>
          </a:prstGeom>
          <a:solidFill>
            <a:schemeClr val="bg1">
              <a:alpha val="80000"/>
            </a:schemeClr>
          </a:solidFill>
          <a:ln w="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142A25B-0234-1CCC-3F99-12EB3DE8810D}"/>
              </a:ext>
            </a:extLst>
          </p:cNvPr>
          <p:cNvSpPr/>
          <p:nvPr/>
        </p:nvSpPr>
        <p:spPr>
          <a:xfrm>
            <a:off x="6808965" y="3011150"/>
            <a:ext cx="682368" cy="851117"/>
          </a:xfrm>
          <a:prstGeom prst="rect">
            <a:avLst/>
          </a:prstGeom>
          <a:solidFill>
            <a:schemeClr val="bg1">
              <a:alpha val="80000"/>
            </a:schemeClr>
          </a:solidFill>
          <a:ln w="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E154C4E-9D6D-5298-1676-95F598FEAE6F}"/>
              </a:ext>
            </a:extLst>
          </p:cNvPr>
          <p:cNvSpPr/>
          <p:nvPr/>
        </p:nvSpPr>
        <p:spPr>
          <a:xfrm>
            <a:off x="6926770" y="3382107"/>
            <a:ext cx="90480" cy="83851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2AFC4497-697C-B143-D328-3349BC377343}"/>
              </a:ext>
            </a:extLst>
          </p:cNvPr>
          <p:cNvSpPr/>
          <p:nvPr/>
        </p:nvSpPr>
        <p:spPr>
          <a:xfrm>
            <a:off x="7135136" y="3139495"/>
            <a:ext cx="90480" cy="83851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C7B13386-1F4F-2838-6713-37CD900EB300}"/>
              </a:ext>
            </a:extLst>
          </p:cNvPr>
          <p:cNvSpPr/>
          <p:nvPr/>
        </p:nvSpPr>
        <p:spPr>
          <a:xfrm>
            <a:off x="7087296" y="3382107"/>
            <a:ext cx="90480" cy="83851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7AD953B9-B938-64DF-F47B-9EA90B865966}"/>
              </a:ext>
            </a:extLst>
          </p:cNvPr>
          <p:cNvSpPr/>
          <p:nvPr/>
        </p:nvSpPr>
        <p:spPr>
          <a:xfrm>
            <a:off x="6956163" y="3608923"/>
            <a:ext cx="90480" cy="83851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2B84463-1261-2EC4-AD37-3E1EFEC12C7F}"/>
              </a:ext>
            </a:extLst>
          </p:cNvPr>
          <p:cNvCxnSpPr>
            <a:cxnSpLocks/>
            <a:stCxn id="108" idx="7"/>
            <a:endCxn id="109" idx="3"/>
          </p:cNvCxnSpPr>
          <p:nvPr/>
        </p:nvCxnSpPr>
        <p:spPr>
          <a:xfrm flipV="1">
            <a:off x="7004000" y="3211066"/>
            <a:ext cx="144387" cy="183321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4A76799-7033-E911-3FAC-203B6684BD37}"/>
              </a:ext>
            </a:extLst>
          </p:cNvPr>
          <p:cNvCxnSpPr>
            <a:cxnSpLocks/>
            <a:stCxn id="109" idx="4"/>
            <a:endCxn id="110" idx="0"/>
          </p:cNvCxnSpPr>
          <p:nvPr/>
        </p:nvCxnSpPr>
        <p:spPr>
          <a:xfrm flipH="1">
            <a:off x="7132535" y="3223346"/>
            <a:ext cx="47840" cy="158761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83416CF-A5D1-CBB5-CEA6-09C6273B4331}"/>
              </a:ext>
            </a:extLst>
          </p:cNvPr>
          <p:cNvCxnSpPr>
            <a:cxnSpLocks/>
            <a:stCxn id="109" idx="6"/>
          </p:cNvCxnSpPr>
          <p:nvPr/>
        </p:nvCxnSpPr>
        <p:spPr>
          <a:xfrm>
            <a:off x="7225617" y="3181422"/>
            <a:ext cx="83293" cy="201559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83F872FA-8C6B-002C-2BA7-CF9720083722}"/>
              </a:ext>
            </a:extLst>
          </p:cNvPr>
          <p:cNvSpPr/>
          <p:nvPr/>
        </p:nvSpPr>
        <p:spPr>
          <a:xfrm>
            <a:off x="7263668" y="3379387"/>
            <a:ext cx="90480" cy="83851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E26A916E-57DE-7CEB-F232-44B8B26F3CD7}"/>
              </a:ext>
            </a:extLst>
          </p:cNvPr>
          <p:cNvSpPr/>
          <p:nvPr/>
        </p:nvSpPr>
        <p:spPr>
          <a:xfrm>
            <a:off x="7196480" y="3616979"/>
            <a:ext cx="90480" cy="83851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0B412DF-73C2-9BE0-F099-3160EF012364}"/>
              </a:ext>
            </a:extLst>
          </p:cNvPr>
          <p:cNvCxnSpPr>
            <a:cxnSpLocks/>
            <a:endCxn id="111" idx="7"/>
          </p:cNvCxnSpPr>
          <p:nvPr/>
        </p:nvCxnSpPr>
        <p:spPr>
          <a:xfrm flipH="1">
            <a:off x="7033393" y="3454929"/>
            <a:ext cx="81063" cy="166274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73DAFA39-1878-5D01-F4B4-4E5575FC7822}"/>
              </a:ext>
            </a:extLst>
          </p:cNvPr>
          <p:cNvCxnSpPr>
            <a:cxnSpLocks/>
            <a:endCxn id="116" idx="1"/>
          </p:cNvCxnSpPr>
          <p:nvPr/>
        </p:nvCxnSpPr>
        <p:spPr>
          <a:xfrm>
            <a:off x="7159473" y="3463099"/>
            <a:ext cx="50255" cy="166159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226FBD07-F12A-3E70-F7C7-F65C9A3E0E72}"/>
              </a:ext>
            </a:extLst>
          </p:cNvPr>
          <p:cNvSpPr/>
          <p:nvPr/>
        </p:nvSpPr>
        <p:spPr>
          <a:xfrm>
            <a:off x="7306314" y="3233273"/>
            <a:ext cx="155362" cy="146113"/>
          </a:xfrm>
          <a:prstGeom prst="ellipse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bg1"/>
                </a:solidFill>
              </a:rPr>
              <a:t>p</a:t>
            </a:r>
            <a:endParaRPr lang="en-US" sz="700" dirty="0">
              <a:solidFill>
                <a:schemeClr val="bg1"/>
              </a:solidFill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D8EA6BD-D291-015A-94C5-BB2CB6B1C01B}"/>
              </a:ext>
            </a:extLst>
          </p:cNvPr>
          <p:cNvCxnSpPr>
            <a:cxnSpLocks/>
            <a:endCxn id="119" idx="0"/>
          </p:cNvCxnSpPr>
          <p:nvPr/>
        </p:nvCxnSpPr>
        <p:spPr>
          <a:xfrm>
            <a:off x="7227005" y="3169306"/>
            <a:ext cx="156990" cy="63967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2DFCFB8-8A0D-9183-7CB2-BA543337298F}"/>
              </a:ext>
            </a:extLst>
          </p:cNvPr>
          <p:cNvCxnSpPr>
            <a:cxnSpLocks/>
            <a:stCxn id="92" idx="6"/>
            <a:endCxn id="102" idx="0"/>
          </p:cNvCxnSpPr>
          <p:nvPr/>
        </p:nvCxnSpPr>
        <p:spPr>
          <a:xfrm>
            <a:off x="6465793" y="4180783"/>
            <a:ext cx="157556" cy="60594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Oval 132">
            <a:extLst>
              <a:ext uri="{FF2B5EF4-FFF2-40B4-BE49-F238E27FC236}">
                <a16:creationId xmlns:a16="http://schemas.microsoft.com/office/drawing/2014/main" id="{1CD9A12F-EF1B-B050-2F85-EE78AFA4DA1E}"/>
              </a:ext>
            </a:extLst>
          </p:cNvPr>
          <p:cNvSpPr/>
          <p:nvPr/>
        </p:nvSpPr>
        <p:spPr>
          <a:xfrm>
            <a:off x="6246597" y="2873547"/>
            <a:ext cx="76859" cy="77492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669E92E1-7AEA-6186-3DC2-A618488C0350}"/>
              </a:ext>
            </a:extLst>
          </p:cNvPr>
          <p:cNvSpPr/>
          <p:nvPr/>
        </p:nvSpPr>
        <p:spPr>
          <a:xfrm>
            <a:off x="7152595" y="2807403"/>
            <a:ext cx="76859" cy="77492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D4A4B28-039E-D47B-7C9D-643048006850}"/>
              </a:ext>
            </a:extLst>
          </p:cNvPr>
          <p:cNvCxnSpPr>
            <a:stCxn id="133" idx="4"/>
            <a:endCxn id="92" idx="0"/>
          </p:cNvCxnSpPr>
          <p:nvPr/>
        </p:nvCxnSpPr>
        <p:spPr>
          <a:xfrm>
            <a:off x="6285027" y="2951039"/>
            <a:ext cx="135526" cy="118532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51CF566-163F-6B66-2606-F7938CBD63C6}"/>
              </a:ext>
            </a:extLst>
          </p:cNvPr>
          <p:cNvCxnSpPr>
            <a:stCxn id="133" idx="6"/>
            <a:endCxn id="134" idx="2"/>
          </p:cNvCxnSpPr>
          <p:nvPr/>
        </p:nvCxnSpPr>
        <p:spPr>
          <a:xfrm flipV="1">
            <a:off x="6323456" y="2846149"/>
            <a:ext cx="829139" cy="6614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5CD1CB8-B1DF-C64E-47A2-C143D67051A8}"/>
              </a:ext>
            </a:extLst>
          </p:cNvPr>
          <p:cNvCxnSpPr>
            <a:cxnSpLocks/>
            <a:stCxn id="134" idx="4"/>
            <a:endCxn id="109" idx="0"/>
          </p:cNvCxnSpPr>
          <p:nvPr/>
        </p:nvCxnSpPr>
        <p:spPr>
          <a:xfrm flipH="1">
            <a:off x="7180376" y="2884895"/>
            <a:ext cx="10649" cy="25460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974FC548-6513-41B3-C4C1-E6CBE2435229}"/>
              </a:ext>
            </a:extLst>
          </p:cNvPr>
          <p:cNvCxnSpPr>
            <a:cxnSpLocks/>
            <a:stCxn id="134" idx="5"/>
          </p:cNvCxnSpPr>
          <p:nvPr/>
        </p:nvCxnSpPr>
        <p:spPr>
          <a:xfrm>
            <a:off x="7218198" y="2873547"/>
            <a:ext cx="131467" cy="134322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97CEE49-9C17-12C7-FD83-C73CDF5212CA}"/>
              </a:ext>
            </a:extLst>
          </p:cNvPr>
          <p:cNvCxnSpPr/>
          <p:nvPr/>
        </p:nvCxnSpPr>
        <p:spPr>
          <a:xfrm>
            <a:off x="7209728" y="2884895"/>
            <a:ext cx="53940" cy="11901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24358F3E-E27A-C9A4-F089-F311509CC8BF}"/>
              </a:ext>
            </a:extLst>
          </p:cNvPr>
          <p:cNvSpPr txBox="1"/>
          <p:nvPr/>
        </p:nvSpPr>
        <p:spPr>
          <a:xfrm>
            <a:off x="6027494" y="2646258"/>
            <a:ext cx="45503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F065F8D-53C0-D446-F199-1FC34BED753E}"/>
              </a:ext>
            </a:extLst>
          </p:cNvPr>
          <p:cNvSpPr txBox="1"/>
          <p:nvPr/>
        </p:nvSpPr>
        <p:spPr>
          <a:xfrm>
            <a:off x="7091603" y="2587648"/>
            <a:ext cx="68236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23EE26B-9670-78C5-BF56-EB9A6AE91FFB}"/>
              </a:ext>
            </a:extLst>
          </p:cNvPr>
          <p:cNvSpPr txBox="1"/>
          <p:nvPr/>
        </p:nvSpPr>
        <p:spPr>
          <a:xfrm>
            <a:off x="6574547" y="2068228"/>
            <a:ext cx="68236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274D08C3-558A-8481-0786-CE780EFF7045}"/>
              </a:ext>
            </a:extLst>
          </p:cNvPr>
          <p:cNvCxnSpPr>
            <a:cxnSpLocks/>
          </p:cNvCxnSpPr>
          <p:nvPr/>
        </p:nvCxnSpPr>
        <p:spPr>
          <a:xfrm flipH="1" flipV="1">
            <a:off x="4708242" y="2961564"/>
            <a:ext cx="2100723" cy="177931"/>
          </a:xfrm>
          <a:prstGeom prst="straightConnector1">
            <a:avLst/>
          </a:prstGeom>
          <a:ln w="12700">
            <a:solidFill>
              <a:schemeClr val="accent2"/>
            </a:solidFill>
            <a:prstDash val="lg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60748103-C4C2-D49E-3299-F03903EA8887}"/>
              </a:ext>
            </a:extLst>
          </p:cNvPr>
          <p:cNvSpPr txBox="1"/>
          <p:nvPr/>
        </p:nvSpPr>
        <p:spPr>
          <a:xfrm rot="254886">
            <a:off x="5121335" y="2833948"/>
            <a:ext cx="88995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Cdb Session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AD833251-5956-31A9-574C-64F2476E55DB}"/>
              </a:ext>
            </a:extLst>
          </p:cNvPr>
          <p:cNvCxnSpPr/>
          <p:nvPr/>
        </p:nvCxnSpPr>
        <p:spPr>
          <a:xfrm>
            <a:off x="4745358" y="3394387"/>
            <a:ext cx="1282136" cy="741978"/>
          </a:xfrm>
          <a:prstGeom prst="straightConnector1">
            <a:avLst/>
          </a:prstGeom>
          <a:ln w="12700">
            <a:solidFill>
              <a:schemeClr val="accent2"/>
            </a:solidFill>
            <a:prstDash val="lg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0E5CE7EC-90A5-074B-1A67-677B42938736}"/>
              </a:ext>
            </a:extLst>
          </p:cNvPr>
          <p:cNvSpPr txBox="1"/>
          <p:nvPr/>
        </p:nvSpPr>
        <p:spPr>
          <a:xfrm rot="1847077">
            <a:off x="5080494" y="3633658"/>
            <a:ext cx="88995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Maapi Trans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63" name="Curved Connector 162">
            <a:extLst>
              <a:ext uri="{FF2B5EF4-FFF2-40B4-BE49-F238E27FC236}">
                <a16:creationId xmlns:a16="http://schemas.microsoft.com/office/drawing/2014/main" id="{9D03BBBE-54AB-711C-D7B7-7EFFD79ADD07}"/>
              </a:ext>
            </a:extLst>
          </p:cNvPr>
          <p:cNvCxnSpPr>
            <a:cxnSpLocks/>
            <a:stCxn id="119" idx="6"/>
          </p:cNvCxnSpPr>
          <p:nvPr/>
        </p:nvCxnSpPr>
        <p:spPr>
          <a:xfrm flipH="1">
            <a:off x="6713115" y="3306330"/>
            <a:ext cx="748561" cy="1009618"/>
          </a:xfrm>
          <a:prstGeom prst="curvedConnector4">
            <a:avLst>
              <a:gd name="adj1" fmla="val -43263"/>
              <a:gd name="adj2" fmla="val 99846"/>
            </a:avLst>
          </a:prstGeom>
          <a:ln w="12700">
            <a:solidFill>
              <a:schemeClr val="accent2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Elbow Connector 188">
            <a:extLst>
              <a:ext uri="{FF2B5EF4-FFF2-40B4-BE49-F238E27FC236}">
                <a16:creationId xmlns:a16="http://schemas.microsoft.com/office/drawing/2014/main" id="{00B66D2F-1096-BEEF-9C84-51E7069559E0}"/>
              </a:ext>
            </a:extLst>
          </p:cNvPr>
          <p:cNvCxnSpPr>
            <a:cxnSpLocks/>
          </p:cNvCxnSpPr>
          <p:nvPr/>
        </p:nvCxnSpPr>
        <p:spPr>
          <a:xfrm rot="10800000" flipV="1">
            <a:off x="5063573" y="4315948"/>
            <a:ext cx="2320423" cy="899651"/>
          </a:xfrm>
          <a:prstGeom prst="bentConnector3">
            <a:avLst>
              <a:gd name="adj1" fmla="val 742"/>
            </a:avLst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Elbow Connector 193">
            <a:extLst>
              <a:ext uri="{FF2B5EF4-FFF2-40B4-BE49-F238E27FC236}">
                <a16:creationId xmlns:a16="http://schemas.microsoft.com/office/drawing/2014/main" id="{D6C50215-6AD7-5F81-3900-1C58B02B32BA}"/>
              </a:ext>
            </a:extLst>
          </p:cNvPr>
          <p:cNvCxnSpPr>
            <a:cxnSpLocks/>
          </p:cNvCxnSpPr>
          <p:nvPr/>
        </p:nvCxnSpPr>
        <p:spPr>
          <a:xfrm>
            <a:off x="4435229" y="4125049"/>
            <a:ext cx="1235898" cy="1090551"/>
          </a:xfrm>
          <a:prstGeom prst="bentConnector3">
            <a:avLst>
              <a:gd name="adj1" fmla="val -586"/>
            </a:avLst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DDC1A44D-0E27-B705-1C91-E883A00F7723}"/>
              </a:ext>
            </a:extLst>
          </p:cNvPr>
          <p:cNvSpPr txBox="1"/>
          <p:nvPr/>
        </p:nvSpPr>
        <p:spPr>
          <a:xfrm>
            <a:off x="4365340" y="5214081"/>
            <a:ext cx="190823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hakra Petch" pitchFamily="2" charset="-34"/>
              </a:rPr>
              <a:t>Maapi.ncsMovePrivateData(..)</a:t>
            </a:r>
            <a:endParaRPr lang="en-US" dirty="0">
              <a:solidFill>
                <a:srgbClr val="3FB4E0"/>
              </a:solidFill>
              <a:cs typeface="Chakra Petch" pitchFamily="2" charset="-34"/>
            </a:endParaRPr>
          </a:p>
        </p:txBody>
      </p:sp>
      <p:sp>
        <p:nvSpPr>
          <p:cNvPr id="3" name="Right Bracket 2">
            <a:extLst>
              <a:ext uri="{FF2B5EF4-FFF2-40B4-BE49-F238E27FC236}">
                <a16:creationId xmlns:a16="http://schemas.microsoft.com/office/drawing/2014/main" id="{3D418C68-EEDC-2BEF-C098-BD127F43BFA8}"/>
              </a:ext>
            </a:extLst>
          </p:cNvPr>
          <p:cNvSpPr/>
          <p:nvPr/>
        </p:nvSpPr>
        <p:spPr>
          <a:xfrm>
            <a:off x="4925936" y="1645615"/>
            <a:ext cx="159722" cy="2850924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725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5961E-5A79-1799-5EED-63F423840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AE717E-8B02-1A2E-FFA2-D4B5CE1B8056}"/>
              </a:ext>
            </a:extLst>
          </p:cNvPr>
          <p:cNvSpPr/>
          <p:nvPr/>
        </p:nvSpPr>
        <p:spPr>
          <a:xfrm>
            <a:off x="3566984" y="1414585"/>
            <a:ext cx="5288692" cy="3790094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74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8CA0BE-BCC4-1DBB-5F05-9D47976D0C3C}"/>
              </a:ext>
            </a:extLst>
          </p:cNvPr>
          <p:cNvSpPr/>
          <p:nvPr/>
        </p:nvSpPr>
        <p:spPr>
          <a:xfrm>
            <a:off x="5220873" y="1652093"/>
            <a:ext cx="1611517" cy="3363847"/>
          </a:xfrm>
          <a:prstGeom prst="roundRect">
            <a:avLst/>
          </a:prstGeom>
          <a:solidFill>
            <a:srgbClr val="3FB4E0">
              <a:alpha val="3003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75A97D2A-3922-3167-2E8B-DC3C53F2A3D7}"/>
              </a:ext>
            </a:extLst>
          </p:cNvPr>
          <p:cNvSpPr/>
          <p:nvPr/>
        </p:nvSpPr>
        <p:spPr>
          <a:xfrm>
            <a:off x="5602189" y="1855009"/>
            <a:ext cx="857282" cy="910197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CBB0FF1-9698-4DA4-480D-48038C7A2D63}"/>
              </a:ext>
            </a:extLst>
          </p:cNvPr>
          <p:cNvGrpSpPr/>
          <p:nvPr/>
        </p:nvGrpSpPr>
        <p:grpSpPr>
          <a:xfrm>
            <a:off x="5885068" y="2206284"/>
            <a:ext cx="291523" cy="207645"/>
            <a:chOff x="3471626" y="4318347"/>
            <a:chExt cx="817162" cy="655434"/>
          </a:xfrm>
          <a:effectLst/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21F16FC-B495-F092-2AE5-832ADD779BDE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CC031BA-7BDF-36A9-F409-3A9AAAB82867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30F4B3F-BDD4-F149-6A64-71BE021481A1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EC9F29A-D362-39D6-E042-CC1FCE2696A9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0C8C75E-C63D-D8BD-6CD9-77A52AB1A6D1}"/>
                </a:ext>
              </a:extLst>
            </p:cNvPr>
            <p:cNvCxnSpPr>
              <a:cxnSpLocks/>
              <a:endCxn id="10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5EA6FD6-3895-B70D-C58A-8D186CEFDE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3F0D926-8B79-1921-FEE5-3492C82D889D}"/>
                </a:ext>
              </a:extLst>
            </p:cNvPr>
            <p:cNvCxnSpPr>
              <a:cxnSpLocks/>
              <a:stCxn id="10" idx="5"/>
              <a:endCxn id="17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6F3BA02-4544-B07E-5107-E5879984A4F2}"/>
                </a:ext>
              </a:extLst>
            </p:cNvPr>
            <p:cNvCxnSpPr>
              <a:cxnSpLocks/>
              <a:stCxn id="17" idx="5"/>
              <a:endCxn id="12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1234C73-333B-BC56-C8C5-F40B0DACBAA7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71D3FA1-000E-5260-2068-D599F82D11D5}"/>
              </a:ext>
            </a:extLst>
          </p:cNvPr>
          <p:cNvSpPr txBox="1"/>
          <p:nvPr/>
        </p:nvSpPr>
        <p:spPr>
          <a:xfrm>
            <a:off x="5505943" y="2843517"/>
            <a:ext cx="103721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i="1" dirty="0">
                <a:solidFill>
                  <a:srgbClr val="3FB4E0"/>
                </a:solidFill>
              </a:rPr>
              <a:t>-server</a:t>
            </a:r>
            <a:r>
              <a:rPr lang="en-US" sz="1000" dirty="0">
                <a:solidFill>
                  <a:srgbClr val="3FB4E0"/>
                </a:solidFill>
              </a:rPr>
              <a:t>:</a:t>
            </a:r>
          </a:p>
          <a:p>
            <a:r>
              <a:rPr lang="en-US" sz="1000" dirty="0">
                <a:solidFill>
                  <a:srgbClr val="3FB4E0"/>
                </a:solidFill>
              </a:rPr>
              <a:t>203.0.113.18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9CE802-6D8C-71D7-6952-610608B363FE}"/>
              </a:ext>
            </a:extLst>
          </p:cNvPr>
          <p:cNvSpPr txBox="1"/>
          <p:nvPr/>
        </p:nvSpPr>
        <p:spPr>
          <a:xfrm>
            <a:off x="3863144" y="1754376"/>
            <a:ext cx="1286586" cy="286232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Transaction T1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Start transaction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Read </a:t>
            </a:r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i="1" dirty="0">
                <a:solidFill>
                  <a:srgbClr val="3FB4E0"/>
                </a:solidFill>
              </a:rPr>
              <a:t>-server</a:t>
            </a:r>
            <a:r>
              <a:rPr lang="en-US" sz="1000" dirty="0">
                <a:solidFill>
                  <a:srgbClr val="3FB4E0"/>
                </a:solidFill>
              </a:rPr>
              <a:t>:</a:t>
            </a:r>
          </a:p>
          <a:p>
            <a:pPr marL="171450" indent="-171450">
              <a:buFont typeface="Symbol" pitchFamily="2" charset="2"/>
              <a:buChar char="Þ"/>
            </a:pPr>
            <a:r>
              <a:rPr lang="en-US" sz="1000" dirty="0">
                <a:solidFill>
                  <a:srgbClr val="3FB4E0"/>
                </a:solidFill>
              </a:rPr>
              <a:t>203.0.113.18</a:t>
            </a:r>
          </a:p>
          <a:p>
            <a:pPr marL="171450" indent="-171450">
              <a:buFont typeface="Symbol" pitchFamily="2" charset="2"/>
              <a:buChar char="Þ"/>
            </a:pPr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Set </a:t>
            </a:r>
            <a:r>
              <a:rPr lang="en-US" sz="1000" i="1" dirty="0">
                <a:solidFill>
                  <a:srgbClr val="3FB4E0"/>
                </a:solidFill>
              </a:rPr>
              <a:t>svc1/</a:t>
            </a:r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dirty="0">
                <a:solidFill>
                  <a:srgbClr val="3FB4E0"/>
                </a:solidFill>
              </a:rPr>
              <a:t> to:</a:t>
            </a:r>
          </a:p>
          <a:p>
            <a:r>
              <a:rPr lang="en-US" sz="1000" dirty="0">
                <a:solidFill>
                  <a:srgbClr val="3FB4E0"/>
                </a:solidFill>
              </a:rPr>
              <a:t>203.0.113.18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Commit: </a:t>
            </a:r>
          </a:p>
        </p:txBody>
      </p:sp>
      <p:pic>
        <p:nvPicPr>
          <p:cNvPr id="21" name="Graphic 20" descr="Checkbox Checked with solid fill">
            <a:extLst>
              <a:ext uri="{FF2B5EF4-FFF2-40B4-BE49-F238E27FC236}">
                <a16:creationId xmlns:a16="http://schemas.microsoft.com/office/drawing/2014/main" id="{501D57D7-6B12-89DD-8E16-2138D2154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6955" y="4313120"/>
            <a:ext cx="299417" cy="299417"/>
          </a:xfrm>
          <a:prstGeom prst="rect">
            <a:avLst/>
          </a:prstGeom>
          <a:effectLst/>
        </p:spPr>
      </p:pic>
      <p:sp>
        <p:nvSpPr>
          <p:cNvPr id="22" name="Folded Corner 21">
            <a:extLst>
              <a:ext uri="{FF2B5EF4-FFF2-40B4-BE49-F238E27FC236}">
                <a16:creationId xmlns:a16="http://schemas.microsoft.com/office/drawing/2014/main" id="{399FF85E-0B51-7417-4871-E0138B1AB607}"/>
              </a:ext>
            </a:extLst>
          </p:cNvPr>
          <p:cNvSpPr/>
          <p:nvPr/>
        </p:nvSpPr>
        <p:spPr>
          <a:xfrm>
            <a:off x="3803425" y="1653320"/>
            <a:ext cx="1349293" cy="3363847"/>
          </a:xfrm>
          <a:prstGeom prst="foldedCorner">
            <a:avLst/>
          </a:prstGeom>
          <a:ln w="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72016B-A196-5F77-4713-D101CFB6278C}"/>
              </a:ext>
            </a:extLst>
          </p:cNvPr>
          <p:cNvSpPr txBox="1"/>
          <p:nvPr/>
        </p:nvSpPr>
        <p:spPr>
          <a:xfrm>
            <a:off x="6987470" y="1750215"/>
            <a:ext cx="1286586" cy="31700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T2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Start transaction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Read </a:t>
            </a:r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i="1" dirty="0">
                <a:solidFill>
                  <a:srgbClr val="3FB4E0"/>
                </a:solidFill>
              </a:rPr>
              <a:t>-server</a:t>
            </a:r>
            <a:r>
              <a:rPr lang="en-US" sz="1000" dirty="0">
                <a:solidFill>
                  <a:srgbClr val="3FB4E0"/>
                </a:solidFill>
              </a:rPr>
              <a:t>:</a:t>
            </a:r>
          </a:p>
          <a:p>
            <a:pPr marL="171450" indent="-171450">
              <a:buFont typeface="Symbol" pitchFamily="2" charset="2"/>
              <a:buChar char="Þ"/>
            </a:pPr>
            <a:r>
              <a:rPr lang="en-US" sz="1000" dirty="0">
                <a:solidFill>
                  <a:srgbClr val="3FB4E0"/>
                </a:solidFill>
              </a:rPr>
              <a:t>203.0.113.18</a:t>
            </a:r>
          </a:p>
          <a:p>
            <a:pPr marL="171450" indent="-171450">
              <a:buFont typeface="Symbol" pitchFamily="2" charset="2"/>
              <a:buChar char="Þ"/>
            </a:pPr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Set </a:t>
            </a:r>
            <a:r>
              <a:rPr lang="en-US" sz="1000" i="1" dirty="0">
                <a:solidFill>
                  <a:srgbClr val="3FB4E0"/>
                </a:solidFill>
              </a:rPr>
              <a:t>svc2/</a:t>
            </a:r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dirty="0">
                <a:solidFill>
                  <a:srgbClr val="3FB4E0"/>
                </a:solidFill>
              </a:rPr>
              <a:t> to:</a:t>
            </a:r>
          </a:p>
          <a:p>
            <a:r>
              <a:rPr lang="en-US" sz="1000" dirty="0">
                <a:solidFill>
                  <a:srgbClr val="3FB4E0"/>
                </a:solidFill>
              </a:rPr>
              <a:t>203.0.113.18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Commit: </a:t>
            </a:r>
          </a:p>
        </p:txBody>
      </p:sp>
      <p:sp>
        <p:nvSpPr>
          <p:cNvPr id="25" name="Folded Corner 24">
            <a:extLst>
              <a:ext uri="{FF2B5EF4-FFF2-40B4-BE49-F238E27FC236}">
                <a16:creationId xmlns:a16="http://schemas.microsoft.com/office/drawing/2014/main" id="{ACB50447-1851-7711-4D96-35F0E9D9A06D}"/>
              </a:ext>
            </a:extLst>
          </p:cNvPr>
          <p:cNvSpPr/>
          <p:nvPr/>
        </p:nvSpPr>
        <p:spPr>
          <a:xfrm>
            <a:off x="6898866" y="1650626"/>
            <a:ext cx="1226591" cy="3366542"/>
          </a:xfrm>
          <a:prstGeom prst="foldedCorner">
            <a:avLst/>
          </a:prstGeom>
          <a:ln w="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2FC9AEE-7388-E699-F847-45EB492CD64D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8589831" y="1978119"/>
            <a:ext cx="0" cy="268731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784A46C-414D-5B69-BDB2-871C3187C10D}"/>
              </a:ext>
            </a:extLst>
          </p:cNvPr>
          <p:cNvSpPr txBox="1"/>
          <p:nvPr/>
        </p:nvSpPr>
        <p:spPr>
          <a:xfrm>
            <a:off x="8133167" y="1731898"/>
            <a:ext cx="91332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Time</a:t>
            </a:r>
            <a:endParaRPr lang="en-US" dirty="0">
              <a:solidFill>
                <a:srgbClr val="3FB4E0"/>
              </a:solidFill>
            </a:endParaRPr>
          </a:p>
        </p:txBody>
      </p:sp>
      <p:pic>
        <p:nvPicPr>
          <p:cNvPr id="20" name="Graphic 19" descr="Checkbox Checked with solid fill">
            <a:extLst>
              <a:ext uri="{FF2B5EF4-FFF2-40B4-BE49-F238E27FC236}">
                <a16:creationId xmlns:a16="http://schemas.microsoft.com/office/drawing/2014/main" id="{2E9338FE-0342-1350-7E6B-6A04CB412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2161" y="4626295"/>
            <a:ext cx="299417" cy="29941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2027713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E0788-4F4C-694C-071C-147A8D08E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068DFD-DCAC-A07B-077D-D46B5E17A0FC}"/>
              </a:ext>
            </a:extLst>
          </p:cNvPr>
          <p:cNvSpPr/>
          <p:nvPr/>
        </p:nvSpPr>
        <p:spPr>
          <a:xfrm>
            <a:off x="3540722" y="1546917"/>
            <a:ext cx="5401479" cy="3444469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193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1392DCF-18AC-4EC0-ED86-B73677D101DB}"/>
              </a:ext>
            </a:extLst>
          </p:cNvPr>
          <p:cNvSpPr/>
          <p:nvPr/>
        </p:nvSpPr>
        <p:spPr>
          <a:xfrm>
            <a:off x="5154612" y="1731606"/>
            <a:ext cx="1611517" cy="3014804"/>
          </a:xfrm>
          <a:prstGeom prst="roundRect">
            <a:avLst/>
          </a:prstGeom>
          <a:solidFill>
            <a:srgbClr val="3FB4E0">
              <a:alpha val="3016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5C6D4511-96E9-E533-0C55-8982E3E58BBC}"/>
              </a:ext>
            </a:extLst>
          </p:cNvPr>
          <p:cNvSpPr/>
          <p:nvPr/>
        </p:nvSpPr>
        <p:spPr>
          <a:xfrm>
            <a:off x="5535928" y="1934521"/>
            <a:ext cx="857282" cy="910197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308719-9B3D-C374-F631-9E7FB33F2EE4}"/>
              </a:ext>
            </a:extLst>
          </p:cNvPr>
          <p:cNvSpPr/>
          <p:nvPr/>
        </p:nvSpPr>
        <p:spPr>
          <a:xfrm>
            <a:off x="5818807" y="2340909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48F672B-CF6E-BF2D-F47D-64AEC24456AF}"/>
              </a:ext>
            </a:extLst>
          </p:cNvPr>
          <p:cNvSpPr/>
          <p:nvPr/>
        </p:nvSpPr>
        <p:spPr>
          <a:xfrm>
            <a:off x="5906002" y="2285796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BD99B7C-11C5-9354-8312-3C726A0E3140}"/>
              </a:ext>
            </a:extLst>
          </p:cNvPr>
          <p:cNvSpPr/>
          <p:nvPr/>
        </p:nvSpPr>
        <p:spPr>
          <a:xfrm>
            <a:off x="5891640" y="2420163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FD8A158-B4BD-1391-C49B-BF8130A7BE48}"/>
              </a:ext>
            </a:extLst>
          </p:cNvPr>
          <p:cNvSpPr/>
          <p:nvPr/>
        </p:nvSpPr>
        <p:spPr>
          <a:xfrm>
            <a:off x="6055961" y="2445160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FEB978-0290-D01C-08A8-ACF3681B52B6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5873176" y="2327007"/>
            <a:ext cx="40788" cy="26247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060369-D5E7-593E-9F77-9020620DA9D5}"/>
              </a:ext>
            </a:extLst>
          </p:cNvPr>
          <p:cNvCxnSpPr>
            <a:cxnSpLocks/>
          </p:cNvCxnSpPr>
          <p:nvPr/>
        </p:nvCxnSpPr>
        <p:spPr>
          <a:xfrm flipV="1">
            <a:off x="5941717" y="2401992"/>
            <a:ext cx="40788" cy="26247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D8B6CAE-0721-577C-7F29-6B0B3995D72D}"/>
              </a:ext>
            </a:extLst>
          </p:cNvPr>
          <p:cNvCxnSpPr>
            <a:cxnSpLocks/>
            <a:stCxn id="10" idx="5"/>
            <a:endCxn id="17" idx="1"/>
          </p:cNvCxnSpPr>
          <p:nvPr/>
        </p:nvCxnSpPr>
        <p:spPr>
          <a:xfrm>
            <a:off x="5952409" y="2327007"/>
            <a:ext cx="34389" cy="45114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683C23-6950-7F60-4C88-70012DC771C3}"/>
              </a:ext>
            </a:extLst>
          </p:cNvPr>
          <p:cNvCxnSpPr>
            <a:cxnSpLocks/>
            <a:stCxn id="17" idx="5"/>
            <a:endCxn id="12" idx="1"/>
          </p:cNvCxnSpPr>
          <p:nvPr/>
        </p:nvCxnSpPr>
        <p:spPr>
          <a:xfrm>
            <a:off x="6025242" y="2406261"/>
            <a:ext cx="38681" cy="4597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C767BB2-D79D-6990-C50B-1D5E6B0D61B7}"/>
              </a:ext>
            </a:extLst>
          </p:cNvPr>
          <p:cNvSpPr/>
          <p:nvPr/>
        </p:nvSpPr>
        <p:spPr>
          <a:xfrm>
            <a:off x="5978836" y="2365050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B970DF-150F-9188-1E8C-E964B67964D1}"/>
              </a:ext>
            </a:extLst>
          </p:cNvPr>
          <p:cNvSpPr txBox="1"/>
          <p:nvPr/>
        </p:nvSpPr>
        <p:spPr>
          <a:xfrm>
            <a:off x="5439682" y="2850469"/>
            <a:ext cx="981552" cy="116955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i="1" dirty="0">
                <a:solidFill>
                  <a:srgbClr val="3FB4E0"/>
                </a:solidFill>
              </a:rPr>
              <a:t>-server</a:t>
            </a:r>
            <a:r>
              <a:rPr lang="en-US" sz="1000" dirty="0">
                <a:solidFill>
                  <a:srgbClr val="3FB4E0"/>
                </a:solidFill>
              </a:rPr>
              <a:t>:</a:t>
            </a:r>
          </a:p>
          <a:p>
            <a:r>
              <a:rPr lang="en-US" sz="1000" dirty="0">
                <a:solidFill>
                  <a:srgbClr val="3FB4E0"/>
                </a:solidFill>
              </a:rPr>
              <a:t>203.0.113.18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i="1" dirty="0">
                <a:solidFill>
                  <a:srgbClr val="3FB4E0"/>
                </a:solidFill>
              </a:rPr>
              <a:t>-server</a:t>
            </a:r>
            <a:r>
              <a:rPr lang="en-US" sz="1000" dirty="0">
                <a:solidFill>
                  <a:srgbClr val="3FB4E0"/>
                </a:solidFill>
              </a:rPr>
              <a:t>:</a:t>
            </a:r>
          </a:p>
          <a:p>
            <a:r>
              <a:rPr lang="en-US" sz="1000" strike="sngStrike" dirty="0">
                <a:solidFill>
                  <a:srgbClr val="FF0000"/>
                </a:solidFill>
              </a:rPr>
              <a:t>203.0.113.18</a:t>
            </a:r>
          </a:p>
          <a:p>
            <a:r>
              <a:rPr lang="en-US" sz="1000" dirty="0">
                <a:solidFill>
                  <a:srgbClr val="3FB4E0"/>
                </a:solidFill>
              </a:rPr>
              <a:t>198.51.100.70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C88299-30D7-277E-81DD-F3D0BB1BF337}"/>
              </a:ext>
            </a:extLst>
          </p:cNvPr>
          <p:cNvSpPr txBox="1"/>
          <p:nvPr/>
        </p:nvSpPr>
        <p:spPr>
          <a:xfrm>
            <a:off x="3778098" y="1831194"/>
            <a:ext cx="1286586" cy="286232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Transaction T1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Start transaction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Read </a:t>
            </a:r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i="1" dirty="0">
                <a:solidFill>
                  <a:srgbClr val="3FB4E0"/>
                </a:solidFill>
              </a:rPr>
              <a:t>-server</a:t>
            </a:r>
            <a:r>
              <a:rPr lang="en-US" sz="1000" dirty="0">
                <a:solidFill>
                  <a:srgbClr val="3FB4E0"/>
                </a:solidFill>
              </a:rPr>
              <a:t>:</a:t>
            </a:r>
          </a:p>
          <a:p>
            <a:pPr marL="171450" indent="-171450">
              <a:buFont typeface="Symbol" pitchFamily="2" charset="2"/>
              <a:buChar char="Þ"/>
            </a:pPr>
            <a:r>
              <a:rPr lang="en-US" sz="1000" dirty="0">
                <a:solidFill>
                  <a:srgbClr val="3FB4E0"/>
                </a:solidFill>
              </a:rPr>
              <a:t>203.0.113.18</a:t>
            </a:r>
          </a:p>
          <a:p>
            <a:pPr marL="171450" indent="-171450">
              <a:buFont typeface="Symbol" pitchFamily="2" charset="2"/>
              <a:buChar char="Þ"/>
            </a:pPr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Set </a:t>
            </a:r>
            <a:r>
              <a:rPr lang="en-US" sz="1000" i="1" dirty="0">
                <a:solidFill>
                  <a:srgbClr val="3FB4E0"/>
                </a:solidFill>
              </a:rPr>
              <a:t>svc1/</a:t>
            </a:r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dirty="0">
                <a:solidFill>
                  <a:srgbClr val="3FB4E0"/>
                </a:solidFill>
              </a:rPr>
              <a:t> to:</a:t>
            </a:r>
          </a:p>
          <a:p>
            <a:r>
              <a:rPr lang="en-US" sz="1000" dirty="0">
                <a:solidFill>
                  <a:srgbClr val="3FB4E0"/>
                </a:solidFill>
              </a:rPr>
              <a:t>203.0.113.18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Commit: </a:t>
            </a:r>
          </a:p>
          <a:p>
            <a:r>
              <a:rPr lang="en-US" sz="1000" dirty="0">
                <a:solidFill>
                  <a:srgbClr val="3FB4E0"/>
                </a:solidFill>
              </a:rPr>
              <a:t>(conflict, would use</a:t>
            </a:r>
          </a:p>
          <a:p>
            <a:r>
              <a:rPr lang="en-US" sz="1000" dirty="0">
                <a:solidFill>
                  <a:srgbClr val="3FB4E0"/>
                </a:solidFill>
              </a:rPr>
              <a:t>old </a:t>
            </a:r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i="1" dirty="0">
                <a:solidFill>
                  <a:srgbClr val="3FB4E0"/>
                </a:solidFill>
              </a:rPr>
              <a:t>-server</a:t>
            </a:r>
            <a:r>
              <a:rPr lang="en-US" sz="1000" dirty="0">
                <a:solidFill>
                  <a:srgbClr val="3FB4E0"/>
                </a:solidFill>
              </a:rPr>
              <a:t>)</a:t>
            </a:r>
          </a:p>
        </p:txBody>
      </p:sp>
      <p:sp>
        <p:nvSpPr>
          <p:cNvPr id="22" name="Folded Corner 21">
            <a:extLst>
              <a:ext uri="{FF2B5EF4-FFF2-40B4-BE49-F238E27FC236}">
                <a16:creationId xmlns:a16="http://schemas.microsoft.com/office/drawing/2014/main" id="{29E1CAB7-7D89-9DB6-9DBF-8D17C3E05E85}"/>
              </a:ext>
            </a:extLst>
          </p:cNvPr>
          <p:cNvSpPr/>
          <p:nvPr/>
        </p:nvSpPr>
        <p:spPr>
          <a:xfrm>
            <a:off x="3727398" y="1731605"/>
            <a:ext cx="1337285" cy="3014803"/>
          </a:xfrm>
          <a:prstGeom prst="foldedCorner">
            <a:avLst/>
          </a:prstGeom>
          <a:ln w="0">
            <a:solidFill>
              <a:srgbClr val="3FB4E0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FB4E0"/>
                </a:solidFill>
              </a:rPr>
              <a:t> 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7225B2-3F92-EDA0-6024-4F20ED8C54FA}"/>
              </a:ext>
            </a:extLst>
          </p:cNvPr>
          <p:cNvSpPr txBox="1"/>
          <p:nvPr/>
        </p:nvSpPr>
        <p:spPr>
          <a:xfrm>
            <a:off x="7043937" y="1829727"/>
            <a:ext cx="1286586" cy="240065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T2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Start transaction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Set </a:t>
            </a:r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i="1" dirty="0">
                <a:solidFill>
                  <a:srgbClr val="3FB4E0"/>
                </a:solidFill>
              </a:rPr>
              <a:t>-server to</a:t>
            </a:r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     198.51.100.70</a:t>
            </a:r>
          </a:p>
          <a:p>
            <a:pPr marL="171450" indent="-171450">
              <a:buFont typeface="Symbol" pitchFamily="2" charset="2"/>
              <a:buChar char="Þ"/>
            </a:pPr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Commit: </a:t>
            </a:r>
          </a:p>
        </p:txBody>
      </p:sp>
      <p:pic>
        <p:nvPicPr>
          <p:cNvPr id="24" name="Graphic 23" descr="Checkbox Checked with solid fill">
            <a:extLst>
              <a:ext uri="{FF2B5EF4-FFF2-40B4-BE49-F238E27FC236}">
                <a16:creationId xmlns:a16="http://schemas.microsoft.com/office/drawing/2014/main" id="{26C92FD7-78EF-3F64-5B3D-45F45B59A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9088" y="3933463"/>
            <a:ext cx="299417" cy="299417"/>
          </a:xfrm>
          <a:prstGeom prst="rect">
            <a:avLst/>
          </a:prstGeom>
          <a:effectLst/>
        </p:spPr>
      </p:pic>
      <p:sp>
        <p:nvSpPr>
          <p:cNvPr id="25" name="Folded Corner 24">
            <a:extLst>
              <a:ext uri="{FF2B5EF4-FFF2-40B4-BE49-F238E27FC236}">
                <a16:creationId xmlns:a16="http://schemas.microsoft.com/office/drawing/2014/main" id="{EA874472-B4D0-697C-C87C-D2F1870D610D}"/>
              </a:ext>
            </a:extLst>
          </p:cNvPr>
          <p:cNvSpPr/>
          <p:nvPr/>
        </p:nvSpPr>
        <p:spPr>
          <a:xfrm>
            <a:off x="6865641" y="1730138"/>
            <a:ext cx="1341451" cy="3014803"/>
          </a:xfrm>
          <a:prstGeom prst="foldedCorner">
            <a:avLst/>
          </a:prstGeom>
          <a:ln w="0">
            <a:solidFill>
              <a:srgbClr val="3FB4E0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7E116B-6563-3C9B-3AD1-918956A0D00C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8578502" y="2057631"/>
            <a:ext cx="0" cy="268731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663372D-D5FF-C03E-440C-7227D7602AE8}"/>
              </a:ext>
            </a:extLst>
          </p:cNvPr>
          <p:cNvSpPr txBox="1"/>
          <p:nvPr/>
        </p:nvSpPr>
        <p:spPr>
          <a:xfrm>
            <a:off x="8214802" y="1811410"/>
            <a:ext cx="7274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Time</a:t>
            </a:r>
            <a:endParaRPr lang="en-US" dirty="0">
              <a:solidFill>
                <a:srgbClr val="3FB4E0"/>
              </a:solidFill>
            </a:endParaRPr>
          </a:p>
        </p:txBody>
      </p:sp>
      <p:pic>
        <p:nvPicPr>
          <p:cNvPr id="3" name="Graphic 2" descr="Checkbox Crossed with solid fill">
            <a:extLst>
              <a:ext uri="{FF2B5EF4-FFF2-40B4-BE49-F238E27FC236}">
                <a16:creationId xmlns:a16="http://schemas.microsoft.com/office/drawing/2014/main" id="{F83A8805-C00D-2349-9234-E856605449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9458" y="4075345"/>
            <a:ext cx="310353" cy="31035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116037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AF0D-8300-081E-96E1-EBD2AD46A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ouble Bracket 46">
            <a:extLst>
              <a:ext uri="{FF2B5EF4-FFF2-40B4-BE49-F238E27FC236}">
                <a16:creationId xmlns:a16="http://schemas.microsoft.com/office/drawing/2014/main" id="{90BFEF30-8263-9AC8-5526-0CA10063AA03}"/>
              </a:ext>
            </a:extLst>
          </p:cNvPr>
          <p:cNvSpPr/>
          <p:nvPr/>
        </p:nvSpPr>
        <p:spPr>
          <a:xfrm>
            <a:off x="6340660" y="4185179"/>
            <a:ext cx="2675163" cy="820996"/>
          </a:xfrm>
          <a:prstGeom prst="bracketPair">
            <a:avLst/>
          </a:prstGeom>
          <a:noFill/>
          <a:ln w="0">
            <a:solidFill>
              <a:schemeClr val="accent2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3" name="Double Bracket 42">
            <a:extLst>
              <a:ext uri="{FF2B5EF4-FFF2-40B4-BE49-F238E27FC236}">
                <a16:creationId xmlns:a16="http://schemas.microsoft.com/office/drawing/2014/main" id="{04BCA7CB-8770-6FC3-F36E-FFD528BF2B22}"/>
              </a:ext>
            </a:extLst>
          </p:cNvPr>
          <p:cNvSpPr/>
          <p:nvPr/>
        </p:nvSpPr>
        <p:spPr>
          <a:xfrm>
            <a:off x="6340660" y="3447528"/>
            <a:ext cx="2675163" cy="669513"/>
          </a:xfrm>
          <a:prstGeom prst="bracketPair">
            <a:avLst/>
          </a:prstGeom>
          <a:noFill/>
          <a:ln w="0">
            <a:solidFill>
              <a:schemeClr val="accent2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5" name="Double Bracket 44">
            <a:extLst>
              <a:ext uri="{FF2B5EF4-FFF2-40B4-BE49-F238E27FC236}">
                <a16:creationId xmlns:a16="http://schemas.microsoft.com/office/drawing/2014/main" id="{553064BB-CAD6-2D45-0D92-1A05AFE54709}"/>
              </a:ext>
            </a:extLst>
          </p:cNvPr>
          <p:cNvSpPr/>
          <p:nvPr/>
        </p:nvSpPr>
        <p:spPr>
          <a:xfrm>
            <a:off x="6340660" y="2704880"/>
            <a:ext cx="2675163" cy="669513"/>
          </a:xfrm>
          <a:prstGeom prst="bracketPair">
            <a:avLst/>
          </a:prstGeom>
          <a:noFill/>
          <a:ln w="0">
            <a:solidFill>
              <a:schemeClr val="accent2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1" name="Double Bracket 40">
            <a:extLst>
              <a:ext uri="{FF2B5EF4-FFF2-40B4-BE49-F238E27FC236}">
                <a16:creationId xmlns:a16="http://schemas.microsoft.com/office/drawing/2014/main" id="{7907625E-B6A1-9C08-6C38-FC91488CC185}"/>
              </a:ext>
            </a:extLst>
          </p:cNvPr>
          <p:cNvSpPr/>
          <p:nvPr/>
        </p:nvSpPr>
        <p:spPr>
          <a:xfrm>
            <a:off x="3292362" y="3481768"/>
            <a:ext cx="2504036" cy="669513"/>
          </a:xfrm>
          <a:prstGeom prst="bracketPair">
            <a:avLst/>
          </a:prstGeom>
          <a:noFill/>
          <a:ln w="0">
            <a:solidFill>
              <a:schemeClr val="accent2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9" name="Double Bracket 38">
            <a:extLst>
              <a:ext uri="{FF2B5EF4-FFF2-40B4-BE49-F238E27FC236}">
                <a16:creationId xmlns:a16="http://schemas.microsoft.com/office/drawing/2014/main" id="{B7766EE2-F488-F7E3-9C8C-334AE9CB137B}"/>
              </a:ext>
            </a:extLst>
          </p:cNvPr>
          <p:cNvSpPr/>
          <p:nvPr/>
        </p:nvSpPr>
        <p:spPr>
          <a:xfrm>
            <a:off x="3292362" y="2578429"/>
            <a:ext cx="2504036" cy="843184"/>
          </a:xfrm>
          <a:prstGeom prst="bracketPair">
            <a:avLst/>
          </a:prstGeom>
          <a:noFill/>
          <a:ln w="0">
            <a:solidFill>
              <a:schemeClr val="accent2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14E879-0C3F-6796-7CCD-F1E0138B5A42}"/>
              </a:ext>
            </a:extLst>
          </p:cNvPr>
          <p:cNvSpPr/>
          <p:nvPr/>
        </p:nvSpPr>
        <p:spPr>
          <a:xfrm>
            <a:off x="2897204" y="1116531"/>
            <a:ext cx="6352674" cy="4620126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84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9A390F-F0E3-1F70-20D9-0226C2210C16}"/>
              </a:ext>
            </a:extLst>
          </p:cNvPr>
          <p:cNvSpPr/>
          <p:nvPr/>
        </p:nvSpPr>
        <p:spPr>
          <a:xfrm>
            <a:off x="3412570" y="2044826"/>
            <a:ext cx="874573" cy="434566"/>
          </a:xfrm>
          <a:prstGeom prst="rect">
            <a:avLst/>
          </a:prstGeom>
          <a:solidFill>
            <a:srgbClr val="3FB4E0">
              <a:alpha val="7962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Generate Rollback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234677-7FA8-4946-9BE3-E6A63A1F20F2}"/>
              </a:ext>
            </a:extLst>
          </p:cNvPr>
          <p:cNvSpPr/>
          <p:nvPr/>
        </p:nvSpPr>
        <p:spPr>
          <a:xfrm>
            <a:off x="3412569" y="2793999"/>
            <a:ext cx="874580" cy="434566"/>
          </a:xfrm>
          <a:prstGeom prst="rect">
            <a:avLst/>
          </a:prstGeom>
          <a:solidFill>
            <a:srgbClr val="3FB4E0">
              <a:alpha val="7962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Transaction Hooks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26BDC3-9C63-5938-9B3F-D80DE4A65450}"/>
              </a:ext>
            </a:extLst>
          </p:cNvPr>
          <p:cNvCxnSpPr>
            <a:cxnSpLocks/>
          </p:cNvCxnSpPr>
          <p:nvPr/>
        </p:nvCxnSpPr>
        <p:spPr>
          <a:xfrm>
            <a:off x="3835831" y="2523782"/>
            <a:ext cx="0" cy="21369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1B32575-2C9F-92FB-A93B-057B2D34C766}"/>
              </a:ext>
            </a:extLst>
          </p:cNvPr>
          <p:cNvSpPr/>
          <p:nvPr/>
        </p:nvSpPr>
        <p:spPr>
          <a:xfrm>
            <a:off x="3412569" y="3543985"/>
            <a:ext cx="874574" cy="434566"/>
          </a:xfrm>
          <a:prstGeom prst="rect">
            <a:avLst/>
          </a:prstGeom>
          <a:solidFill>
            <a:srgbClr val="3FB4E0">
              <a:alpha val="7962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Validate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D717C8-0277-ADEB-C1A6-CB8F95D76893}"/>
              </a:ext>
            </a:extLst>
          </p:cNvPr>
          <p:cNvSpPr/>
          <p:nvPr/>
        </p:nvSpPr>
        <p:spPr>
          <a:xfrm>
            <a:off x="3412569" y="4290051"/>
            <a:ext cx="874574" cy="434566"/>
          </a:xfrm>
          <a:prstGeom prst="rect">
            <a:avLst/>
          </a:prstGeom>
          <a:solidFill>
            <a:srgbClr val="3FB4E0">
              <a:alpha val="7962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Lock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8B6576-B5F6-5A3A-3165-E52269EDA77C}"/>
              </a:ext>
            </a:extLst>
          </p:cNvPr>
          <p:cNvSpPr/>
          <p:nvPr/>
        </p:nvSpPr>
        <p:spPr>
          <a:xfrm>
            <a:off x="6441335" y="2044826"/>
            <a:ext cx="874573" cy="434566"/>
          </a:xfrm>
          <a:prstGeom prst="rect">
            <a:avLst/>
          </a:prstGeom>
          <a:solidFill>
            <a:srgbClr val="3FB4E0">
              <a:alpha val="7962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Unlock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0FAF8C-058A-E871-995F-0B2D9767E597}"/>
              </a:ext>
            </a:extLst>
          </p:cNvPr>
          <p:cNvSpPr/>
          <p:nvPr/>
        </p:nvSpPr>
        <p:spPr>
          <a:xfrm>
            <a:off x="6441335" y="2793999"/>
            <a:ext cx="874573" cy="434566"/>
          </a:xfrm>
          <a:prstGeom prst="rect">
            <a:avLst/>
          </a:prstGeom>
          <a:solidFill>
            <a:srgbClr val="3FB4E0">
              <a:alpha val="7962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Notify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87F74B-3E03-B594-1E7A-D70D70E51F91}"/>
              </a:ext>
            </a:extLst>
          </p:cNvPr>
          <p:cNvSpPr/>
          <p:nvPr/>
        </p:nvSpPr>
        <p:spPr>
          <a:xfrm>
            <a:off x="6441335" y="3543985"/>
            <a:ext cx="874573" cy="434566"/>
          </a:xfrm>
          <a:prstGeom prst="rect">
            <a:avLst/>
          </a:prstGeom>
          <a:solidFill>
            <a:srgbClr val="3FB4E0">
              <a:alpha val="7962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Commit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8CD803-E028-D3C7-D163-28824FFBDB3D}"/>
              </a:ext>
            </a:extLst>
          </p:cNvPr>
          <p:cNvSpPr/>
          <p:nvPr/>
        </p:nvSpPr>
        <p:spPr>
          <a:xfrm>
            <a:off x="6441335" y="4290051"/>
            <a:ext cx="874573" cy="434566"/>
          </a:xfrm>
          <a:prstGeom prst="rect">
            <a:avLst/>
          </a:prstGeom>
          <a:solidFill>
            <a:srgbClr val="3FB4E0">
              <a:alpha val="7962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Prepare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5F4F91-3F6E-FB89-C8E1-D4ABA385D476}"/>
              </a:ext>
            </a:extLst>
          </p:cNvPr>
          <p:cNvSpPr/>
          <p:nvPr/>
        </p:nvSpPr>
        <p:spPr>
          <a:xfrm>
            <a:off x="4926952" y="5093501"/>
            <a:ext cx="874573" cy="434566"/>
          </a:xfrm>
          <a:prstGeom prst="rect">
            <a:avLst/>
          </a:prstGeom>
          <a:solidFill>
            <a:srgbClr val="3FB4E0">
              <a:alpha val="7962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Conflict Check</a:t>
            </a:r>
          </a:p>
        </p:txBody>
      </p:sp>
      <p:sp>
        <p:nvSpPr>
          <p:cNvPr id="19" name="Off-page Connector 18">
            <a:extLst>
              <a:ext uri="{FF2B5EF4-FFF2-40B4-BE49-F238E27FC236}">
                <a16:creationId xmlns:a16="http://schemas.microsoft.com/office/drawing/2014/main" id="{BFF2C5B7-6EBF-9820-0A36-89458E7EBFBF}"/>
              </a:ext>
            </a:extLst>
          </p:cNvPr>
          <p:cNvSpPr/>
          <p:nvPr/>
        </p:nvSpPr>
        <p:spPr>
          <a:xfrm>
            <a:off x="3142586" y="1321033"/>
            <a:ext cx="1414540" cy="408373"/>
          </a:xfrm>
          <a:prstGeom prst="flowChartOffpageConnector">
            <a:avLst/>
          </a:prstGeom>
          <a:solidFill>
            <a:srgbClr val="3FB4E0">
              <a:alpha val="7962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Client Commits New Configuration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879065D-6293-E7E1-6990-E9B903C3C2A4}"/>
              </a:ext>
            </a:extLst>
          </p:cNvPr>
          <p:cNvCxnSpPr>
            <a:cxnSpLocks/>
          </p:cNvCxnSpPr>
          <p:nvPr/>
        </p:nvCxnSpPr>
        <p:spPr>
          <a:xfrm>
            <a:off x="3849856" y="1791939"/>
            <a:ext cx="0" cy="21369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706949F-A5E7-3195-9C03-91A647326268}"/>
              </a:ext>
            </a:extLst>
          </p:cNvPr>
          <p:cNvCxnSpPr>
            <a:cxnSpLocks/>
          </p:cNvCxnSpPr>
          <p:nvPr/>
        </p:nvCxnSpPr>
        <p:spPr>
          <a:xfrm>
            <a:off x="3835831" y="3291327"/>
            <a:ext cx="0" cy="21369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5238A6-E98E-A315-514E-15779034776D}"/>
              </a:ext>
            </a:extLst>
          </p:cNvPr>
          <p:cNvCxnSpPr>
            <a:cxnSpLocks/>
          </p:cNvCxnSpPr>
          <p:nvPr/>
        </p:nvCxnSpPr>
        <p:spPr>
          <a:xfrm>
            <a:off x="3835831" y="4032794"/>
            <a:ext cx="0" cy="21369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3893807-E492-0341-BA33-1DC7F0EC9254}"/>
              </a:ext>
            </a:extLst>
          </p:cNvPr>
          <p:cNvCxnSpPr>
            <a:cxnSpLocks/>
          </p:cNvCxnSpPr>
          <p:nvPr/>
        </p:nvCxnSpPr>
        <p:spPr>
          <a:xfrm>
            <a:off x="4393068" y="4791899"/>
            <a:ext cx="328115" cy="231859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B3124D-DF53-F1F7-6F2F-5784BE5233A1}"/>
              </a:ext>
            </a:extLst>
          </p:cNvPr>
          <p:cNvCxnSpPr>
            <a:cxnSpLocks/>
          </p:cNvCxnSpPr>
          <p:nvPr/>
        </p:nvCxnSpPr>
        <p:spPr>
          <a:xfrm flipV="1">
            <a:off x="6878621" y="4019824"/>
            <a:ext cx="0" cy="21369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FF5151C-47B8-E216-C8E8-4206541AB438}"/>
              </a:ext>
            </a:extLst>
          </p:cNvPr>
          <p:cNvCxnSpPr>
            <a:cxnSpLocks/>
          </p:cNvCxnSpPr>
          <p:nvPr/>
        </p:nvCxnSpPr>
        <p:spPr>
          <a:xfrm flipV="1">
            <a:off x="6878621" y="3278357"/>
            <a:ext cx="0" cy="21369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FCE9682-E114-2B93-2933-B7C1860AE6A0}"/>
              </a:ext>
            </a:extLst>
          </p:cNvPr>
          <p:cNvCxnSpPr>
            <a:cxnSpLocks/>
          </p:cNvCxnSpPr>
          <p:nvPr/>
        </p:nvCxnSpPr>
        <p:spPr>
          <a:xfrm flipV="1">
            <a:off x="6878621" y="2523782"/>
            <a:ext cx="0" cy="21369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6936F57-1A93-B179-DB49-17D74C521371}"/>
              </a:ext>
            </a:extLst>
          </p:cNvPr>
          <p:cNvCxnSpPr>
            <a:cxnSpLocks/>
          </p:cNvCxnSpPr>
          <p:nvPr/>
        </p:nvCxnSpPr>
        <p:spPr>
          <a:xfrm flipV="1">
            <a:off x="5978982" y="4791899"/>
            <a:ext cx="260091" cy="26169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B52E8D9-C8DD-846E-30E5-C308BC6E23B5}"/>
              </a:ext>
            </a:extLst>
          </p:cNvPr>
          <p:cNvSpPr txBox="1"/>
          <p:nvPr/>
        </p:nvSpPr>
        <p:spPr>
          <a:xfrm>
            <a:off x="4326087" y="2611031"/>
            <a:ext cx="1625600" cy="86177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RFS Pre-validation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Custom Hooks and Transforms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Service Manager and create () Callbacks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60EC0F-B070-AC17-627E-A3D29ABC3A1A}"/>
              </a:ext>
            </a:extLst>
          </p:cNvPr>
          <p:cNvSpPr txBox="1"/>
          <p:nvPr/>
        </p:nvSpPr>
        <p:spPr>
          <a:xfrm>
            <a:off x="4338240" y="3582230"/>
            <a:ext cx="1393146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YANG Validation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Custom Validation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91B89-AF8E-42AE-6FE5-F8DAD53156B6}"/>
              </a:ext>
            </a:extLst>
          </p:cNvPr>
          <p:cNvSpPr txBox="1"/>
          <p:nvPr/>
        </p:nvSpPr>
        <p:spPr>
          <a:xfrm>
            <a:off x="7329932" y="3478221"/>
            <a:ext cx="1787478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CDB and Custom DB Commit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Device Manager Commit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67B96C-D00C-743A-F217-6A60A2F27E76}"/>
              </a:ext>
            </a:extLst>
          </p:cNvPr>
          <p:cNvSpPr txBox="1"/>
          <p:nvPr/>
        </p:nvSpPr>
        <p:spPr>
          <a:xfrm>
            <a:off x="7329932" y="2764241"/>
            <a:ext cx="178747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Kicker Invocation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CDB Subscriber Notify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E52776-234E-A09F-FE3B-91EB322826E3}"/>
              </a:ext>
            </a:extLst>
          </p:cNvPr>
          <p:cNvSpPr txBox="1"/>
          <p:nvPr/>
        </p:nvSpPr>
        <p:spPr>
          <a:xfrm>
            <a:off x="7329932" y="4222982"/>
            <a:ext cx="1787478" cy="783193"/>
          </a:xfrm>
          <a:prstGeom prst="round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Kicker Evaluation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CDB and Custom DB Write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Device Manager Prepare</a:t>
            </a:r>
          </a:p>
        </p:txBody>
      </p:sp>
    </p:spTree>
    <p:extLst>
      <p:ext uri="{BB962C8B-B14F-4D97-AF65-F5344CB8AC3E}">
        <p14:creationId xmlns:p14="http://schemas.microsoft.com/office/powerpoint/2010/main" val="26105014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0CBCA-2DC9-1F2B-8F48-8DB674659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56FD08-F515-06CF-282D-1EC77565EB18}"/>
              </a:ext>
            </a:extLst>
          </p:cNvPr>
          <p:cNvSpPr/>
          <p:nvPr/>
        </p:nvSpPr>
        <p:spPr>
          <a:xfrm>
            <a:off x="2789935" y="877455"/>
            <a:ext cx="6763367" cy="418912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729691-8942-65D8-B7F0-528F2A1973CD}"/>
              </a:ext>
            </a:extLst>
          </p:cNvPr>
          <p:cNvSpPr/>
          <p:nvPr/>
        </p:nvSpPr>
        <p:spPr>
          <a:xfrm>
            <a:off x="3548547" y="1043610"/>
            <a:ext cx="3594382" cy="3833190"/>
          </a:xfrm>
          <a:prstGeom prst="rect">
            <a:avLst/>
          </a:prstGeom>
          <a:solidFill>
            <a:srgbClr val="3FB4E0">
              <a:alpha val="1999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6B45DE-469E-E253-1EC0-079ABEBC0CE9}"/>
              </a:ext>
            </a:extLst>
          </p:cNvPr>
          <p:cNvSpPr/>
          <p:nvPr/>
        </p:nvSpPr>
        <p:spPr>
          <a:xfrm>
            <a:off x="7376525" y="1043610"/>
            <a:ext cx="2032003" cy="3833191"/>
          </a:xfrm>
          <a:prstGeom prst="rect">
            <a:avLst/>
          </a:prstGeom>
          <a:solidFill>
            <a:srgbClr val="3FB4E0">
              <a:alpha val="196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 Java VM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0247CE-D1B0-F117-414C-18780A53AE71}"/>
              </a:ext>
            </a:extLst>
          </p:cNvPr>
          <p:cNvSpPr/>
          <p:nvPr/>
        </p:nvSpPr>
        <p:spPr>
          <a:xfrm>
            <a:off x="4202053" y="2128432"/>
            <a:ext cx="1579419" cy="2240935"/>
          </a:xfrm>
          <a:prstGeom prst="rect">
            <a:avLst/>
          </a:prstGeom>
          <a:solidFill>
            <a:srgbClr val="3FB4E0">
              <a:alpha val="5028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D95274-F417-F076-DB34-3D2F0FD12F59}"/>
              </a:ext>
            </a:extLst>
          </p:cNvPr>
          <p:cNvSpPr/>
          <p:nvPr/>
        </p:nvSpPr>
        <p:spPr>
          <a:xfrm>
            <a:off x="4625924" y="2222108"/>
            <a:ext cx="731675" cy="1924903"/>
          </a:xfrm>
          <a:prstGeom prst="rect">
            <a:avLst/>
          </a:prstGeom>
          <a:solidFill>
            <a:srgbClr val="3FB4E0">
              <a:alpha val="50486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641A6F-D134-7E54-1128-807127FE6756}"/>
              </a:ext>
            </a:extLst>
          </p:cNvPr>
          <p:cNvSpPr txBox="1"/>
          <p:nvPr/>
        </p:nvSpPr>
        <p:spPr>
          <a:xfrm rot="16200000">
            <a:off x="3797573" y="2547290"/>
            <a:ext cx="1378051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Transaction Manager</a:t>
            </a:r>
          </a:p>
          <a:p>
            <a:endParaRPr lang="en-US" dirty="0"/>
          </a:p>
        </p:txBody>
      </p:sp>
      <p:sp>
        <p:nvSpPr>
          <p:cNvPr id="52" name="Right Bracket 51">
            <a:extLst>
              <a:ext uri="{FF2B5EF4-FFF2-40B4-BE49-F238E27FC236}">
                <a16:creationId xmlns:a16="http://schemas.microsoft.com/office/drawing/2014/main" id="{F05B6F16-4E73-E1D3-D7F1-3084631A3126}"/>
              </a:ext>
            </a:extLst>
          </p:cNvPr>
          <p:cNvSpPr/>
          <p:nvPr/>
        </p:nvSpPr>
        <p:spPr>
          <a:xfrm>
            <a:off x="3550215" y="2413243"/>
            <a:ext cx="232880" cy="481629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Bracket 57">
            <a:extLst>
              <a:ext uri="{FF2B5EF4-FFF2-40B4-BE49-F238E27FC236}">
                <a16:creationId xmlns:a16="http://schemas.microsoft.com/office/drawing/2014/main" id="{28077DE1-06F4-6D4B-43A5-E5DE710BD05F}"/>
              </a:ext>
            </a:extLst>
          </p:cNvPr>
          <p:cNvSpPr/>
          <p:nvPr/>
        </p:nvSpPr>
        <p:spPr>
          <a:xfrm>
            <a:off x="3553518" y="3021269"/>
            <a:ext cx="232880" cy="481629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ight Bracket 62">
            <a:extLst>
              <a:ext uri="{FF2B5EF4-FFF2-40B4-BE49-F238E27FC236}">
                <a16:creationId xmlns:a16="http://schemas.microsoft.com/office/drawing/2014/main" id="{F372C2F1-F0C4-66A3-9E3A-86B8FB322C14}"/>
              </a:ext>
            </a:extLst>
          </p:cNvPr>
          <p:cNvSpPr/>
          <p:nvPr/>
        </p:nvSpPr>
        <p:spPr>
          <a:xfrm>
            <a:off x="3558894" y="1832298"/>
            <a:ext cx="232880" cy="481629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ight Bracket 67">
            <a:extLst>
              <a:ext uri="{FF2B5EF4-FFF2-40B4-BE49-F238E27FC236}">
                <a16:creationId xmlns:a16="http://schemas.microsoft.com/office/drawing/2014/main" id="{93978B58-4B8B-3262-9B89-8C9B6014B430}"/>
              </a:ext>
            </a:extLst>
          </p:cNvPr>
          <p:cNvSpPr/>
          <p:nvPr/>
        </p:nvSpPr>
        <p:spPr>
          <a:xfrm>
            <a:off x="3545370" y="3665652"/>
            <a:ext cx="232880" cy="481629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6FCD5BF-3C4F-49DA-5C07-2FFE6F3F72D5}"/>
              </a:ext>
            </a:extLst>
          </p:cNvPr>
          <p:cNvSpPr/>
          <p:nvPr/>
        </p:nvSpPr>
        <p:spPr>
          <a:xfrm>
            <a:off x="7602271" y="1540042"/>
            <a:ext cx="1608196" cy="1589434"/>
          </a:xfrm>
          <a:prstGeom prst="rect">
            <a:avLst/>
          </a:prstGeom>
          <a:solidFill>
            <a:srgbClr val="3FB4E0">
              <a:alpha val="5025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Callback Components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ADE05EF-91BF-8B8B-42C2-DE0117E90CD9}"/>
              </a:ext>
            </a:extLst>
          </p:cNvPr>
          <p:cNvSpPr/>
          <p:nvPr/>
        </p:nvSpPr>
        <p:spPr>
          <a:xfrm>
            <a:off x="5406205" y="2449257"/>
            <a:ext cx="3594382" cy="572012"/>
          </a:xfrm>
          <a:prstGeom prst="rect">
            <a:avLst/>
          </a:prstGeom>
          <a:solidFill>
            <a:srgbClr val="3FB4E0">
              <a:alpha val="2995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000" dirty="0">
              <a:solidFill>
                <a:schemeClr val="tx1"/>
              </a:solidFill>
              <a:highlight>
                <a:srgbClr val="ECECFF"/>
              </a:highlight>
              <a:cs typeface="Courier New" panose="020703090202050204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3678AB-2497-D34F-A476-2D0C31318242}"/>
              </a:ext>
            </a:extLst>
          </p:cNvPr>
          <p:cNvSpPr/>
          <p:nvPr/>
        </p:nvSpPr>
        <p:spPr>
          <a:xfrm>
            <a:off x="4007231" y="1885373"/>
            <a:ext cx="4993356" cy="481630"/>
          </a:xfrm>
          <a:prstGeom prst="rect">
            <a:avLst/>
          </a:prstGeom>
          <a:solidFill>
            <a:srgbClr val="3FB4E0">
              <a:alpha val="6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  <a:cs typeface="Courier New" panose="02070309020205020404" pitchFamily="49" charset="0"/>
              </a:rPr>
              <a:t>YANG Service Models 	Service Manager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318F821-A991-D0F6-A1CD-A67DA331A1D5}"/>
              </a:ext>
            </a:extLst>
          </p:cNvPr>
          <p:cNvSpPr/>
          <p:nvPr/>
        </p:nvSpPr>
        <p:spPr>
          <a:xfrm>
            <a:off x="7602271" y="3191237"/>
            <a:ext cx="1608196" cy="406639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Application 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Components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8D12A7C-6F77-D81F-CFDC-3FDA9D53FEBD}"/>
              </a:ext>
            </a:extLst>
          </p:cNvPr>
          <p:cNvSpPr/>
          <p:nvPr/>
        </p:nvSpPr>
        <p:spPr>
          <a:xfrm>
            <a:off x="7662466" y="2558982"/>
            <a:ext cx="252569" cy="976156"/>
          </a:xfrm>
          <a:prstGeom prst="rect">
            <a:avLst/>
          </a:prstGeom>
          <a:solidFill>
            <a:srgbClr val="FF0000">
              <a:alpha val="5017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925A79C-26D0-0E87-8B24-160779C9A4AB}"/>
              </a:ext>
            </a:extLst>
          </p:cNvPr>
          <p:cNvSpPr/>
          <p:nvPr/>
        </p:nvSpPr>
        <p:spPr>
          <a:xfrm>
            <a:off x="7702676" y="3281934"/>
            <a:ext cx="174364" cy="17572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E9D7A4D-98BB-D75D-0D2A-0FCC82DDA25D}"/>
              </a:ext>
            </a:extLst>
          </p:cNvPr>
          <p:cNvSpPr/>
          <p:nvPr/>
        </p:nvSpPr>
        <p:spPr>
          <a:xfrm>
            <a:off x="7702676" y="2626815"/>
            <a:ext cx="174364" cy="17572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FE30B59-2855-E6FF-4F78-D76B80BB40E8}"/>
              </a:ext>
            </a:extLst>
          </p:cNvPr>
          <p:cNvSpPr/>
          <p:nvPr/>
        </p:nvSpPr>
        <p:spPr>
          <a:xfrm>
            <a:off x="7599016" y="3659637"/>
            <a:ext cx="1608196" cy="1060773"/>
          </a:xfrm>
          <a:prstGeom prst="rect">
            <a:avLst/>
          </a:prstGeom>
          <a:solidFill>
            <a:srgbClr val="3FB4E0">
              <a:alpha val="4984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NED Components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37B772B-F399-6D59-14F3-CC28E4E2F23E}"/>
              </a:ext>
            </a:extLst>
          </p:cNvPr>
          <p:cNvSpPr/>
          <p:nvPr/>
        </p:nvSpPr>
        <p:spPr>
          <a:xfrm rot="5400000">
            <a:off x="7297034" y="1319448"/>
            <a:ext cx="252569" cy="1797069"/>
          </a:xfrm>
          <a:prstGeom prst="rect">
            <a:avLst/>
          </a:prstGeom>
          <a:solidFill>
            <a:srgbClr val="FFC000">
              <a:alpha val="4994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15EF94B-7861-F751-190B-E804FF168147}"/>
              </a:ext>
            </a:extLst>
          </p:cNvPr>
          <p:cNvSpPr/>
          <p:nvPr/>
        </p:nvSpPr>
        <p:spPr>
          <a:xfrm>
            <a:off x="6572312" y="2128432"/>
            <a:ext cx="174364" cy="17572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351D768-E215-0AE9-B419-725436846BE5}"/>
              </a:ext>
            </a:extLst>
          </p:cNvPr>
          <p:cNvSpPr/>
          <p:nvPr/>
        </p:nvSpPr>
        <p:spPr>
          <a:xfrm>
            <a:off x="8116221" y="2132440"/>
            <a:ext cx="174364" cy="17572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4D76E47-DB6F-DA49-E6C3-CECADAAE2865}"/>
              </a:ext>
            </a:extLst>
          </p:cNvPr>
          <p:cNvSpPr/>
          <p:nvPr/>
        </p:nvSpPr>
        <p:spPr>
          <a:xfrm>
            <a:off x="2960942" y="1853041"/>
            <a:ext cx="801237" cy="439050"/>
          </a:xfrm>
          <a:prstGeom prst="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3DDA36C-646B-6713-835E-B3BC7DE87DDF}"/>
              </a:ext>
            </a:extLst>
          </p:cNvPr>
          <p:cNvSpPr/>
          <p:nvPr/>
        </p:nvSpPr>
        <p:spPr>
          <a:xfrm>
            <a:off x="2941582" y="2435079"/>
            <a:ext cx="812183" cy="439050"/>
          </a:xfrm>
          <a:prstGeom prst="rect">
            <a:avLst/>
          </a:prstGeom>
          <a:solidFill>
            <a:schemeClr val="accent5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B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D659874-64AD-C415-3D97-C584273AA890}"/>
              </a:ext>
            </a:extLst>
          </p:cNvPr>
          <p:cNvSpPr/>
          <p:nvPr/>
        </p:nvSpPr>
        <p:spPr>
          <a:xfrm>
            <a:off x="2944757" y="3040058"/>
            <a:ext cx="812183" cy="438987"/>
          </a:xfrm>
          <a:prstGeom prst="rect">
            <a:avLst/>
          </a:prstGeom>
          <a:solidFill>
            <a:srgbClr val="FF0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93913F-E78A-7C5B-8EFE-EA1BA5B70846}"/>
              </a:ext>
            </a:extLst>
          </p:cNvPr>
          <p:cNvSpPr/>
          <p:nvPr/>
        </p:nvSpPr>
        <p:spPr>
          <a:xfrm>
            <a:off x="4007229" y="3892710"/>
            <a:ext cx="4993355" cy="667622"/>
          </a:xfrm>
          <a:prstGeom prst="rect">
            <a:avLst/>
          </a:prstGeom>
          <a:solidFill>
            <a:srgbClr val="3FB4E0">
              <a:alpha val="6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  <a:cs typeface="Courier New" panose="02070309020205020404" pitchFamily="49" charset="0"/>
              </a:rPr>
              <a:t>                                                    Device Manager</a:t>
            </a:r>
          </a:p>
          <a:p>
            <a:endParaRPr lang="en-US" sz="1000" dirty="0">
              <a:solidFill>
                <a:schemeClr val="tx1"/>
              </a:solidFill>
              <a:highlight>
                <a:srgbClr val="ECECFF"/>
              </a:highlight>
              <a:cs typeface="Courier New" panose="02070309020205020404" pitchFamily="49" charset="0"/>
            </a:endParaRPr>
          </a:p>
          <a:p>
            <a:endParaRPr lang="en-US" sz="1000" dirty="0">
              <a:solidFill>
                <a:schemeClr val="tx1"/>
              </a:solidFill>
              <a:highlight>
                <a:srgbClr val="ECECFF"/>
              </a:highlight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cs typeface="Courier New" panose="02070309020205020404" pitchFamily="49" charset="0"/>
              </a:rPr>
              <a:t>YANG Device Models 	</a:t>
            </a:r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CFEC3606-8C06-2727-529C-54BC985F77A2}"/>
              </a:ext>
            </a:extLst>
          </p:cNvPr>
          <p:cNvSpPr/>
          <p:nvPr/>
        </p:nvSpPr>
        <p:spPr>
          <a:xfrm>
            <a:off x="5496925" y="2222109"/>
            <a:ext cx="1027862" cy="1206891"/>
          </a:xfrm>
          <a:prstGeom prst="can">
            <a:avLst/>
          </a:prstGeom>
          <a:solidFill>
            <a:srgbClr val="3FB4E0">
              <a:alpha val="8007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A37F29F-AEF6-77CD-E461-953E0BC7614F}"/>
              </a:ext>
            </a:extLst>
          </p:cNvPr>
          <p:cNvSpPr/>
          <p:nvPr/>
        </p:nvSpPr>
        <p:spPr>
          <a:xfrm rot="5400000">
            <a:off x="6848344" y="3432555"/>
            <a:ext cx="252569" cy="1880812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8D60E4B-E7F6-0889-1CFE-DCB21286F973}"/>
              </a:ext>
            </a:extLst>
          </p:cNvPr>
          <p:cNvSpPr/>
          <p:nvPr/>
        </p:nvSpPr>
        <p:spPr>
          <a:xfrm>
            <a:off x="7695882" y="4285099"/>
            <a:ext cx="174364" cy="17572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F19C9407-C680-029C-9C6E-F140EB00F159}"/>
              </a:ext>
            </a:extLst>
          </p:cNvPr>
          <p:cNvSpPr/>
          <p:nvPr/>
        </p:nvSpPr>
        <p:spPr>
          <a:xfrm>
            <a:off x="6388332" y="4285099"/>
            <a:ext cx="174364" cy="17572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C314150-24B0-9D86-AB24-D8604BE3C1B3}"/>
              </a:ext>
            </a:extLst>
          </p:cNvPr>
          <p:cNvSpPr/>
          <p:nvPr/>
        </p:nvSpPr>
        <p:spPr>
          <a:xfrm>
            <a:off x="6098187" y="4285099"/>
            <a:ext cx="174364" cy="17572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8FB46F8-0574-EC2A-038A-5B663585CF6A}"/>
              </a:ext>
            </a:extLst>
          </p:cNvPr>
          <p:cNvSpPr/>
          <p:nvPr/>
        </p:nvSpPr>
        <p:spPr>
          <a:xfrm rot="5400000">
            <a:off x="7291769" y="3189808"/>
            <a:ext cx="252569" cy="1786540"/>
          </a:xfrm>
          <a:prstGeom prst="rect">
            <a:avLst/>
          </a:prstGeom>
          <a:solidFill>
            <a:srgbClr val="FFC000">
              <a:alpha val="4986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948A549-0132-BD38-0707-CF3B9467C251}"/>
              </a:ext>
            </a:extLst>
          </p:cNvPr>
          <p:cNvSpPr/>
          <p:nvPr/>
        </p:nvSpPr>
        <p:spPr>
          <a:xfrm>
            <a:off x="8113702" y="3998962"/>
            <a:ext cx="174364" cy="17572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2AF7CB56-2358-3E40-DEE8-9D24C9E323EB}"/>
              </a:ext>
            </a:extLst>
          </p:cNvPr>
          <p:cNvSpPr/>
          <p:nvPr/>
        </p:nvSpPr>
        <p:spPr>
          <a:xfrm>
            <a:off x="6572312" y="4000669"/>
            <a:ext cx="174364" cy="175720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E4450D9-EED8-5227-10C3-35071C7E8DA3}"/>
              </a:ext>
            </a:extLst>
          </p:cNvPr>
          <p:cNvSpPr txBox="1"/>
          <p:nvPr/>
        </p:nvSpPr>
        <p:spPr>
          <a:xfrm>
            <a:off x="8272908" y="1896316"/>
            <a:ext cx="73786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Callbacks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17F5035-BAC2-D0F7-A9E6-6B09A8784C63}"/>
              </a:ext>
            </a:extLst>
          </p:cNvPr>
          <p:cNvSpPr txBox="1"/>
          <p:nvPr/>
        </p:nvSpPr>
        <p:spPr>
          <a:xfrm>
            <a:off x="8045545" y="2491808"/>
            <a:ext cx="995252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Data                   Callbacks</a:t>
            </a:r>
          </a:p>
          <a:p>
            <a:r>
              <a:rPr lang="en-US" sz="600" dirty="0">
                <a:solidFill>
                  <a:schemeClr val="bg1"/>
                </a:solidFill>
              </a:rPr>
              <a:t>Transaction     Callbacks</a:t>
            </a:r>
          </a:p>
          <a:p>
            <a:r>
              <a:rPr lang="en-US" sz="600" dirty="0">
                <a:solidFill>
                  <a:schemeClr val="bg1"/>
                </a:solidFill>
              </a:rPr>
              <a:t>Action                Callbacks</a:t>
            </a:r>
          </a:p>
          <a:p>
            <a:r>
              <a:rPr lang="en-US" sz="600" dirty="0">
                <a:solidFill>
                  <a:schemeClr val="bg1"/>
                </a:solidFill>
              </a:rPr>
              <a:t>Validation        Callbacks</a:t>
            </a:r>
          </a:p>
          <a:p>
            <a:r>
              <a:rPr lang="en-US" sz="600" dirty="0">
                <a:solidFill>
                  <a:schemeClr val="bg1"/>
                </a:solidFill>
              </a:rPr>
              <a:t>…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3C7F262-2EF7-90AD-1CDE-D4D6DD80D4C0}"/>
              </a:ext>
            </a:extLst>
          </p:cNvPr>
          <p:cNvSpPr/>
          <p:nvPr/>
        </p:nvSpPr>
        <p:spPr>
          <a:xfrm rot="10800000">
            <a:off x="8069285" y="2347906"/>
            <a:ext cx="252569" cy="1608884"/>
          </a:xfrm>
          <a:prstGeom prst="rect">
            <a:avLst/>
          </a:prstGeom>
          <a:solidFill>
            <a:srgbClr val="FFC00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1108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75629-8547-EEFF-57B5-B0B75C161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482DC2-A408-0AC3-63DB-95F3BACA21A8}"/>
              </a:ext>
            </a:extLst>
          </p:cNvPr>
          <p:cNvSpPr/>
          <p:nvPr/>
        </p:nvSpPr>
        <p:spPr>
          <a:xfrm>
            <a:off x="3136307" y="387927"/>
            <a:ext cx="6896456" cy="611542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667B76-0D8E-F2A3-4054-19B9D78076E8}"/>
              </a:ext>
            </a:extLst>
          </p:cNvPr>
          <p:cNvSpPr/>
          <p:nvPr/>
        </p:nvSpPr>
        <p:spPr>
          <a:xfrm>
            <a:off x="3305175" y="571501"/>
            <a:ext cx="6534150" cy="5715000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 Java VM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1608E2-F151-2C66-4E9A-D8C4493E99C8}"/>
              </a:ext>
            </a:extLst>
          </p:cNvPr>
          <p:cNvSpPr/>
          <p:nvPr/>
        </p:nvSpPr>
        <p:spPr>
          <a:xfrm>
            <a:off x="3577388" y="1141457"/>
            <a:ext cx="4282454" cy="1156289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Application Components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6CE828-660C-526D-7A18-9ACCD15F16D3}"/>
              </a:ext>
            </a:extLst>
          </p:cNvPr>
          <p:cNvSpPr/>
          <p:nvPr/>
        </p:nvSpPr>
        <p:spPr>
          <a:xfrm>
            <a:off x="3577389" y="2889654"/>
            <a:ext cx="4282454" cy="1156290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Callback Components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2508F9-5953-CB5B-8413-17E3F6441ABE}"/>
              </a:ext>
            </a:extLst>
          </p:cNvPr>
          <p:cNvSpPr/>
          <p:nvPr/>
        </p:nvSpPr>
        <p:spPr>
          <a:xfrm>
            <a:off x="3555352" y="4597775"/>
            <a:ext cx="4304491" cy="1156290"/>
          </a:xfrm>
          <a:prstGeom prst="rect">
            <a:avLst/>
          </a:prstGeom>
          <a:solidFill>
            <a:srgbClr val="3FB4E0">
              <a:alpha val="20026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NED Components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99865A-CDDB-35A7-044F-951989978D05}"/>
              </a:ext>
            </a:extLst>
          </p:cNvPr>
          <p:cNvSpPr/>
          <p:nvPr/>
        </p:nvSpPr>
        <p:spPr>
          <a:xfrm>
            <a:off x="3736918" y="1484450"/>
            <a:ext cx="1043739" cy="1032772"/>
          </a:xfrm>
          <a:prstGeom prst="ellipse">
            <a:avLst/>
          </a:prstGeom>
          <a:solidFill>
            <a:srgbClr val="3FB4E0">
              <a:alpha val="8032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37CF75-C8BD-2F11-078E-81299ECC3B5C}"/>
              </a:ext>
            </a:extLst>
          </p:cNvPr>
          <p:cNvSpPr txBox="1"/>
          <p:nvPr/>
        </p:nvSpPr>
        <p:spPr>
          <a:xfrm>
            <a:off x="3721376" y="1846401"/>
            <a:ext cx="1074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ApplicationMux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Manager</a:t>
            </a:r>
          </a:p>
        </p:txBody>
      </p:sp>
      <p:sp>
        <p:nvSpPr>
          <p:cNvPr id="12" name="Merge 11">
            <a:extLst>
              <a:ext uri="{FF2B5EF4-FFF2-40B4-BE49-F238E27FC236}">
                <a16:creationId xmlns:a16="http://schemas.microsoft.com/office/drawing/2014/main" id="{1631AAAB-7B96-9B57-3C98-C7431924AF11}"/>
              </a:ext>
            </a:extLst>
          </p:cNvPr>
          <p:cNvSpPr/>
          <p:nvPr/>
        </p:nvSpPr>
        <p:spPr>
          <a:xfrm rot="16631938">
            <a:off x="4150500" y="1358118"/>
            <a:ext cx="216569" cy="252663"/>
          </a:xfrm>
          <a:prstGeom prst="flowChartMerge">
            <a:avLst/>
          </a:prstGeom>
          <a:solidFill>
            <a:schemeClr val="tx1">
              <a:lumMod val="95000"/>
              <a:lumOff val="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Merge 12">
            <a:extLst>
              <a:ext uri="{FF2B5EF4-FFF2-40B4-BE49-F238E27FC236}">
                <a16:creationId xmlns:a16="http://schemas.microsoft.com/office/drawing/2014/main" id="{C258AB4D-6F78-BD5D-9A31-15DC442380F0}"/>
              </a:ext>
            </a:extLst>
          </p:cNvPr>
          <p:cNvSpPr/>
          <p:nvPr/>
        </p:nvSpPr>
        <p:spPr>
          <a:xfrm rot="5400000">
            <a:off x="4126629" y="2372388"/>
            <a:ext cx="216569" cy="252663"/>
          </a:xfrm>
          <a:prstGeom prst="flowChartMerge">
            <a:avLst/>
          </a:prstGeom>
          <a:solidFill>
            <a:schemeClr val="tx1">
              <a:lumMod val="95000"/>
              <a:lumOff val="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401B3C-7331-7BD8-DC05-F3EB819192ED}"/>
              </a:ext>
            </a:extLst>
          </p:cNvPr>
          <p:cNvSpPr txBox="1"/>
          <p:nvPr/>
        </p:nvSpPr>
        <p:spPr>
          <a:xfrm>
            <a:off x="5756100" y="1820670"/>
            <a:ext cx="107482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Component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77E4F47-0D37-779D-3597-746187E37384}"/>
              </a:ext>
            </a:extLst>
          </p:cNvPr>
          <p:cNvSpPr/>
          <p:nvPr/>
        </p:nvSpPr>
        <p:spPr>
          <a:xfrm>
            <a:off x="3752458" y="3257373"/>
            <a:ext cx="1043739" cy="1032772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1C4FDE-BE5F-D317-407B-E0DE249338D7}"/>
              </a:ext>
            </a:extLst>
          </p:cNvPr>
          <p:cNvSpPr txBox="1"/>
          <p:nvPr/>
        </p:nvSpPr>
        <p:spPr>
          <a:xfrm>
            <a:off x="3721376" y="3565844"/>
            <a:ext cx="1074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DpMux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Manager</a:t>
            </a:r>
          </a:p>
        </p:txBody>
      </p:sp>
      <p:sp>
        <p:nvSpPr>
          <p:cNvPr id="20" name="Merge 19">
            <a:extLst>
              <a:ext uri="{FF2B5EF4-FFF2-40B4-BE49-F238E27FC236}">
                <a16:creationId xmlns:a16="http://schemas.microsoft.com/office/drawing/2014/main" id="{4BD58A1F-0E9E-9831-2002-ADDC9B7BFED3}"/>
              </a:ext>
            </a:extLst>
          </p:cNvPr>
          <p:cNvSpPr/>
          <p:nvPr/>
        </p:nvSpPr>
        <p:spPr>
          <a:xfrm rot="16631938">
            <a:off x="4166040" y="3131041"/>
            <a:ext cx="216569" cy="252663"/>
          </a:xfrm>
          <a:prstGeom prst="flowChartMerge">
            <a:avLst/>
          </a:prstGeom>
          <a:solidFill>
            <a:schemeClr val="tx1">
              <a:lumMod val="95000"/>
              <a:lumOff val="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Merge 20">
            <a:extLst>
              <a:ext uri="{FF2B5EF4-FFF2-40B4-BE49-F238E27FC236}">
                <a16:creationId xmlns:a16="http://schemas.microsoft.com/office/drawing/2014/main" id="{63D97260-B04E-9CFE-63BD-4F8877EFBEE2}"/>
              </a:ext>
            </a:extLst>
          </p:cNvPr>
          <p:cNvSpPr/>
          <p:nvPr/>
        </p:nvSpPr>
        <p:spPr>
          <a:xfrm rot="5400000">
            <a:off x="4142169" y="4145311"/>
            <a:ext cx="216569" cy="252663"/>
          </a:xfrm>
          <a:prstGeom prst="flowChartMerge">
            <a:avLst/>
          </a:prstGeom>
          <a:solidFill>
            <a:schemeClr val="tx1">
              <a:lumMod val="95000"/>
              <a:lumOff val="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BBA577A-316B-15C5-5C20-80BABE20A395}"/>
              </a:ext>
            </a:extLst>
          </p:cNvPr>
          <p:cNvSpPr/>
          <p:nvPr/>
        </p:nvSpPr>
        <p:spPr>
          <a:xfrm>
            <a:off x="3752458" y="4957029"/>
            <a:ext cx="1043739" cy="1032772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F9B726-440D-DD37-1AEA-3E3C77F73070}"/>
              </a:ext>
            </a:extLst>
          </p:cNvPr>
          <p:cNvSpPr txBox="1"/>
          <p:nvPr/>
        </p:nvSpPr>
        <p:spPr>
          <a:xfrm>
            <a:off x="3721376" y="5265500"/>
            <a:ext cx="1074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NedMux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Manager</a:t>
            </a:r>
          </a:p>
        </p:txBody>
      </p:sp>
      <p:sp>
        <p:nvSpPr>
          <p:cNvPr id="24" name="Merge 23">
            <a:extLst>
              <a:ext uri="{FF2B5EF4-FFF2-40B4-BE49-F238E27FC236}">
                <a16:creationId xmlns:a16="http://schemas.microsoft.com/office/drawing/2014/main" id="{54C7FB94-A623-0A7A-9DFA-77AA942A6BBA}"/>
              </a:ext>
            </a:extLst>
          </p:cNvPr>
          <p:cNvSpPr/>
          <p:nvPr/>
        </p:nvSpPr>
        <p:spPr>
          <a:xfrm rot="16631938">
            <a:off x="4166040" y="4830697"/>
            <a:ext cx="216569" cy="252663"/>
          </a:xfrm>
          <a:prstGeom prst="flowChartMerge">
            <a:avLst/>
          </a:prstGeom>
          <a:solidFill>
            <a:schemeClr val="tx1">
              <a:lumMod val="95000"/>
              <a:lumOff val="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Merge 24">
            <a:extLst>
              <a:ext uri="{FF2B5EF4-FFF2-40B4-BE49-F238E27FC236}">
                <a16:creationId xmlns:a16="http://schemas.microsoft.com/office/drawing/2014/main" id="{BF1FE151-23D6-E827-D082-66D5E28B9B22}"/>
              </a:ext>
            </a:extLst>
          </p:cNvPr>
          <p:cNvSpPr/>
          <p:nvPr/>
        </p:nvSpPr>
        <p:spPr>
          <a:xfrm rot="5400000">
            <a:off x="4142169" y="5844967"/>
            <a:ext cx="216569" cy="252663"/>
          </a:xfrm>
          <a:prstGeom prst="flowChartMerge">
            <a:avLst/>
          </a:prstGeom>
          <a:solidFill>
            <a:schemeClr val="tx1">
              <a:lumMod val="95000"/>
              <a:lumOff val="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2B0188F-8D85-6B26-8CBE-A3D553960908}"/>
              </a:ext>
            </a:extLst>
          </p:cNvPr>
          <p:cNvSpPr/>
          <p:nvPr/>
        </p:nvSpPr>
        <p:spPr>
          <a:xfrm>
            <a:off x="5161480" y="5175920"/>
            <a:ext cx="813149" cy="814606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8C150EE-E467-0709-E915-00D06896F38E}"/>
              </a:ext>
            </a:extLst>
          </p:cNvPr>
          <p:cNvSpPr/>
          <p:nvPr/>
        </p:nvSpPr>
        <p:spPr>
          <a:xfrm>
            <a:off x="6485718" y="4511085"/>
            <a:ext cx="1043739" cy="1032772"/>
          </a:xfrm>
          <a:prstGeom prst="ellipse">
            <a:avLst/>
          </a:prstGeom>
          <a:solidFill>
            <a:srgbClr val="3FB4E0">
              <a:alpha val="8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C8851EF-5728-1F54-FD4D-820E8F0B6D0E}"/>
              </a:ext>
            </a:extLst>
          </p:cNvPr>
          <p:cNvSpPr/>
          <p:nvPr/>
        </p:nvSpPr>
        <p:spPr>
          <a:xfrm>
            <a:off x="5811957" y="1527000"/>
            <a:ext cx="1043739" cy="1032772"/>
          </a:xfrm>
          <a:prstGeom prst="ellipse">
            <a:avLst/>
          </a:prstGeom>
          <a:solidFill>
            <a:srgbClr val="3FB4E0">
              <a:alpha val="8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57B511B-8AF7-8145-1350-96BBFC39F0CC}"/>
              </a:ext>
            </a:extLst>
          </p:cNvPr>
          <p:cNvSpPr/>
          <p:nvPr/>
        </p:nvSpPr>
        <p:spPr>
          <a:xfrm>
            <a:off x="5924042" y="1621230"/>
            <a:ext cx="1043739" cy="1032772"/>
          </a:xfrm>
          <a:prstGeom prst="ellipse">
            <a:avLst/>
          </a:prstGeom>
          <a:solidFill>
            <a:srgbClr val="3FB4E0">
              <a:alpha val="8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3944791-DB36-201B-C06E-FE6B1B82185E}"/>
              </a:ext>
            </a:extLst>
          </p:cNvPr>
          <p:cNvSpPr/>
          <p:nvPr/>
        </p:nvSpPr>
        <p:spPr>
          <a:xfrm>
            <a:off x="6335856" y="2794847"/>
            <a:ext cx="1043739" cy="1032772"/>
          </a:xfrm>
          <a:prstGeom prst="ellipse">
            <a:avLst/>
          </a:prstGeom>
          <a:solidFill>
            <a:srgbClr val="3FB4E0">
              <a:alpha val="8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DB8C409-988D-95C8-DC42-BECBAA996736}"/>
              </a:ext>
            </a:extLst>
          </p:cNvPr>
          <p:cNvSpPr/>
          <p:nvPr/>
        </p:nvSpPr>
        <p:spPr>
          <a:xfrm>
            <a:off x="6457241" y="2850070"/>
            <a:ext cx="1043739" cy="1032772"/>
          </a:xfrm>
          <a:prstGeom prst="ellipse">
            <a:avLst/>
          </a:prstGeom>
          <a:solidFill>
            <a:srgbClr val="3FB4E0">
              <a:alpha val="80193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FED6342-1A89-0634-F4D4-B304B798A711}"/>
              </a:ext>
            </a:extLst>
          </p:cNvPr>
          <p:cNvSpPr/>
          <p:nvPr/>
        </p:nvSpPr>
        <p:spPr>
          <a:xfrm>
            <a:off x="6578626" y="2943010"/>
            <a:ext cx="1043739" cy="1032772"/>
          </a:xfrm>
          <a:prstGeom prst="ellipse">
            <a:avLst/>
          </a:prstGeom>
          <a:solidFill>
            <a:srgbClr val="3FB4E0">
              <a:alpha val="80193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4782DAB-B12C-A136-699B-FC08EC5A11AA}"/>
              </a:ext>
            </a:extLst>
          </p:cNvPr>
          <p:cNvSpPr/>
          <p:nvPr/>
        </p:nvSpPr>
        <p:spPr>
          <a:xfrm>
            <a:off x="6700011" y="3029700"/>
            <a:ext cx="1043739" cy="1032772"/>
          </a:xfrm>
          <a:prstGeom prst="ellipse">
            <a:avLst/>
          </a:prstGeom>
          <a:solidFill>
            <a:srgbClr val="3FB4E0">
              <a:alpha val="8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7340639-514C-0D26-71B7-412081B307FF}"/>
              </a:ext>
            </a:extLst>
          </p:cNvPr>
          <p:cNvSpPr/>
          <p:nvPr/>
        </p:nvSpPr>
        <p:spPr>
          <a:xfrm>
            <a:off x="6631894" y="4611694"/>
            <a:ext cx="1043739" cy="1032772"/>
          </a:xfrm>
          <a:prstGeom prst="ellipse">
            <a:avLst/>
          </a:prstGeom>
          <a:solidFill>
            <a:srgbClr val="3FB4E0">
              <a:alpha val="8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DA16609-35BB-EE18-0EB3-CAF442B27315}"/>
              </a:ext>
            </a:extLst>
          </p:cNvPr>
          <p:cNvSpPr/>
          <p:nvPr/>
        </p:nvSpPr>
        <p:spPr>
          <a:xfrm>
            <a:off x="6761214" y="4705026"/>
            <a:ext cx="1043739" cy="1032772"/>
          </a:xfrm>
          <a:prstGeom prst="ellipse">
            <a:avLst/>
          </a:prstGeom>
          <a:solidFill>
            <a:srgbClr val="3FB4E0">
              <a:alpha val="8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FA5756-1869-4E5C-A2BF-E6A29E77BEF4}"/>
              </a:ext>
            </a:extLst>
          </p:cNvPr>
          <p:cNvSpPr txBox="1"/>
          <p:nvPr/>
        </p:nvSpPr>
        <p:spPr>
          <a:xfrm>
            <a:off x="6011349" y="2008421"/>
            <a:ext cx="8691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Component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8CDB1AE-6F39-9E0B-5E2F-B5CD065FFA49}"/>
              </a:ext>
            </a:extLst>
          </p:cNvPr>
          <p:cNvSpPr/>
          <p:nvPr/>
        </p:nvSpPr>
        <p:spPr>
          <a:xfrm>
            <a:off x="5161480" y="3475539"/>
            <a:ext cx="813149" cy="814606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FEF081-1493-FDDE-8512-FD65F954F4B5}"/>
              </a:ext>
            </a:extLst>
          </p:cNvPr>
          <p:cNvSpPr txBox="1"/>
          <p:nvPr/>
        </p:nvSpPr>
        <p:spPr>
          <a:xfrm>
            <a:off x="5247718" y="5447503"/>
            <a:ext cx="64067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NedMux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61BE822-17E4-7834-8E15-8352BD192CDB}"/>
              </a:ext>
            </a:extLst>
          </p:cNvPr>
          <p:cNvSpPr txBox="1"/>
          <p:nvPr/>
        </p:nvSpPr>
        <p:spPr>
          <a:xfrm>
            <a:off x="5160016" y="3745087"/>
            <a:ext cx="81314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NcsDpMux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4E0B848-4299-F2FD-6203-8AC643DEA09F}"/>
              </a:ext>
            </a:extLst>
          </p:cNvPr>
          <p:cNvSpPr/>
          <p:nvPr/>
        </p:nvSpPr>
        <p:spPr>
          <a:xfrm>
            <a:off x="8531638" y="1181647"/>
            <a:ext cx="1043739" cy="1032772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4DEA17E-0C16-FE90-291C-054470DFB876}"/>
              </a:ext>
            </a:extLst>
          </p:cNvPr>
          <p:cNvSpPr txBox="1"/>
          <p:nvPr/>
        </p:nvSpPr>
        <p:spPr>
          <a:xfrm>
            <a:off x="8516096" y="1543598"/>
            <a:ext cx="1074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Resource Manager</a:t>
            </a:r>
          </a:p>
        </p:txBody>
      </p:sp>
      <p:sp>
        <p:nvSpPr>
          <p:cNvPr id="50" name="Merge 49">
            <a:extLst>
              <a:ext uri="{FF2B5EF4-FFF2-40B4-BE49-F238E27FC236}">
                <a16:creationId xmlns:a16="http://schemas.microsoft.com/office/drawing/2014/main" id="{394AD8B1-E6AA-7074-57F8-A3CF1D708E86}"/>
              </a:ext>
            </a:extLst>
          </p:cNvPr>
          <p:cNvSpPr/>
          <p:nvPr/>
        </p:nvSpPr>
        <p:spPr>
          <a:xfrm rot="16631938">
            <a:off x="8945220" y="1055315"/>
            <a:ext cx="216569" cy="252663"/>
          </a:xfrm>
          <a:prstGeom prst="flowChartMerge">
            <a:avLst/>
          </a:prstGeom>
          <a:solidFill>
            <a:schemeClr val="tx1">
              <a:lumMod val="95000"/>
              <a:lumOff val="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1" name="Merge 50">
            <a:extLst>
              <a:ext uri="{FF2B5EF4-FFF2-40B4-BE49-F238E27FC236}">
                <a16:creationId xmlns:a16="http://schemas.microsoft.com/office/drawing/2014/main" id="{4300842A-5C2D-E8DB-3F5E-A9D555B158A0}"/>
              </a:ext>
            </a:extLst>
          </p:cNvPr>
          <p:cNvSpPr/>
          <p:nvPr/>
        </p:nvSpPr>
        <p:spPr>
          <a:xfrm rot="5400000">
            <a:off x="8921349" y="2069585"/>
            <a:ext cx="216569" cy="252663"/>
          </a:xfrm>
          <a:prstGeom prst="flowChartMerge">
            <a:avLst/>
          </a:prstGeom>
          <a:solidFill>
            <a:schemeClr val="tx1">
              <a:lumMod val="95000"/>
              <a:lumOff val="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A4C92B2-F025-F756-1AE4-2158FDBED720}"/>
              </a:ext>
            </a:extLst>
          </p:cNvPr>
          <p:cNvSpPr/>
          <p:nvPr/>
        </p:nvSpPr>
        <p:spPr>
          <a:xfrm>
            <a:off x="8531638" y="2930370"/>
            <a:ext cx="1043739" cy="1032772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B9AE54-B48E-C782-AEA5-ED84DDB99E99}"/>
              </a:ext>
            </a:extLst>
          </p:cNvPr>
          <p:cNvSpPr txBox="1"/>
          <p:nvPr/>
        </p:nvSpPr>
        <p:spPr>
          <a:xfrm>
            <a:off x="8516096" y="3292321"/>
            <a:ext cx="1074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AlarmSink</a:t>
            </a:r>
            <a:r>
              <a:rPr lang="en-US" sz="1000" dirty="0">
                <a:solidFill>
                  <a:schemeClr val="bg1"/>
                </a:solidFill>
              </a:rPr>
              <a:t> Central</a:t>
            </a:r>
          </a:p>
        </p:txBody>
      </p:sp>
      <p:sp>
        <p:nvSpPr>
          <p:cNvPr id="54" name="Merge 53">
            <a:extLst>
              <a:ext uri="{FF2B5EF4-FFF2-40B4-BE49-F238E27FC236}">
                <a16:creationId xmlns:a16="http://schemas.microsoft.com/office/drawing/2014/main" id="{09F242FC-31B1-CAB7-1F1B-42B40A7BE8DD}"/>
              </a:ext>
            </a:extLst>
          </p:cNvPr>
          <p:cNvSpPr/>
          <p:nvPr/>
        </p:nvSpPr>
        <p:spPr>
          <a:xfrm rot="16631938">
            <a:off x="8945220" y="2804038"/>
            <a:ext cx="216569" cy="252663"/>
          </a:xfrm>
          <a:prstGeom prst="flowChartMerge">
            <a:avLst/>
          </a:prstGeom>
          <a:solidFill>
            <a:schemeClr val="tx1">
              <a:lumMod val="95000"/>
              <a:lumOff val="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5" name="Merge 54">
            <a:extLst>
              <a:ext uri="{FF2B5EF4-FFF2-40B4-BE49-F238E27FC236}">
                <a16:creationId xmlns:a16="http://schemas.microsoft.com/office/drawing/2014/main" id="{946DA8F9-EF37-6D2C-A7A8-BBCFA58CB223}"/>
              </a:ext>
            </a:extLst>
          </p:cNvPr>
          <p:cNvSpPr/>
          <p:nvPr/>
        </p:nvSpPr>
        <p:spPr>
          <a:xfrm rot="5400000">
            <a:off x="8921349" y="3818308"/>
            <a:ext cx="216569" cy="252663"/>
          </a:xfrm>
          <a:prstGeom prst="flowChartMerge">
            <a:avLst/>
          </a:prstGeom>
          <a:solidFill>
            <a:schemeClr val="tx1">
              <a:lumMod val="95000"/>
              <a:lumOff val="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EF82AA7-F9E6-AC9C-FB2B-B2AD894A985E}"/>
              </a:ext>
            </a:extLst>
          </p:cNvPr>
          <p:cNvSpPr/>
          <p:nvPr/>
        </p:nvSpPr>
        <p:spPr>
          <a:xfrm>
            <a:off x="8531638" y="4680534"/>
            <a:ext cx="1043739" cy="1032772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DAA321-24FA-1C62-2200-EC2241EBA891}"/>
              </a:ext>
            </a:extLst>
          </p:cNvPr>
          <p:cNvSpPr txBox="1"/>
          <p:nvPr/>
        </p:nvSpPr>
        <p:spPr>
          <a:xfrm>
            <a:off x="8516096" y="5042485"/>
            <a:ext cx="1074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AlarmSource</a:t>
            </a:r>
            <a:r>
              <a:rPr lang="en-US" sz="1000" dirty="0">
                <a:solidFill>
                  <a:schemeClr val="bg1"/>
                </a:solidFill>
              </a:rPr>
              <a:t> Central</a:t>
            </a:r>
          </a:p>
        </p:txBody>
      </p:sp>
      <p:sp>
        <p:nvSpPr>
          <p:cNvPr id="58" name="Merge 57">
            <a:extLst>
              <a:ext uri="{FF2B5EF4-FFF2-40B4-BE49-F238E27FC236}">
                <a16:creationId xmlns:a16="http://schemas.microsoft.com/office/drawing/2014/main" id="{D1EE27B5-1300-EFC3-BDBB-8ED2E3480CC1}"/>
              </a:ext>
            </a:extLst>
          </p:cNvPr>
          <p:cNvSpPr/>
          <p:nvPr/>
        </p:nvSpPr>
        <p:spPr>
          <a:xfrm rot="16631938">
            <a:off x="8945220" y="4554202"/>
            <a:ext cx="216569" cy="252663"/>
          </a:xfrm>
          <a:prstGeom prst="flowChartMerge">
            <a:avLst/>
          </a:prstGeom>
          <a:solidFill>
            <a:schemeClr val="tx1">
              <a:lumMod val="95000"/>
              <a:lumOff val="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9" name="Merge 58">
            <a:extLst>
              <a:ext uri="{FF2B5EF4-FFF2-40B4-BE49-F238E27FC236}">
                <a16:creationId xmlns:a16="http://schemas.microsoft.com/office/drawing/2014/main" id="{B407EF5A-757E-23B6-D3E5-76BA855E9FFE}"/>
              </a:ext>
            </a:extLst>
          </p:cNvPr>
          <p:cNvSpPr/>
          <p:nvPr/>
        </p:nvSpPr>
        <p:spPr>
          <a:xfrm rot="5400000">
            <a:off x="8921349" y="5568472"/>
            <a:ext cx="216569" cy="252663"/>
          </a:xfrm>
          <a:prstGeom prst="flowChartMerge">
            <a:avLst/>
          </a:prstGeom>
          <a:solidFill>
            <a:schemeClr val="tx1">
              <a:lumMod val="95000"/>
              <a:lumOff val="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0875645-1076-1B66-8D66-03A48B64B88D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796197" y="1928763"/>
            <a:ext cx="1040536" cy="117693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6A08313-DA51-DFAB-D13D-76658419934E}"/>
              </a:ext>
            </a:extLst>
          </p:cNvPr>
          <p:cNvCxnSpPr>
            <a:cxnSpLocks/>
            <a:stCxn id="11" idx="3"/>
            <a:endCxn id="38" idx="2"/>
          </p:cNvCxnSpPr>
          <p:nvPr/>
        </p:nvCxnSpPr>
        <p:spPr>
          <a:xfrm>
            <a:off x="4796197" y="2046456"/>
            <a:ext cx="1127845" cy="9116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C8A4435-D892-224B-BE21-F6BBBD47D65A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4800253" y="3868198"/>
            <a:ext cx="35976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DEB7E02-A90A-DF65-0031-5309D8CFA4A7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5979497" y="3311233"/>
            <a:ext cx="356359" cy="55597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829FDEE-EC98-7429-931F-AF324F6F4CFB}"/>
              </a:ext>
            </a:extLst>
          </p:cNvPr>
          <p:cNvCxnSpPr>
            <a:cxnSpLocks/>
            <a:stCxn id="47" idx="3"/>
            <a:endCxn id="40" idx="2"/>
          </p:cNvCxnSpPr>
          <p:nvPr/>
        </p:nvCxnSpPr>
        <p:spPr>
          <a:xfrm flipV="1">
            <a:off x="5973165" y="3366456"/>
            <a:ext cx="484076" cy="501742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945D0B3-7826-F504-A260-10274F00C49C}"/>
              </a:ext>
            </a:extLst>
          </p:cNvPr>
          <p:cNvCxnSpPr>
            <a:cxnSpLocks/>
            <a:stCxn id="47" idx="3"/>
            <a:endCxn id="41" idx="2"/>
          </p:cNvCxnSpPr>
          <p:nvPr/>
        </p:nvCxnSpPr>
        <p:spPr>
          <a:xfrm flipV="1">
            <a:off x="5973165" y="3459396"/>
            <a:ext cx="605461" cy="408802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55C0E29-E0AE-B9FD-5F84-7A3ED9C2EE76}"/>
              </a:ext>
            </a:extLst>
          </p:cNvPr>
          <p:cNvCxnSpPr>
            <a:cxnSpLocks/>
            <a:endCxn id="42" idx="2"/>
          </p:cNvCxnSpPr>
          <p:nvPr/>
        </p:nvCxnSpPr>
        <p:spPr>
          <a:xfrm flipV="1">
            <a:off x="5979497" y="3546086"/>
            <a:ext cx="720514" cy="32697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A281FFD-2E57-A593-E721-DDA908A62393}"/>
              </a:ext>
            </a:extLst>
          </p:cNvPr>
          <p:cNvCxnSpPr>
            <a:cxnSpLocks/>
            <a:endCxn id="34" idx="2"/>
          </p:cNvCxnSpPr>
          <p:nvPr/>
        </p:nvCxnSpPr>
        <p:spPr>
          <a:xfrm flipV="1">
            <a:off x="5977689" y="5027471"/>
            <a:ext cx="508029" cy="53032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5C5F7CA-F54E-F942-33DA-B1B6A245E00D}"/>
              </a:ext>
            </a:extLst>
          </p:cNvPr>
          <p:cNvCxnSpPr>
            <a:cxnSpLocks/>
            <a:stCxn id="27" idx="6"/>
            <a:endCxn id="43" idx="2"/>
          </p:cNvCxnSpPr>
          <p:nvPr/>
        </p:nvCxnSpPr>
        <p:spPr>
          <a:xfrm flipV="1">
            <a:off x="5974629" y="5128080"/>
            <a:ext cx="657265" cy="455143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A281C38-DDC2-0A24-702A-196CCA3DAA43}"/>
              </a:ext>
            </a:extLst>
          </p:cNvPr>
          <p:cNvCxnSpPr>
            <a:cxnSpLocks/>
            <a:stCxn id="27" idx="6"/>
            <a:endCxn id="44" idx="2"/>
          </p:cNvCxnSpPr>
          <p:nvPr/>
        </p:nvCxnSpPr>
        <p:spPr>
          <a:xfrm flipV="1">
            <a:off x="5974629" y="5221412"/>
            <a:ext cx="786585" cy="36181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4761FE4-36C5-FD8C-669C-5FBDB78E86CB}"/>
              </a:ext>
            </a:extLst>
          </p:cNvPr>
          <p:cNvCxnSpPr>
            <a:cxnSpLocks/>
          </p:cNvCxnSpPr>
          <p:nvPr/>
        </p:nvCxnSpPr>
        <p:spPr>
          <a:xfrm>
            <a:off x="4800253" y="5542411"/>
            <a:ext cx="35976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C128D202-B586-B5AC-8199-34154B0CEF83}"/>
              </a:ext>
            </a:extLst>
          </p:cNvPr>
          <p:cNvSpPr txBox="1"/>
          <p:nvPr/>
        </p:nvSpPr>
        <p:spPr>
          <a:xfrm>
            <a:off x="6765086" y="3417576"/>
            <a:ext cx="8691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Component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9523C77-AC51-82A7-8F40-F66DE6D5B087}"/>
              </a:ext>
            </a:extLst>
          </p:cNvPr>
          <p:cNvSpPr txBox="1"/>
          <p:nvPr/>
        </p:nvSpPr>
        <p:spPr>
          <a:xfrm>
            <a:off x="6811500" y="5109430"/>
            <a:ext cx="8691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Component</a:t>
            </a:r>
          </a:p>
        </p:txBody>
      </p:sp>
      <p:cxnSp>
        <p:nvCxnSpPr>
          <p:cNvPr id="104" name="Curved Connector 103">
            <a:extLst>
              <a:ext uri="{FF2B5EF4-FFF2-40B4-BE49-F238E27FC236}">
                <a16:creationId xmlns:a16="http://schemas.microsoft.com/office/drawing/2014/main" id="{88AD106E-46BF-8360-16B2-A60389B4040E}"/>
              </a:ext>
            </a:extLst>
          </p:cNvPr>
          <p:cNvCxnSpPr>
            <a:cxnSpLocks/>
            <a:stCxn id="42" idx="6"/>
          </p:cNvCxnSpPr>
          <p:nvPr/>
        </p:nvCxnSpPr>
        <p:spPr>
          <a:xfrm flipV="1">
            <a:off x="7743750" y="3360420"/>
            <a:ext cx="787888" cy="185666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urved Connector 113">
            <a:extLst>
              <a:ext uri="{FF2B5EF4-FFF2-40B4-BE49-F238E27FC236}">
                <a16:creationId xmlns:a16="http://schemas.microsoft.com/office/drawing/2014/main" id="{66540595-E94D-09DB-46A5-D7D332E89BD9}"/>
              </a:ext>
            </a:extLst>
          </p:cNvPr>
          <p:cNvCxnSpPr>
            <a:stCxn id="42" idx="6"/>
            <a:endCxn id="49" idx="1"/>
          </p:cNvCxnSpPr>
          <p:nvPr/>
        </p:nvCxnSpPr>
        <p:spPr>
          <a:xfrm flipV="1">
            <a:off x="7743750" y="1743653"/>
            <a:ext cx="772346" cy="1802433"/>
          </a:xfrm>
          <a:prstGeom prst="curvedConnector3">
            <a:avLst/>
          </a:prstGeom>
          <a:ln w="12700">
            <a:solidFill>
              <a:schemeClr val="accent2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114">
            <a:extLst>
              <a:ext uri="{FF2B5EF4-FFF2-40B4-BE49-F238E27FC236}">
                <a16:creationId xmlns:a16="http://schemas.microsoft.com/office/drawing/2014/main" id="{0CD329C2-DA16-0553-2665-CE5315280A6A}"/>
              </a:ext>
            </a:extLst>
          </p:cNvPr>
          <p:cNvCxnSpPr>
            <a:cxnSpLocks/>
            <a:stCxn id="44" idx="6"/>
            <a:endCxn id="49" idx="1"/>
          </p:cNvCxnSpPr>
          <p:nvPr/>
        </p:nvCxnSpPr>
        <p:spPr>
          <a:xfrm flipV="1">
            <a:off x="7804953" y="1743653"/>
            <a:ext cx="711143" cy="3477759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1475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EAACB-5D7E-9031-46BC-A6B5D6B98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1027B0-0AEA-A83B-36FB-5F58B5817E4A}"/>
              </a:ext>
            </a:extLst>
          </p:cNvPr>
          <p:cNvSpPr/>
          <p:nvPr/>
        </p:nvSpPr>
        <p:spPr>
          <a:xfrm>
            <a:off x="4069582" y="990027"/>
            <a:ext cx="4732774" cy="368245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419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741D5D8-9B3B-F33F-2F7C-B9CC1FD42A8A}"/>
              </a:ext>
            </a:extLst>
          </p:cNvPr>
          <p:cNvSpPr/>
          <p:nvPr/>
        </p:nvSpPr>
        <p:spPr>
          <a:xfrm>
            <a:off x="4290645" y="1266093"/>
            <a:ext cx="4230358" cy="3205424"/>
          </a:xfrm>
          <a:prstGeom prst="roundRect">
            <a:avLst/>
          </a:prstGeom>
          <a:solidFill>
            <a:srgbClr val="3FB4E0">
              <a:alpha val="2030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9A68E05-2ADA-81EA-AC3A-046A9D03013C}"/>
              </a:ext>
            </a:extLst>
          </p:cNvPr>
          <p:cNvSpPr/>
          <p:nvPr/>
        </p:nvSpPr>
        <p:spPr>
          <a:xfrm>
            <a:off x="4807528" y="1662545"/>
            <a:ext cx="3271348" cy="249152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B3086DC-3C80-BFCC-1D38-5D8DCD8EFF8B}"/>
              </a:ext>
            </a:extLst>
          </p:cNvPr>
          <p:cNvSpPr/>
          <p:nvPr/>
        </p:nvSpPr>
        <p:spPr>
          <a:xfrm>
            <a:off x="4946684" y="2242072"/>
            <a:ext cx="2479048" cy="1284900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566A872-346D-71A7-120E-1EF2704BC8A5}"/>
              </a:ext>
            </a:extLst>
          </p:cNvPr>
          <p:cNvSpPr/>
          <p:nvPr/>
        </p:nvSpPr>
        <p:spPr>
          <a:xfrm>
            <a:off x="4290645" y="1861679"/>
            <a:ext cx="3357455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</a:t>
            </a:r>
            <a:r>
              <a:rPr lang="en-US" sz="1000" dirty="0">
                <a:solidFill>
                  <a:schemeClr val="bg1"/>
                </a:solidFill>
              </a:rPr>
              <a:t>	   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6F22F40-BF1C-15A7-1F6C-10B70E4181BF}"/>
              </a:ext>
            </a:extLst>
          </p:cNvPr>
          <p:cNvSpPr/>
          <p:nvPr/>
        </p:nvSpPr>
        <p:spPr>
          <a:xfrm>
            <a:off x="4290645" y="3060332"/>
            <a:ext cx="3357456" cy="737336"/>
          </a:xfrm>
          <a:prstGeom prst="roundRect">
            <a:avLst/>
          </a:prstGeom>
          <a:solidFill>
            <a:srgbClr val="3FB4E0">
              <a:alpha val="6963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</a:t>
            </a:r>
            <a:r>
              <a:rPr lang="en-US" sz="1000" dirty="0">
                <a:solidFill>
                  <a:schemeClr val="bg1"/>
                </a:solidFill>
              </a:rPr>
              <a:t>	    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2C68105A-FDA1-DC15-CF70-992C012419B1}"/>
              </a:ext>
            </a:extLst>
          </p:cNvPr>
          <p:cNvSpPr/>
          <p:nvPr/>
        </p:nvSpPr>
        <p:spPr>
          <a:xfrm>
            <a:off x="7163401" y="2321169"/>
            <a:ext cx="1210561" cy="1973582"/>
          </a:xfrm>
          <a:prstGeom prst="can">
            <a:avLst/>
          </a:prstGeom>
          <a:solidFill>
            <a:srgbClr val="3FB4E0">
              <a:alpha val="8014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72691BE-C2A0-B678-F435-7535E843092D}"/>
              </a:ext>
            </a:extLst>
          </p:cNvPr>
          <p:cNvSpPr/>
          <p:nvPr/>
        </p:nvSpPr>
        <p:spPr>
          <a:xfrm>
            <a:off x="7729423" y="1114988"/>
            <a:ext cx="916780" cy="813759"/>
          </a:xfrm>
          <a:prstGeom prst="round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MAAPI</a:t>
            </a:r>
          </a:p>
        </p:txBody>
      </p:sp>
    </p:spTree>
    <p:extLst>
      <p:ext uri="{BB962C8B-B14F-4D97-AF65-F5344CB8AC3E}">
        <p14:creationId xmlns:p14="http://schemas.microsoft.com/office/powerpoint/2010/main" val="2690718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47E55-3D8B-3CCA-A993-75A6C92CE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66D33E-A01A-66D3-F269-1ABF00CA43B0}"/>
              </a:ext>
            </a:extLst>
          </p:cNvPr>
          <p:cNvSpPr/>
          <p:nvPr/>
        </p:nvSpPr>
        <p:spPr>
          <a:xfrm>
            <a:off x="4069582" y="1117179"/>
            <a:ext cx="4732774" cy="3609474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827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5E67459-B40D-0817-870B-842984FEFC05}"/>
              </a:ext>
            </a:extLst>
          </p:cNvPr>
          <p:cNvSpPr/>
          <p:nvPr/>
        </p:nvSpPr>
        <p:spPr>
          <a:xfrm>
            <a:off x="4290645" y="1254875"/>
            <a:ext cx="4230358" cy="3226916"/>
          </a:xfrm>
          <a:prstGeom prst="roundRect">
            <a:avLst/>
          </a:prstGeom>
          <a:solidFill>
            <a:srgbClr val="3FB4E0">
              <a:alpha val="2004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80C07D-6092-7FAF-0EA4-CB7E90BD770A}"/>
              </a:ext>
            </a:extLst>
          </p:cNvPr>
          <p:cNvSpPr/>
          <p:nvPr/>
        </p:nvSpPr>
        <p:spPr>
          <a:xfrm>
            <a:off x="4807528" y="1672819"/>
            <a:ext cx="3271348" cy="249152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668AC06-8185-5B07-CFFE-048186F79F58}"/>
              </a:ext>
            </a:extLst>
          </p:cNvPr>
          <p:cNvSpPr/>
          <p:nvPr/>
        </p:nvSpPr>
        <p:spPr>
          <a:xfrm>
            <a:off x="4946684" y="2252346"/>
            <a:ext cx="2479048" cy="1284900"/>
          </a:xfrm>
          <a:prstGeom prst="roundRect">
            <a:avLst/>
          </a:prstGeom>
          <a:solidFill>
            <a:srgbClr val="3FB4E0">
              <a:alpha val="79646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8AFD3D7-86FB-CE26-96EC-FE095EBBE4DA}"/>
              </a:ext>
            </a:extLst>
          </p:cNvPr>
          <p:cNvSpPr/>
          <p:nvPr/>
        </p:nvSpPr>
        <p:spPr>
          <a:xfrm>
            <a:off x="4290645" y="1871953"/>
            <a:ext cx="3357455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</a:t>
            </a:r>
            <a:r>
              <a:rPr lang="en-US" sz="1000" dirty="0">
                <a:solidFill>
                  <a:schemeClr val="bg1"/>
                </a:solidFill>
              </a:rPr>
              <a:t>	   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DB2A267-9BD1-A684-B08A-5252A7427683}"/>
              </a:ext>
            </a:extLst>
          </p:cNvPr>
          <p:cNvSpPr/>
          <p:nvPr/>
        </p:nvSpPr>
        <p:spPr>
          <a:xfrm>
            <a:off x="4290645" y="3070606"/>
            <a:ext cx="3357456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</a:t>
            </a:r>
            <a:r>
              <a:rPr lang="en-US" sz="1000" dirty="0">
                <a:solidFill>
                  <a:schemeClr val="bg1"/>
                </a:solidFill>
              </a:rPr>
              <a:t>	    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C66D08CB-7F03-F331-F125-19FD5D391648}"/>
              </a:ext>
            </a:extLst>
          </p:cNvPr>
          <p:cNvSpPr/>
          <p:nvPr/>
        </p:nvSpPr>
        <p:spPr>
          <a:xfrm>
            <a:off x="7170821" y="2331444"/>
            <a:ext cx="1182532" cy="19735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61F3963-81CF-6D11-EF5C-936B53306272}"/>
              </a:ext>
            </a:extLst>
          </p:cNvPr>
          <p:cNvSpPr/>
          <p:nvPr/>
        </p:nvSpPr>
        <p:spPr>
          <a:xfrm>
            <a:off x="7741067" y="3768515"/>
            <a:ext cx="916780" cy="813759"/>
          </a:xfrm>
          <a:prstGeom prst="round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 API</a:t>
            </a:r>
          </a:p>
        </p:txBody>
      </p:sp>
    </p:spTree>
    <p:extLst>
      <p:ext uri="{BB962C8B-B14F-4D97-AF65-F5344CB8AC3E}">
        <p14:creationId xmlns:p14="http://schemas.microsoft.com/office/powerpoint/2010/main" val="4996244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AA13-3A5A-312B-DC74-55641497D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867DB2-40D1-A20E-47D7-46FB93708851}"/>
              </a:ext>
            </a:extLst>
          </p:cNvPr>
          <p:cNvSpPr/>
          <p:nvPr/>
        </p:nvSpPr>
        <p:spPr>
          <a:xfrm>
            <a:off x="4069582" y="1047135"/>
            <a:ext cx="4623568" cy="3625349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E39B051-6C46-D27F-631A-D50BF63F711D}"/>
              </a:ext>
            </a:extLst>
          </p:cNvPr>
          <p:cNvSpPr/>
          <p:nvPr/>
        </p:nvSpPr>
        <p:spPr>
          <a:xfrm>
            <a:off x="4290645" y="1200151"/>
            <a:ext cx="4230358" cy="3271366"/>
          </a:xfrm>
          <a:prstGeom prst="roundRect">
            <a:avLst/>
          </a:prstGeom>
          <a:solidFill>
            <a:srgbClr val="3FB4E0">
              <a:alpha val="1988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E9C7BA-233F-4F3E-6208-63E17B11423E}"/>
              </a:ext>
            </a:extLst>
          </p:cNvPr>
          <p:cNvSpPr/>
          <p:nvPr/>
        </p:nvSpPr>
        <p:spPr>
          <a:xfrm>
            <a:off x="4807528" y="1662545"/>
            <a:ext cx="3271348" cy="249152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B1E4457-601E-2C66-C9A1-82902F353576}"/>
              </a:ext>
            </a:extLst>
          </p:cNvPr>
          <p:cNvSpPr/>
          <p:nvPr/>
        </p:nvSpPr>
        <p:spPr>
          <a:xfrm>
            <a:off x="4946684" y="2242072"/>
            <a:ext cx="2479048" cy="1284900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DEBB53-FA62-C8D2-848B-7856118A846D}"/>
              </a:ext>
            </a:extLst>
          </p:cNvPr>
          <p:cNvSpPr/>
          <p:nvPr/>
        </p:nvSpPr>
        <p:spPr>
          <a:xfrm>
            <a:off x="4290645" y="1861679"/>
            <a:ext cx="3357455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</a:t>
            </a:r>
            <a:r>
              <a:rPr lang="en-US" sz="1000" dirty="0">
                <a:solidFill>
                  <a:schemeClr val="bg1"/>
                </a:solidFill>
              </a:rPr>
              <a:t>	   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C590717-00AB-F144-5F1A-9AB168555AE2}"/>
              </a:ext>
            </a:extLst>
          </p:cNvPr>
          <p:cNvSpPr/>
          <p:nvPr/>
        </p:nvSpPr>
        <p:spPr>
          <a:xfrm>
            <a:off x="4290645" y="3060332"/>
            <a:ext cx="3357456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</a:t>
            </a:r>
            <a:r>
              <a:rPr lang="en-US" sz="1000" dirty="0">
                <a:solidFill>
                  <a:schemeClr val="bg1"/>
                </a:solidFill>
              </a:rPr>
              <a:t>	    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25F05178-70D8-7FB2-2C29-EB0353E044B0}"/>
              </a:ext>
            </a:extLst>
          </p:cNvPr>
          <p:cNvSpPr/>
          <p:nvPr/>
        </p:nvSpPr>
        <p:spPr>
          <a:xfrm>
            <a:off x="7182465" y="2321170"/>
            <a:ext cx="1143000" cy="19735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CEB13FC-D2E4-9800-C29A-FC2BB90003B9}"/>
              </a:ext>
            </a:extLst>
          </p:cNvPr>
          <p:cNvSpPr/>
          <p:nvPr/>
        </p:nvSpPr>
        <p:spPr>
          <a:xfrm>
            <a:off x="5710374" y="3929736"/>
            <a:ext cx="916780" cy="651924"/>
          </a:xfrm>
          <a:prstGeom prst="round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DP API</a:t>
            </a:r>
          </a:p>
        </p:txBody>
      </p:sp>
    </p:spTree>
    <p:extLst>
      <p:ext uri="{BB962C8B-B14F-4D97-AF65-F5344CB8AC3E}">
        <p14:creationId xmlns:p14="http://schemas.microsoft.com/office/powerpoint/2010/main" val="3844343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7E584-893A-87C9-C448-ABEF0137A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6F4D74-3BE8-33F6-5E62-3EFB20773857}"/>
              </a:ext>
            </a:extLst>
          </p:cNvPr>
          <p:cNvSpPr/>
          <p:nvPr/>
        </p:nvSpPr>
        <p:spPr>
          <a:xfrm>
            <a:off x="4069581" y="1105320"/>
            <a:ext cx="4959089" cy="3804431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452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5B186A2-BFE9-2642-F577-5F58EFE95C2E}"/>
              </a:ext>
            </a:extLst>
          </p:cNvPr>
          <p:cNvSpPr/>
          <p:nvPr/>
        </p:nvSpPr>
        <p:spPr>
          <a:xfrm>
            <a:off x="4290645" y="1406769"/>
            <a:ext cx="4164252" cy="3064747"/>
          </a:xfrm>
          <a:prstGeom prst="roundRect">
            <a:avLst/>
          </a:prstGeom>
          <a:solidFill>
            <a:srgbClr val="3FB4E0">
              <a:alpha val="20021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7F5F4A-55B6-DB2D-0995-5D3E355C9669}"/>
              </a:ext>
            </a:extLst>
          </p:cNvPr>
          <p:cNvSpPr/>
          <p:nvPr/>
        </p:nvSpPr>
        <p:spPr>
          <a:xfrm>
            <a:off x="4807528" y="1662545"/>
            <a:ext cx="3271348" cy="249152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B553B5-84E6-9BED-FB6B-4F610AF7B004}"/>
              </a:ext>
            </a:extLst>
          </p:cNvPr>
          <p:cNvSpPr/>
          <p:nvPr/>
        </p:nvSpPr>
        <p:spPr>
          <a:xfrm>
            <a:off x="4946684" y="2242072"/>
            <a:ext cx="2479048" cy="1284900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C2D796-46FE-4EE1-C589-3304C86B5B2D}"/>
              </a:ext>
            </a:extLst>
          </p:cNvPr>
          <p:cNvSpPr/>
          <p:nvPr/>
        </p:nvSpPr>
        <p:spPr>
          <a:xfrm>
            <a:off x="4290645" y="1861679"/>
            <a:ext cx="3357455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</a:t>
            </a:r>
            <a:r>
              <a:rPr lang="en-US" sz="1000" dirty="0">
                <a:solidFill>
                  <a:schemeClr val="bg1"/>
                </a:solidFill>
              </a:rPr>
              <a:t>	   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75417FC-D667-D213-664C-B250CACDEE2D}"/>
              </a:ext>
            </a:extLst>
          </p:cNvPr>
          <p:cNvSpPr/>
          <p:nvPr/>
        </p:nvSpPr>
        <p:spPr>
          <a:xfrm>
            <a:off x="4290645" y="3060332"/>
            <a:ext cx="3357456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</a:t>
            </a:r>
            <a:r>
              <a:rPr lang="en-US" sz="1000" dirty="0">
                <a:solidFill>
                  <a:schemeClr val="bg1"/>
                </a:solidFill>
              </a:rPr>
              <a:t>	    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EF555B10-6D0A-45B8-ABF3-D0736814DB51}"/>
              </a:ext>
            </a:extLst>
          </p:cNvPr>
          <p:cNvSpPr/>
          <p:nvPr/>
        </p:nvSpPr>
        <p:spPr>
          <a:xfrm>
            <a:off x="7170157" y="2321170"/>
            <a:ext cx="1109685" cy="19735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33B4708-5946-0CD3-C3DE-1EBE4AE70C57}"/>
              </a:ext>
            </a:extLst>
          </p:cNvPr>
          <p:cNvSpPr/>
          <p:nvPr/>
        </p:nvSpPr>
        <p:spPr>
          <a:xfrm>
            <a:off x="5710374" y="3929736"/>
            <a:ext cx="916780" cy="651924"/>
          </a:xfrm>
          <a:prstGeom prst="round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DP API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26D370D-643E-80FB-977A-E2C805B24C60}"/>
              </a:ext>
            </a:extLst>
          </p:cNvPr>
          <p:cNvSpPr/>
          <p:nvPr/>
        </p:nvSpPr>
        <p:spPr>
          <a:xfrm>
            <a:off x="7774520" y="3758241"/>
            <a:ext cx="916780" cy="813759"/>
          </a:xfrm>
          <a:prstGeom prst="round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 API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D0466E2-D7DA-AAFB-8797-37FEB721452E}"/>
              </a:ext>
            </a:extLst>
          </p:cNvPr>
          <p:cNvSpPr/>
          <p:nvPr/>
        </p:nvSpPr>
        <p:spPr>
          <a:xfrm>
            <a:off x="7768304" y="1266092"/>
            <a:ext cx="916780" cy="813759"/>
          </a:xfrm>
          <a:prstGeom prst="round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MAAPI</a:t>
            </a:r>
          </a:p>
        </p:txBody>
      </p:sp>
      <p:sp>
        <p:nvSpPr>
          <p:cNvPr id="12" name="Round Same Side Corner Rectangle 11">
            <a:extLst>
              <a:ext uri="{FF2B5EF4-FFF2-40B4-BE49-F238E27FC236}">
                <a16:creationId xmlns:a16="http://schemas.microsoft.com/office/drawing/2014/main" id="{DF32DC4F-B48F-6BF0-2220-6A495ADDD2FE}"/>
              </a:ext>
            </a:extLst>
          </p:cNvPr>
          <p:cNvSpPr/>
          <p:nvPr/>
        </p:nvSpPr>
        <p:spPr>
          <a:xfrm rot="16200000">
            <a:off x="7012349" y="3172812"/>
            <a:ext cx="323124" cy="2798375"/>
          </a:xfrm>
          <a:prstGeom prst="round2SameRect">
            <a:avLst/>
          </a:prstGeom>
          <a:solidFill>
            <a:schemeClr val="accent6"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ound Same Side Corner Rectangle 12">
            <a:extLst>
              <a:ext uri="{FF2B5EF4-FFF2-40B4-BE49-F238E27FC236}">
                <a16:creationId xmlns:a16="http://schemas.microsoft.com/office/drawing/2014/main" id="{1939BF24-36D3-DF7C-F68A-6344A75800E6}"/>
              </a:ext>
            </a:extLst>
          </p:cNvPr>
          <p:cNvSpPr/>
          <p:nvPr/>
        </p:nvSpPr>
        <p:spPr>
          <a:xfrm>
            <a:off x="8573098" y="1344996"/>
            <a:ext cx="264828" cy="3388565"/>
          </a:xfrm>
          <a:prstGeom prst="round2SameRect">
            <a:avLst/>
          </a:prstGeom>
          <a:solidFill>
            <a:schemeClr val="accent6">
              <a:alpha val="59782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78A1BF-A711-C6E5-2507-4DFD1939188E}"/>
              </a:ext>
            </a:extLst>
          </p:cNvPr>
          <p:cNvSpPr txBox="1"/>
          <p:nvPr/>
        </p:nvSpPr>
        <p:spPr>
          <a:xfrm rot="16200000">
            <a:off x="8094066" y="2818385"/>
            <a:ext cx="121056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Python High-level</a:t>
            </a:r>
          </a:p>
        </p:txBody>
      </p:sp>
    </p:spTree>
    <p:extLst>
      <p:ext uri="{BB962C8B-B14F-4D97-AF65-F5344CB8AC3E}">
        <p14:creationId xmlns:p14="http://schemas.microsoft.com/office/powerpoint/2010/main" val="25484433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6D2F3-BB60-0362-C305-963CB33D2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3D2C054-3E3B-2B44-028C-52E436AD48CB}"/>
              </a:ext>
            </a:extLst>
          </p:cNvPr>
          <p:cNvSpPr/>
          <p:nvPr/>
        </p:nvSpPr>
        <p:spPr>
          <a:xfrm>
            <a:off x="3735421" y="1187450"/>
            <a:ext cx="5014879" cy="358883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663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8733BB5-6E7C-4F51-BA56-EF2EC34F0E4B}"/>
              </a:ext>
            </a:extLst>
          </p:cNvPr>
          <p:cNvSpPr/>
          <p:nvPr/>
        </p:nvSpPr>
        <p:spPr>
          <a:xfrm>
            <a:off x="4290645" y="1406769"/>
            <a:ext cx="4230358" cy="3064747"/>
          </a:xfrm>
          <a:prstGeom prst="roundRect">
            <a:avLst/>
          </a:prstGeom>
          <a:solidFill>
            <a:srgbClr val="3FB4E0">
              <a:alpha val="1981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E9BD7C7-6906-34A3-076F-3ECE90C93D16}"/>
              </a:ext>
            </a:extLst>
          </p:cNvPr>
          <p:cNvSpPr/>
          <p:nvPr/>
        </p:nvSpPr>
        <p:spPr>
          <a:xfrm>
            <a:off x="4807528" y="1662545"/>
            <a:ext cx="3271348" cy="249152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0F6F41-B1ED-3027-56E7-D54EB45F628F}"/>
              </a:ext>
            </a:extLst>
          </p:cNvPr>
          <p:cNvSpPr/>
          <p:nvPr/>
        </p:nvSpPr>
        <p:spPr>
          <a:xfrm>
            <a:off x="4946684" y="2242072"/>
            <a:ext cx="2479048" cy="1284900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1A5AC58-D75B-72C0-9D6C-0D4D1F1266CD}"/>
              </a:ext>
            </a:extLst>
          </p:cNvPr>
          <p:cNvSpPr/>
          <p:nvPr/>
        </p:nvSpPr>
        <p:spPr>
          <a:xfrm>
            <a:off x="4290645" y="1861679"/>
            <a:ext cx="3357455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	   </a:t>
            </a:r>
            <a:r>
              <a:rPr lang="en-US" sz="1000" dirty="0">
                <a:solidFill>
                  <a:schemeClr val="bg1"/>
                </a:solidFill>
              </a:rPr>
              <a:t>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A8AD99-3C00-8CF7-4E21-37AFE91F112C}"/>
              </a:ext>
            </a:extLst>
          </p:cNvPr>
          <p:cNvSpPr/>
          <p:nvPr/>
        </p:nvSpPr>
        <p:spPr>
          <a:xfrm>
            <a:off x="4290645" y="3060332"/>
            <a:ext cx="3357456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	    </a:t>
            </a:r>
            <a:r>
              <a:rPr lang="en-US" sz="1000" dirty="0">
                <a:solidFill>
                  <a:schemeClr val="bg1"/>
                </a:solidFill>
              </a:rPr>
              <a:t>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0D502AE3-CEEF-E0A0-D0B4-846E9C067F94}"/>
              </a:ext>
            </a:extLst>
          </p:cNvPr>
          <p:cNvSpPr/>
          <p:nvPr/>
        </p:nvSpPr>
        <p:spPr>
          <a:xfrm>
            <a:off x="7069281" y="2321170"/>
            <a:ext cx="1210561" cy="19735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DABD425-EB9C-C04A-90B8-0BDCC2EC991E}"/>
              </a:ext>
            </a:extLst>
          </p:cNvPr>
          <p:cNvSpPr/>
          <p:nvPr/>
        </p:nvSpPr>
        <p:spPr>
          <a:xfrm>
            <a:off x="3832255" y="4018726"/>
            <a:ext cx="916780" cy="651924"/>
          </a:xfrm>
          <a:prstGeom prst="round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NED API</a:t>
            </a:r>
          </a:p>
        </p:txBody>
      </p:sp>
    </p:spTree>
    <p:extLst>
      <p:ext uri="{BB962C8B-B14F-4D97-AF65-F5344CB8AC3E}">
        <p14:creationId xmlns:p14="http://schemas.microsoft.com/office/powerpoint/2010/main" val="16682690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55C1E-B670-38E1-AD17-DE12E1CB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142C08-AA35-B0DF-18D3-41DEB7CD3F5A}"/>
              </a:ext>
            </a:extLst>
          </p:cNvPr>
          <p:cNvSpPr/>
          <p:nvPr/>
        </p:nvSpPr>
        <p:spPr>
          <a:xfrm>
            <a:off x="3490697" y="960940"/>
            <a:ext cx="5210605" cy="3612595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271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8EF83B3-588E-B158-F47B-2DA33FD19FDA}"/>
              </a:ext>
            </a:extLst>
          </p:cNvPr>
          <p:cNvSpPr/>
          <p:nvPr/>
        </p:nvSpPr>
        <p:spPr>
          <a:xfrm>
            <a:off x="3711760" y="1262390"/>
            <a:ext cx="4230358" cy="3064747"/>
          </a:xfrm>
          <a:prstGeom prst="roundRect">
            <a:avLst/>
          </a:prstGeom>
          <a:solidFill>
            <a:srgbClr val="3FB4E0">
              <a:alpha val="1984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7870414-CCBA-BDAC-627A-B5B023ECFAE1}"/>
              </a:ext>
            </a:extLst>
          </p:cNvPr>
          <p:cNvSpPr/>
          <p:nvPr/>
        </p:nvSpPr>
        <p:spPr>
          <a:xfrm>
            <a:off x="4228643" y="1518166"/>
            <a:ext cx="3271348" cy="249152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BAA3FB2-03BE-514F-E791-A986A5B16EB8}"/>
              </a:ext>
            </a:extLst>
          </p:cNvPr>
          <p:cNvSpPr/>
          <p:nvPr/>
        </p:nvSpPr>
        <p:spPr>
          <a:xfrm>
            <a:off x="4367799" y="2097693"/>
            <a:ext cx="2479048" cy="1284900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DE8477-8C4A-08CF-7699-17B38306986B}"/>
              </a:ext>
            </a:extLst>
          </p:cNvPr>
          <p:cNvSpPr/>
          <p:nvPr/>
        </p:nvSpPr>
        <p:spPr>
          <a:xfrm>
            <a:off x="3711760" y="1717300"/>
            <a:ext cx="3357455" cy="737336"/>
          </a:xfrm>
          <a:prstGeom prst="roundRect">
            <a:avLst/>
          </a:prstGeom>
          <a:solidFill>
            <a:srgbClr val="3FB4E0">
              <a:alpha val="6956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	   </a:t>
            </a:r>
            <a:r>
              <a:rPr lang="en-US" sz="1000" dirty="0">
                <a:solidFill>
                  <a:schemeClr val="bg1"/>
                </a:solidFill>
              </a:rPr>
              <a:t>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99D2805-DBA1-7490-6211-FD8D800A52E9}"/>
              </a:ext>
            </a:extLst>
          </p:cNvPr>
          <p:cNvSpPr/>
          <p:nvPr/>
        </p:nvSpPr>
        <p:spPr>
          <a:xfrm>
            <a:off x="3711760" y="2915953"/>
            <a:ext cx="3357456" cy="737336"/>
          </a:xfrm>
          <a:prstGeom prst="roundRect">
            <a:avLst/>
          </a:prstGeom>
          <a:solidFill>
            <a:srgbClr val="3FB4E0">
              <a:alpha val="6956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	    </a:t>
            </a:r>
            <a:r>
              <a:rPr lang="en-US" sz="1000" dirty="0">
                <a:solidFill>
                  <a:schemeClr val="bg1"/>
                </a:solidFill>
              </a:rPr>
              <a:t>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ACEE3B72-6C95-ADAF-AB38-12D33A9F33FB}"/>
              </a:ext>
            </a:extLst>
          </p:cNvPr>
          <p:cNvSpPr/>
          <p:nvPr/>
        </p:nvSpPr>
        <p:spPr>
          <a:xfrm>
            <a:off x="6490396" y="2176791"/>
            <a:ext cx="1210561" cy="19735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DF7ABDD-42DC-9A3D-6344-F01B00D14DDB}"/>
              </a:ext>
            </a:extLst>
          </p:cNvPr>
          <p:cNvSpPr/>
          <p:nvPr/>
        </p:nvSpPr>
        <p:spPr>
          <a:xfrm>
            <a:off x="7162182" y="3613862"/>
            <a:ext cx="916780" cy="813759"/>
          </a:xfrm>
          <a:prstGeom prst="roundRect">
            <a:avLst/>
          </a:prstGeom>
          <a:solidFill>
            <a:srgbClr val="FFC000">
              <a:alpha val="8021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 API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0842377-8867-6D05-C271-A730F1D3B532}"/>
              </a:ext>
            </a:extLst>
          </p:cNvPr>
          <p:cNvSpPr/>
          <p:nvPr/>
        </p:nvSpPr>
        <p:spPr>
          <a:xfrm>
            <a:off x="7155966" y="1121713"/>
            <a:ext cx="916780" cy="813759"/>
          </a:xfrm>
          <a:prstGeom prst="roundRect">
            <a:avLst/>
          </a:prstGeom>
          <a:solidFill>
            <a:srgbClr val="FFC000">
              <a:alpha val="8021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MAAPI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987EBE3-099D-BABA-A623-26F7B3F0E40D}"/>
              </a:ext>
            </a:extLst>
          </p:cNvPr>
          <p:cNvSpPr/>
          <p:nvPr/>
        </p:nvSpPr>
        <p:spPr>
          <a:xfrm>
            <a:off x="7889462" y="1494378"/>
            <a:ext cx="603542" cy="2491530"/>
          </a:xfrm>
          <a:prstGeom prst="roundRect">
            <a:avLst/>
          </a:prstGeom>
          <a:solidFill>
            <a:srgbClr val="FFC000">
              <a:alpha val="7988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NAVU</a:t>
            </a:r>
          </a:p>
        </p:txBody>
      </p:sp>
    </p:spTree>
    <p:extLst>
      <p:ext uri="{BB962C8B-B14F-4D97-AF65-F5344CB8AC3E}">
        <p14:creationId xmlns:p14="http://schemas.microsoft.com/office/powerpoint/2010/main" val="4774220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C9772-498A-1084-92E4-392A7869B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ADBE925-ACA7-1844-748B-7F5030F5739E}"/>
              </a:ext>
            </a:extLst>
          </p:cNvPr>
          <p:cNvSpPr/>
          <p:nvPr/>
        </p:nvSpPr>
        <p:spPr>
          <a:xfrm>
            <a:off x="4290645" y="1406769"/>
            <a:ext cx="4230358" cy="3064747"/>
          </a:xfrm>
          <a:prstGeom prst="roundRect">
            <a:avLst/>
          </a:prstGeom>
          <a:solidFill>
            <a:srgbClr val="3FB4E0">
              <a:alpha val="1984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2885479-4A36-2528-C031-AD7ADA437E20}"/>
              </a:ext>
            </a:extLst>
          </p:cNvPr>
          <p:cNvSpPr/>
          <p:nvPr/>
        </p:nvSpPr>
        <p:spPr>
          <a:xfrm>
            <a:off x="4807528" y="1662545"/>
            <a:ext cx="3271348" cy="2491529"/>
          </a:xfrm>
          <a:prstGeom prst="roundRect">
            <a:avLst/>
          </a:prstGeom>
          <a:solidFill>
            <a:srgbClr val="3FB4E0">
              <a:alpha val="1984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E6A78B9-08E9-3FFA-21E2-9843C97E369B}"/>
              </a:ext>
            </a:extLst>
          </p:cNvPr>
          <p:cNvSpPr/>
          <p:nvPr/>
        </p:nvSpPr>
        <p:spPr>
          <a:xfrm>
            <a:off x="4946684" y="2242072"/>
            <a:ext cx="2479048" cy="1284900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CF6DAF0-FFF7-A7E5-0F93-49364238765B}"/>
              </a:ext>
            </a:extLst>
          </p:cNvPr>
          <p:cNvSpPr/>
          <p:nvPr/>
        </p:nvSpPr>
        <p:spPr>
          <a:xfrm>
            <a:off x="4290645" y="1861679"/>
            <a:ext cx="3357455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	   </a:t>
            </a:r>
            <a:r>
              <a:rPr lang="en-US" sz="1000" dirty="0">
                <a:solidFill>
                  <a:schemeClr val="bg1"/>
                </a:solidFill>
              </a:rPr>
              <a:t>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63068DF-F92A-5239-3A60-62482A5CF3A9}"/>
              </a:ext>
            </a:extLst>
          </p:cNvPr>
          <p:cNvSpPr/>
          <p:nvPr/>
        </p:nvSpPr>
        <p:spPr>
          <a:xfrm>
            <a:off x="4290645" y="3060332"/>
            <a:ext cx="3357456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	    </a:t>
            </a:r>
            <a:r>
              <a:rPr lang="en-US" sz="1000" dirty="0">
                <a:solidFill>
                  <a:schemeClr val="bg1"/>
                </a:solidFill>
              </a:rPr>
              <a:t>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91E1A205-B1E0-7EE4-6A67-B793E8BCBA6A}"/>
              </a:ext>
            </a:extLst>
          </p:cNvPr>
          <p:cNvSpPr/>
          <p:nvPr/>
        </p:nvSpPr>
        <p:spPr>
          <a:xfrm>
            <a:off x="7069281" y="2321170"/>
            <a:ext cx="1210561" cy="19735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E8B3F86-D602-D31E-A885-7D9B6F4BB0E4}"/>
              </a:ext>
            </a:extLst>
          </p:cNvPr>
          <p:cNvSpPr/>
          <p:nvPr/>
        </p:nvSpPr>
        <p:spPr>
          <a:xfrm>
            <a:off x="3832255" y="2482781"/>
            <a:ext cx="916780" cy="651924"/>
          </a:xfrm>
          <a:prstGeom prst="round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Alarm API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07E1E7-31CC-5196-36DD-62CE2D12A0D4}"/>
              </a:ext>
            </a:extLst>
          </p:cNvPr>
          <p:cNvSpPr/>
          <p:nvPr/>
        </p:nvSpPr>
        <p:spPr>
          <a:xfrm>
            <a:off x="3683000" y="1231900"/>
            <a:ext cx="5018302" cy="342265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996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7652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074CF-84F2-79C2-EB40-738EAD9E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9F0E99-12AB-9E60-4CFC-2AC8489511BF}"/>
              </a:ext>
            </a:extLst>
          </p:cNvPr>
          <p:cNvSpPr/>
          <p:nvPr/>
        </p:nvSpPr>
        <p:spPr>
          <a:xfrm>
            <a:off x="4076054" y="991892"/>
            <a:ext cx="4649492" cy="367309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AAFC63-53BD-46AF-9892-5FC50DD904AE}"/>
              </a:ext>
            </a:extLst>
          </p:cNvPr>
          <p:cNvSpPr/>
          <p:nvPr/>
        </p:nvSpPr>
        <p:spPr>
          <a:xfrm>
            <a:off x="4290645" y="1406769"/>
            <a:ext cx="4230358" cy="3064747"/>
          </a:xfrm>
          <a:prstGeom prst="roundRect">
            <a:avLst/>
          </a:prstGeom>
          <a:solidFill>
            <a:srgbClr val="3FB4E0">
              <a:alpha val="2049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1AEFA02-F6E8-CF2D-5380-B4A285D9B93B}"/>
              </a:ext>
            </a:extLst>
          </p:cNvPr>
          <p:cNvSpPr/>
          <p:nvPr/>
        </p:nvSpPr>
        <p:spPr>
          <a:xfrm>
            <a:off x="4807528" y="1662545"/>
            <a:ext cx="3271348" cy="2491529"/>
          </a:xfrm>
          <a:prstGeom prst="roundRect">
            <a:avLst/>
          </a:prstGeom>
          <a:solidFill>
            <a:srgbClr val="3FB4E0">
              <a:alpha val="2049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8FB9C6-44AF-C848-FCCA-3C1EA6C5E0BD}"/>
              </a:ext>
            </a:extLst>
          </p:cNvPr>
          <p:cNvSpPr/>
          <p:nvPr/>
        </p:nvSpPr>
        <p:spPr>
          <a:xfrm>
            <a:off x="4946684" y="2242072"/>
            <a:ext cx="2479048" cy="1284900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275FA1-88E1-0FB8-46CB-F70F1946EA1D}"/>
              </a:ext>
            </a:extLst>
          </p:cNvPr>
          <p:cNvSpPr/>
          <p:nvPr/>
        </p:nvSpPr>
        <p:spPr>
          <a:xfrm>
            <a:off x="4290645" y="1861679"/>
            <a:ext cx="3357455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	   </a:t>
            </a:r>
            <a:r>
              <a:rPr lang="en-US" sz="1000" dirty="0">
                <a:solidFill>
                  <a:schemeClr val="bg1"/>
                </a:solidFill>
              </a:rPr>
              <a:t>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BAB12B-B408-88EA-AE4F-53E3B39B1C78}"/>
              </a:ext>
            </a:extLst>
          </p:cNvPr>
          <p:cNvSpPr/>
          <p:nvPr/>
        </p:nvSpPr>
        <p:spPr>
          <a:xfrm>
            <a:off x="4290645" y="3060332"/>
            <a:ext cx="3357456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	    </a:t>
            </a:r>
            <a:r>
              <a:rPr lang="en-US" sz="1000" dirty="0">
                <a:solidFill>
                  <a:schemeClr val="bg1"/>
                </a:solidFill>
              </a:rPr>
              <a:t>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59546AA7-01EC-6056-94CD-6696978FD9C3}"/>
              </a:ext>
            </a:extLst>
          </p:cNvPr>
          <p:cNvSpPr/>
          <p:nvPr/>
        </p:nvSpPr>
        <p:spPr>
          <a:xfrm>
            <a:off x="7069281" y="2321170"/>
            <a:ext cx="1210561" cy="19735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8D2EA52-1C2C-92AC-EFCC-096409461BBA}"/>
              </a:ext>
            </a:extLst>
          </p:cNvPr>
          <p:cNvSpPr/>
          <p:nvPr/>
        </p:nvSpPr>
        <p:spPr>
          <a:xfrm>
            <a:off x="5290092" y="1110188"/>
            <a:ext cx="916780" cy="651924"/>
          </a:xfrm>
          <a:prstGeom prst="roundRect">
            <a:avLst/>
          </a:prstGeom>
          <a:solidFill>
            <a:srgbClr val="FFC000">
              <a:alpha val="8008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chemeClr val="bg1"/>
                </a:solidFill>
              </a:rPr>
              <a:t>Notif</a:t>
            </a:r>
            <a:r>
              <a:rPr lang="en-US" sz="1000" b="1" dirty="0">
                <a:solidFill>
                  <a:schemeClr val="bg1"/>
                </a:solidFill>
              </a:rPr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26989360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301FD-A625-E029-8284-54F8281C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D480AA-4C4C-C6FC-0619-BDC5EF1D09CC}"/>
              </a:ext>
            </a:extLst>
          </p:cNvPr>
          <p:cNvSpPr/>
          <p:nvPr/>
        </p:nvSpPr>
        <p:spPr>
          <a:xfrm>
            <a:off x="4076054" y="991892"/>
            <a:ext cx="4649492" cy="367309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5078134-78D3-AE3D-0737-4DE36B99E440}"/>
              </a:ext>
            </a:extLst>
          </p:cNvPr>
          <p:cNvSpPr/>
          <p:nvPr/>
        </p:nvSpPr>
        <p:spPr>
          <a:xfrm>
            <a:off x="4290645" y="1406769"/>
            <a:ext cx="4230358" cy="3064747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A79162A-4C4A-7B16-B35B-C955FD6A68A1}"/>
              </a:ext>
            </a:extLst>
          </p:cNvPr>
          <p:cNvSpPr/>
          <p:nvPr/>
        </p:nvSpPr>
        <p:spPr>
          <a:xfrm>
            <a:off x="4807528" y="1662545"/>
            <a:ext cx="3271348" cy="2491529"/>
          </a:xfrm>
          <a:prstGeom prst="roundRect">
            <a:avLst/>
          </a:prstGeom>
          <a:solidFill>
            <a:srgbClr val="3FB4E0">
              <a:alpha val="2009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0BF875-7814-772E-D25C-AE4133B63EB3}"/>
              </a:ext>
            </a:extLst>
          </p:cNvPr>
          <p:cNvSpPr/>
          <p:nvPr/>
        </p:nvSpPr>
        <p:spPr>
          <a:xfrm>
            <a:off x="4946684" y="2242072"/>
            <a:ext cx="2479048" cy="1284900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24327D8-D848-4EBF-8D94-3D8CECFF23C3}"/>
              </a:ext>
            </a:extLst>
          </p:cNvPr>
          <p:cNvSpPr/>
          <p:nvPr/>
        </p:nvSpPr>
        <p:spPr>
          <a:xfrm>
            <a:off x="4290645" y="1861679"/>
            <a:ext cx="3357455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	   </a:t>
            </a:r>
            <a:r>
              <a:rPr lang="en-US" sz="1000" dirty="0">
                <a:solidFill>
                  <a:schemeClr val="bg1"/>
                </a:solidFill>
              </a:rPr>
              <a:t>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A47023E-8276-7DEE-5678-4047F21A8F36}"/>
              </a:ext>
            </a:extLst>
          </p:cNvPr>
          <p:cNvSpPr/>
          <p:nvPr/>
        </p:nvSpPr>
        <p:spPr>
          <a:xfrm>
            <a:off x="4290645" y="3060332"/>
            <a:ext cx="3357456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	    </a:t>
            </a:r>
            <a:r>
              <a:rPr lang="en-US" sz="1000" dirty="0">
                <a:solidFill>
                  <a:schemeClr val="bg1"/>
                </a:solidFill>
              </a:rPr>
              <a:t>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B5DB26D9-F6B8-C6DA-0DCE-AAFA2C215DCC}"/>
              </a:ext>
            </a:extLst>
          </p:cNvPr>
          <p:cNvSpPr/>
          <p:nvPr/>
        </p:nvSpPr>
        <p:spPr>
          <a:xfrm>
            <a:off x="7069281" y="2321170"/>
            <a:ext cx="1210561" cy="19735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0B841A-1103-0F39-1786-74644E7DB719}"/>
              </a:ext>
            </a:extLst>
          </p:cNvPr>
          <p:cNvSpPr/>
          <p:nvPr/>
        </p:nvSpPr>
        <p:spPr>
          <a:xfrm>
            <a:off x="6400800" y="1135846"/>
            <a:ext cx="916780" cy="651924"/>
          </a:xfrm>
          <a:prstGeom prst="roundRect">
            <a:avLst/>
          </a:prstGeom>
          <a:solidFill>
            <a:srgbClr val="FFC000">
              <a:alpha val="8028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HA API</a:t>
            </a:r>
          </a:p>
        </p:txBody>
      </p:sp>
    </p:spTree>
    <p:extLst>
      <p:ext uri="{BB962C8B-B14F-4D97-AF65-F5344CB8AC3E}">
        <p14:creationId xmlns:p14="http://schemas.microsoft.com/office/powerpoint/2010/main" val="34110831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9D18D-7D1B-E1A6-E4C8-D9374FA43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DB3C1A-A38D-8264-824A-F917F81726AE}"/>
              </a:ext>
            </a:extLst>
          </p:cNvPr>
          <p:cNvSpPr/>
          <p:nvPr/>
        </p:nvSpPr>
        <p:spPr>
          <a:xfrm>
            <a:off x="3573932" y="726141"/>
            <a:ext cx="4449192" cy="5195008"/>
          </a:xfrm>
          <a:prstGeom prst="rect">
            <a:avLst/>
          </a:prstGeom>
          <a:solidFill>
            <a:srgbClr val="3FB4E0">
              <a:alpha val="2028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000" dirty="0">
              <a:solidFill>
                <a:schemeClr val="tx1"/>
              </a:solidFill>
              <a:highlight>
                <a:srgbClr val="ECECFF"/>
              </a:highlight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485FB5-F050-6E5D-A354-72A373A47B52}"/>
              </a:ext>
            </a:extLst>
          </p:cNvPr>
          <p:cNvSpPr/>
          <p:nvPr/>
        </p:nvSpPr>
        <p:spPr>
          <a:xfrm>
            <a:off x="3370729" y="555812"/>
            <a:ext cx="4858871" cy="557604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757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" name="Off-page Connector 5">
            <a:extLst>
              <a:ext uri="{FF2B5EF4-FFF2-40B4-BE49-F238E27FC236}">
                <a16:creationId xmlns:a16="http://schemas.microsoft.com/office/drawing/2014/main" id="{404EDFB1-D983-7552-79A5-B53ECCFD1E28}"/>
              </a:ext>
            </a:extLst>
          </p:cNvPr>
          <p:cNvSpPr/>
          <p:nvPr/>
        </p:nvSpPr>
        <p:spPr>
          <a:xfrm>
            <a:off x="5025755" y="892879"/>
            <a:ext cx="1645920" cy="476226"/>
          </a:xfrm>
          <a:prstGeom prst="flowChartOffpageConnector">
            <a:avLst/>
          </a:prstGeom>
          <a:solidFill>
            <a:schemeClr val="accent2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Start</a:t>
            </a:r>
          </a:p>
        </p:txBody>
      </p:sp>
      <p:sp>
        <p:nvSpPr>
          <p:cNvPr id="7" name="Process 6">
            <a:extLst>
              <a:ext uri="{FF2B5EF4-FFF2-40B4-BE49-F238E27FC236}">
                <a16:creationId xmlns:a16="http://schemas.microsoft.com/office/drawing/2014/main" id="{01CB436E-7D28-1C69-DB8E-14D45E51A4D1}"/>
              </a:ext>
            </a:extLst>
          </p:cNvPr>
          <p:cNvSpPr/>
          <p:nvPr/>
        </p:nvSpPr>
        <p:spPr>
          <a:xfrm>
            <a:off x="5024387" y="1842518"/>
            <a:ext cx="1645920" cy="413886"/>
          </a:xfrm>
          <a:prstGeom prst="flowChartProcess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Read</a:t>
            </a:r>
          </a:p>
        </p:txBody>
      </p:sp>
      <p:sp>
        <p:nvSpPr>
          <p:cNvPr id="8" name="Process 7">
            <a:extLst>
              <a:ext uri="{FF2B5EF4-FFF2-40B4-BE49-F238E27FC236}">
                <a16:creationId xmlns:a16="http://schemas.microsoft.com/office/drawing/2014/main" id="{DF289A2E-3AA0-9116-8C22-8E50D7AF85CE}"/>
              </a:ext>
            </a:extLst>
          </p:cNvPr>
          <p:cNvSpPr/>
          <p:nvPr/>
        </p:nvSpPr>
        <p:spPr>
          <a:xfrm>
            <a:off x="5024387" y="2672244"/>
            <a:ext cx="1645920" cy="413886"/>
          </a:xfrm>
          <a:prstGeom prst="flowChartProcess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Validate</a:t>
            </a: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687915A2-C9DD-FF00-95A1-6884E17BB3AD}"/>
              </a:ext>
            </a:extLst>
          </p:cNvPr>
          <p:cNvSpPr/>
          <p:nvPr/>
        </p:nvSpPr>
        <p:spPr>
          <a:xfrm>
            <a:off x="5024387" y="3488891"/>
            <a:ext cx="1645920" cy="413886"/>
          </a:xfrm>
          <a:prstGeom prst="flowChartProcess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Write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32CDEEF0-7C45-73A1-D75B-5AF0A56E23AD}"/>
              </a:ext>
            </a:extLst>
          </p:cNvPr>
          <p:cNvSpPr/>
          <p:nvPr/>
        </p:nvSpPr>
        <p:spPr>
          <a:xfrm>
            <a:off x="5024387" y="4318617"/>
            <a:ext cx="1645920" cy="413886"/>
          </a:xfrm>
          <a:prstGeom prst="flowChartProcess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Prepared</a:t>
            </a:r>
          </a:p>
        </p:txBody>
      </p:sp>
      <p:sp>
        <p:nvSpPr>
          <p:cNvPr id="12" name="Process 11">
            <a:extLst>
              <a:ext uri="{FF2B5EF4-FFF2-40B4-BE49-F238E27FC236}">
                <a16:creationId xmlns:a16="http://schemas.microsoft.com/office/drawing/2014/main" id="{867EADE5-5510-794C-8805-2807D493E562}"/>
              </a:ext>
            </a:extLst>
          </p:cNvPr>
          <p:cNvSpPr/>
          <p:nvPr/>
        </p:nvSpPr>
        <p:spPr>
          <a:xfrm>
            <a:off x="5940109" y="5119851"/>
            <a:ext cx="1645920" cy="413886"/>
          </a:xfrm>
          <a:prstGeom prst="flowChartProcess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Commit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B06DF1-7360-F46C-9336-1C6098F71D40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847347" y="1369105"/>
            <a:ext cx="1368" cy="473413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DB0D2D-870A-E730-AC72-F937E1E20B64}"/>
              </a:ext>
            </a:extLst>
          </p:cNvPr>
          <p:cNvCxnSpPr/>
          <p:nvPr/>
        </p:nvCxnSpPr>
        <p:spPr>
          <a:xfrm>
            <a:off x="5840930" y="2256404"/>
            <a:ext cx="0" cy="41584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1937A26-7C12-16A8-A458-EF0621BEE5E9}"/>
              </a:ext>
            </a:extLst>
          </p:cNvPr>
          <p:cNvCxnSpPr/>
          <p:nvPr/>
        </p:nvCxnSpPr>
        <p:spPr>
          <a:xfrm>
            <a:off x="5834513" y="3086130"/>
            <a:ext cx="0" cy="41584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611B20-F896-5ECC-FFD7-81AD677D0704}"/>
              </a:ext>
            </a:extLst>
          </p:cNvPr>
          <p:cNvCxnSpPr/>
          <p:nvPr/>
        </p:nvCxnSpPr>
        <p:spPr>
          <a:xfrm>
            <a:off x="5834513" y="3902777"/>
            <a:ext cx="0" cy="41584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04CC93-8E87-5ED2-2599-4DA319D39E07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 flipH="1">
            <a:off x="4912606" y="4732503"/>
            <a:ext cx="934741" cy="399413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967B51-C2F1-ECC8-C029-D287E43D783B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5847347" y="4732503"/>
            <a:ext cx="915722" cy="38734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2C784C99-0765-B92A-5E3E-A7E1A7597582}"/>
              </a:ext>
            </a:extLst>
          </p:cNvPr>
          <p:cNvSpPr txBox="1"/>
          <p:nvPr/>
        </p:nvSpPr>
        <p:spPr>
          <a:xfrm>
            <a:off x="5804964" y="1505101"/>
            <a:ext cx="4687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init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68140B5-6286-2AF0-0BFB-985242A21FE0}"/>
              </a:ext>
            </a:extLst>
          </p:cNvPr>
          <p:cNvSpPr txBox="1"/>
          <p:nvPr/>
        </p:nvSpPr>
        <p:spPr>
          <a:xfrm>
            <a:off x="5747496" y="2327760"/>
            <a:ext cx="9347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trans_lock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7C9A533-FBA5-136F-E19E-A1F21D4DC41F}"/>
              </a:ext>
            </a:extLst>
          </p:cNvPr>
          <p:cNvSpPr txBox="1"/>
          <p:nvPr/>
        </p:nvSpPr>
        <p:spPr>
          <a:xfrm>
            <a:off x="5747496" y="3157861"/>
            <a:ext cx="9347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write_start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49C24CE-2BAE-7CF8-BF4F-5812DD6FCC13}"/>
              </a:ext>
            </a:extLst>
          </p:cNvPr>
          <p:cNvSpPr txBox="1"/>
          <p:nvPr/>
        </p:nvSpPr>
        <p:spPr>
          <a:xfrm>
            <a:off x="5756688" y="3957328"/>
            <a:ext cx="71117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prepare()</a:t>
            </a:r>
          </a:p>
        </p:txBody>
      </p:sp>
      <p:sp>
        <p:nvSpPr>
          <p:cNvPr id="161" name="Left Bracket 160">
            <a:extLst>
              <a:ext uri="{FF2B5EF4-FFF2-40B4-BE49-F238E27FC236}">
                <a16:creationId xmlns:a16="http://schemas.microsoft.com/office/drawing/2014/main" id="{E38D56EF-0ECB-578F-066A-9C086169F077}"/>
              </a:ext>
            </a:extLst>
          </p:cNvPr>
          <p:cNvSpPr/>
          <p:nvPr/>
        </p:nvSpPr>
        <p:spPr>
          <a:xfrm>
            <a:off x="4595689" y="1886204"/>
            <a:ext cx="384048" cy="326514"/>
          </a:xfrm>
          <a:prstGeom prst="leftBracket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2" name="Right Bracket 161">
            <a:extLst>
              <a:ext uri="{FF2B5EF4-FFF2-40B4-BE49-F238E27FC236}">
                <a16:creationId xmlns:a16="http://schemas.microsoft.com/office/drawing/2014/main" id="{4B3204A6-CB24-E3EC-CE12-7B693D584F7F}"/>
              </a:ext>
            </a:extLst>
          </p:cNvPr>
          <p:cNvSpPr/>
          <p:nvPr/>
        </p:nvSpPr>
        <p:spPr>
          <a:xfrm>
            <a:off x="6673515" y="1210591"/>
            <a:ext cx="379997" cy="829726"/>
          </a:xfrm>
          <a:prstGeom prst="rightBracket">
            <a:avLst/>
          </a:prstGeom>
          <a:ln w="12700">
            <a:solidFill>
              <a:schemeClr val="accent2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3" name="Right Bracket 162">
            <a:extLst>
              <a:ext uri="{FF2B5EF4-FFF2-40B4-BE49-F238E27FC236}">
                <a16:creationId xmlns:a16="http://schemas.microsoft.com/office/drawing/2014/main" id="{091947B4-D9EA-706C-3717-38260431250C}"/>
              </a:ext>
            </a:extLst>
          </p:cNvPr>
          <p:cNvSpPr/>
          <p:nvPr/>
        </p:nvSpPr>
        <p:spPr>
          <a:xfrm>
            <a:off x="6674306" y="1109497"/>
            <a:ext cx="507733" cy="1768713"/>
          </a:xfrm>
          <a:prstGeom prst="rightBracket">
            <a:avLst/>
          </a:prstGeom>
          <a:ln w="12700">
            <a:solidFill>
              <a:schemeClr val="accent2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4" name="Right Bracket 163">
            <a:extLst>
              <a:ext uri="{FF2B5EF4-FFF2-40B4-BE49-F238E27FC236}">
                <a16:creationId xmlns:a16="http://schemas.microsoft.com/office/drawing/2014/main" id="{A7259368-C71F-8F39-56A6-EFB217C165FD}"/>
              </a:ext>
            </a:extLst>
          </p:cNvPr>
          <p:cNvSpPr/>
          <p:nvPr/>
        </p:nvSpPr>
        <p:spPr>
          <a:xfrm>
            <a:off x="6674305" y="1024347"/>
            <a:ext cx="639672" cy="2671487"/>
          </a:xfrm>
          <a:prstGeom prst="rightBracket">
            <a:avLst/>
          </a:prstGeom>
          <a:ln w="12700">
            <a:solidFill>
              <a:schemeClr val="accent2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5" name="Right Bracket 164">
            <a:extLst>
              <a:ext uri="{FF2B5EF4-FFF2-40B4-BE49-F238E27FC236}">
                <a16:creationId xmlns:a16="http://schemas.microsoft.com/office/drawing/2014/main" id="{E4109E0D-0750-0A67-BE5B-19A7F6D8D2B5}"/>
              </a:ext>
            </a:extLst>
          </p:cNvPr>
          <p:cNvSpPr/>
          <p:nvPr/>
        </p:nvSpPr>
        <p:spPr>
          <a:xfrm>
            <a:off x="7594535" y="936851"/>
            <a:ext cx="233309" cy="4418904"/>
          </a:xfrm>
          <a:prstGeom prst="rightBracket">
            <a:avLst/>
          </a:prstGeom>
          <a:ln w="12700">
            <a:solidFill>
              <a:schemeClr val="accent2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7" name="Left Bracket 166">
            <a:extLst>
              <a:ext uri="{FF2B5EF4-FFF2-40B4-BE49-F238E27FC236}">
                <a16:creationId xmlns:a16="http://schemas.microsoft.com/office/drawing/2014/main" id="{6E0E2A22-7569-9CC1-68D5-3C0A9D880F82}"/>
              </a:ext>
            </a:extLst>
          </p:cNvPr>
          <p:cNvSpPr/>
          <p:nvPr/>
        </p:nvSpPr>
        <p:spPr>
          <a:xfrm>
            <a:off x="4595689" y="2735843"/>
            <a:ext cx="384048" cy="326514"/>
          </a:xfrm>
          <a:prstGeom prst="leftBracket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8" name="Left Bracket 167">
            <a:extLst>
              <a:ext uri="{FF2B5EF4-FFF2-40B4-BE49-F238E27FC236}">
                <a16:creationId xmlns:a16="http://schemas.microsoft.com/office/drawing/2014/main" id="{18902DB1-4F5A-CC5D-1280-5E8C64C3BB77}"/>
              </a:ext>
            </a:extLst>
          </p:cNvPr>
          <p:cNvSpPr/>
          <p:nvPr/>
        </p:nvSpPr>
        <p:spPr>
          <a:xfrm>
            <a:off x="4595689" y="3509060"/>
            <a:ext cx="384048" cy="326514"/>
          </a:xfrm>
          <a:prstGeom prst="leftBracket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2A5A135-718E-3DB8-D18B-F175E560E855}"/>
              </a:ext>
            </a:extLst>
          </p:cNvPr>
          <p:cNvSpPr txBox="1"/>
          <p:nvPr/>
        </p:nvSpPr>
        <p:spPr>
          <a:xfrm>
            <a:off x="6714957" y="3150693"/>
            <a:ext cx="62550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finish()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B5720E2-64FD-AEE7-E72E-209B4ACE7AAB}"/>
              </a:ext>
            </a:extLst>
          </p:cNvPr>
          <p:cNvSpPr txBox="1"/>
          <p:nvPr/>
        </p:nvSpPr>
        <p:spPr>
          <a:xfrm>
            <a:off x="6582858" y="2325997"/>
            <a:ext cx="64055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finish()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82E2ED2-AC16-87BB-B175-9820008CD6C5}"/>
              </a:ext>
            </a:extLst>
          </p:cNvPr>
          <p:cNvSpPr txBox="1"/>
          <p:nvPr/>
        </p:nvSpPr>
        <p:spPr>
          <a:xfrm>
            <a:off x="7223413" y="3987586"/>
            <a:ext cx="64957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finish()</a:t>
            </a:r>
          </a:p>
        </p:txBody>
      </p: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CEC16E83-B293-1ECD-91F6-4920901B6262}"/>
              </a:ext>
            </a:extLst>
          </p:cNvPr>
          <p:cNvCxnSpPr>
            <a:cxnSpLocks/>
          </p:cNvCxnSpPr>
          <p:nvPr/>
        </p:nvCxnSpPr>
        <p:spPr>
          <a:xfrm flipH="1">
            <a:off x="6674198" y="936851"/>
            <a:ext cx="968806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ight Bracket 178">
            <a:extLst>
              <a:ext uri="{FF2B5EF4-FFF2-40B4-BE49-F238E27FC236}">
                <a16:creationId xmlns:a16="http://schemas.microsoft.com/office/drawing/2014/main" id="{E65BB0E1-AC27-D741-F77E-949890EE6667}"/>
              </a:ext>
            </a:extLst>
          </p:cNvPr>
          <p:cNvSpPr/>
          <p:nvPr/>
        </p:nvSpPr>
        <p:spPr>
          <a:xfrm rot="5400000">
            <a:off x="6621987" y="4524699"/>
            <a:ext cx="196817" cy="2214894"/>
          </a:xfrm>
          <a:prstGeom prst="rightBracket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CF62BDAC-BDC5-F9AB-9693-D5AA1843D954}"/>
              </a:ext>
            </a:extLst>
          </p:cNvPr>
          <p:cNvSpPr/>
          <p:nvPr/>
        </p:nvSpPr>
        <p:spPr>
          <a:xfrm>
            <a:off x="4089646" y="5131916"/>
            <a:ext cx="1645920" cy="413886"/>
          </a:xfrm>
          <a:prstGeom prst="flowChartProcess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Abort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2672FBB1-E8B0-6448-506D-72B89CAD10D2}"/>
              </a:ext>
            </a:extLst>
          </p:cNvPr>
          <p:cNvSpPr txBox="1"/>
          <p:nvPr/>
        </p:nvSpPr>
        <p:spPr>
          <a:xfrm>
            <a:off x="6176226" y="4734872"/>
            <a:ext cx="78023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commit()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AD42C628-2B75-DA97-961F-1F29CFFEA24A}"/>
              </a:ext>
            </a:extLst>
          </p:cNvPr>
          <p:cNvSpPr txBox="1"/>
          <p:nvPr/>
        </p:nvSpPr>
        <p:spPr>
          <a:xfrm>
            <a:off x="4743441" y="4753810"/>
            <a:ext cx="687472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abort()</a:t>
            </a:r>
          </a:p>
        </p:txBody>
      </p:sp>
      <p:cxnSp>
        <p:nvCxnSpPr>
          <p:cNvPr id="183" name="Curved Connector 182">
            <a:extLst>
              <a:ext uri="{FF2B5EF4-FFF2-40B4-BE49-F238E27FC236}">
                <a16:creationId xmlns:a16="http://schemas.microsoft.com/office/drawing/2014/main" id="{D5240125-4607-23DA-EE49-7763267128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252113" y="2413731"/>
            <a:ext cx="323850" cy="93788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BD7CF90D-FEF2-8340-3EFA-093EE5570A91}"/>
              </a:ext>
            </a:extLst>
          </p:cNvPr>
          <p:cNvSpPr txBox="1"/>
          <p:nvPr/>
        </p:nvSpPr>
        <p:spPr>
          <a:xfrm>
            <a:off x="4399576" y="2337289"/>
            <a:ext cx="107438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trans_unlock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2DC5902-752E-14EB-F717-0E5005D41D01}"/>
              </a:ext>
            </a:extLst>
          </p:cNvPr>
          <p:cNvSpPr txBox="1"/>
          <p:nvPr/>
        </p:nvSpPr>
        <p:spPr>
          <a:xfrm>
            <a:off x="3829761" y="1797470"/>
            <a:ext cx="76408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get_next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9E2D7FE-2AE2-6800-75B2-48E190111DB8}"/>
              </a:ext>
            </a:extLst>
          </p:cNvPr>
          <p:cNvSpPr txBox="1"/>
          <p:nvPr/>
        </p:nvSpPr>
        <p:spPr>
          <a:xfrm>
            <a:off x="3821430" y="2018033"/>
            <a:ext cx="80378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get_elem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7D70A77-6FD8-5F09-5736-A1482D2D60A3}"/>
              </a:ext>
            </a:extLst>
          </p:cNvPr>
          <p:cNvSpPr txBox="1"/>
          <p:nvPr/>
        </p:nvSpPr>
        <p:spPr>
          <a:xfrm>
            <a:off x="3842685" y="2652194"/>
            <a:ext cx="76408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get_next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A61AD52-9AFC-6860-A1D9-DC964FA65F7F}"/>
              </a:ext>
            </a:extLst>
          </p:cNvPr>
          <p:cNvSpPr txBox="1"/>
          <p:nvPr/>
        </p:nvSpPr>
        <p:spPr>
          <a:xfrm>
            <a:off x="3834354" y="2872757"/>
            <a:ext cx="81306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get_elem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9D8DC410-479D-46C5-8E97-C0539D5BC04C}"/>
              </a:ext>
            </a:extLst>
          </p:cNvPr>
          <p:cNvSpPr txBox="1"/>
          <p:nvPr/>
        </p:nvSpPr>
        <p:spPr>
          <a:xfrm>
            <a:off x="3826329" y="3263673"/>
            <a:ext cx="813066" cy="86177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set_elem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  <a:p>
            <a:pPr algn="ctr"/>
            <a:endParaRPr lang="en-US" sz="1000" dirty="0">
              <a:solidFill>
                <a:srgbClr val="3FB4E0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create()</a:t>
            </a:r>
          </a:p>
          <a:p>
            <a:pPr algn="ctr"/>
            <a:endParaRPr lang="en-US" sz="1000" dirty="0">
              <a:solidFill>
                <a:srgbClr val="3FB4E0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remove()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824D8A-366E-25BA-EA19-DC430F4F2504}"/>
              </a:ext>
            </a:extLst>
          </p:cNvPr>
          <p:cNvCxnSpPr/>
          <p:nvPr/>
        </p:nvCxnSpPr>
        <p:spPr>
          <a:xfrm>
            <a:off x="7827844" y="5320145"/>
            <a:ext cx="0" cy="22565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2462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3EB06-109B-F058-1A52-BDFF6EBB9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43F1FC-29E8-5604-4E92-BE02911BC9B9}"/>
              </a:ext>
            </a:extLst>
          </p:cNvPr>
          <p:cNvSpPr/>
          <p:nvPr/>
        </p:nvSpPr>
        <p:spPr>
          <a:xfrm>
            <a:off x="3573932" y="861597"/>
            <a:ext cx="5390774" cy="3208959"/>
          </a:xfrm>
          <a:prstGeom prst="rect">
            <a:avLst/>
          </a:prstGeom>
          <a:solidFill>
            <a:srgbClr val="3FB4E0">
              <a:alpha val="2028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000" dirty="0">
              <a:solidFill>
                <a:schemeClr val="tx1"/>
              </a:solidFill>
              <a:highlight>
                <a:srgbClr val="ECECFF"/>
              </a:highlight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30FCC8-77CA-47F4-0C58-242F06118AD0}"/>
              </a:ext>
            </a:extLst>
          </p:cNvPr>
          <p:cNvSpPr/>
          <p:nvPr/>
        </p:nvSpPr>
        <p:spPr>
          <a:xfrm>
            <a:off x="3415553" y="663388"/>
            <a:ext cx="5746375" cy="357691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16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325A1967-5285-3AEA-B8D7-4BF0C3C43B21}"/>
              </a:ext>
            </a:extLst>
          </p:cNvPr>
          <p:cNvSpPr/>
          <p:nvPr/>
        </p:nvSpPr>
        <p:spPr>
          <a:xfrm>
            <a:off x="3733800" y="982133"/>
            <a:ext cx="2019300" cy="381000"/>
          </a:xfrm>
          <a:prstGeom prst="homePlat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Model Driven</a:t>
            </a: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C7F26AE5-0E38-4902-5AAC-B659DAA5EB10}"/>
              </a:ext>
            </a:extLst>
          </p:cNvPr>
          <p:cNvSpPr/>
          <p:nvPr/>
        </p:nvSpPr>
        <p:spPr>
          <a:xfrm>
            <a:off x="3733800" y="1678983"/>
            <a:ext cx="2019300" cy="381000"/>
          </a:xfrm>
          <a:prstGeom prst="homePlat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Design Support</a:t>
            </a: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D282F20D-E1CD-CF4C-5FBE-E3E862C4FC4A}"/>
              </a:ext>
            </a:extLst>
          </p:cNvPr>
          <p:cNvSpPr/>
          <p:nvPr/>
        </p:nvSpPr>
        <p:spPr>
          <a:xfrm>
            <a:off x="3733800" y="2375833"/>
            <a:ext cx="2019300" cy="381000"/>
          </a:xfrm>
          <a:prstGeom prst="homePlat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Model Loaded at Runtime</a:t>
            </a: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2E338980-BED7-AF64-9C99-85CD12D333D8}"/>
              </a:ext>
            </a:extLst>
          </p:cNvPr>
          <p:cNvSpPr/>
          <p:nvPr/>
        </p:nvSpPr>
        <p:spPr>
          <a:xfrm>
            <a:off x="3733800" y="3072683"/>
            <a:ext cx="2019300" cy="381000"/>
          </a:xfrm>
          <a:prstGeom prst="homePlat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Runtime Validation of Structure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3E156B-557E-E82A-B4B8-227C74B0EB21}"/>
              </a:ext>
            </a:extLst>
          </p:cNvPr>
          <p:cNvSpPr txBox="1"/>
          <p:nvPr/>
        </p:nvSpPr>
        <p:spPr>
          <a:xfrm>
            <a:off x="7430470" y="1049522"/>
            <a:ext cx="5739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*.yang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573B55-9C67-1B43-2939-F2AA561D0CAE}"/>
              </a:ext>
            </a:extLst>
          </p:cNvPr>
          <p:cNvSpPr txBox="1"/>
          <p:nvPr/>
        </p:nvSpPr>
        <p:spPr>
          <a:xfrm>
            <a:off x="7430470" y="1746372"/>
            <a:ext cx="5739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</a:rPr>
              <a:t>confdc</a:t>
            </a:r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5B60F2-E06F-36D0-22D5-C70B532F5977}"/>
              </a:ext>
            </a:extLst>
          </p:cNvPr>
          <p:cNvSpPr txBox="1"/>
          <p:nvPr/>
        </p:nvSpPr>
        <p:spPr>
          <a:xfrm>
            <a:off x="6856562" y="2197001"/>
            <a:ext cx="5739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*.</a:t>
            </a:r>
            <a:r>
              <a:rPr lang="en-US" sz="1000" dirty="0" err="1">
                <a:solidFill>
                  <a:srgbClr val="3FB4E0"/>
                </a:solidFill>
              </a:rPr>
              <a:t>fxs</a:t>
            </a:r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4ED976-D3BC-AF98-7276-BD399106F876}"/>
              </a:ext>
            </a:extLst>
          </p:cNvPr>
          <p:cNvSpPr txBox="1"/>
          <p:nvPr/>
        </p:nvSpPr>
        <p:spPr>
          <a:xfrm>
            <a:off x="8012727" y="2197000"/>
            <a:ext cx="5739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*.java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8DA6B5-7F8B-879F-15DA-6712A552D5D8}"/>
              </a:ext>
            </a:extLst>
          </p:cNvPr>
          <p:cNvSpPr/>
          <p:nvPr/>
        </p:nvSpPr>
        <p:spPr>
          <a:xfrm>
            <a:off x="6676806" y="2838027"/>
            <a:ext cx="836853" cy="23465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NCS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87EAA8-FA26-59EE-6F9C-91D7D42E0E03}"/>
              </a:ext>
            </a:extLst>
          </p:cNvPr>
          <p:cNvSpPr/>
          <p:nvPr/>
        </p:nvSpPr>
        <p:spPr>
          <a:xfrm>
            <a:off x="8031472" y="2838027"/>
            <a:ext cx="836853" cy="23465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Eclipse IDE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ADDF1-179B-7DCE-761C-E3C4CE902C68}"/>
              </a:ext>
            </a:extLst>
          </p:cNvPr>
          <p:cNvSpPr/>
          <p:nvPr/>
        </p:nvSpPr>
        <p:spPr>
          <a:xfrm>
            <a:off x="7298997" y="3651295"/>
            <a:ext cx="960795" cy="23465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ServiceApp</a:t>
            </a:r>
            <a:endParaRPr lang="en-US" sz="1000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F973D6C-8874-1AF7-088B-50A1C5932570}"/>
              </a:ext>
            </a:extLst>
          </p:cNvPr>
          <p:cNvCxnSpPr>
            <a:endCxn id="15" idx="1"/>
          </p:cNvCxnSpPr>
          <p:nvPr/>
        </p:nvCxnSpPr>
        <p:spPr>
          <a:xfrm>
            <a:off x="5753100" y="1172633"/>
            <a:ext cx="1677370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64BBF66D-2823-6E35-DFC9-AAA4890562F8}"/>
              </a:ext>
            </a:extLst>
          </p:cNvPr>
          <p:cNvCxnSpPr>
            <a:stCxn id="16" idx="1"/>
          </p:cNvCxnSpPr>
          <p:nvPr/>
        </p:nvCxnSpPr>
        <p:spPr>
          <a:xfrm rot="10800000" flipV="1">
            <a:off x="7159752" y="1869482"/>
            <a:ext cx="270718" cy="327517"/>
          </a:xfrm>
          <a:prstGeom prst="curved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3D6BABB8-F0C4-B48F-2D96-67A32903017A}"/>
              </a:ext>
            </a:extLst>
          </p:cNvPr>
          <p:cNvCxnSpPr>
            <a:cxnSpLocks/>
            <a:stCxn id="16" idx="3"/>
            <a:endCxn id="18" idx="0"/>
          </p:cNvCxnSpPr>
          <p:nvPr/>
        </p:nvCxnSpPr>
        <p:spPr>
          <a:xfrm>
            <a:off x="8004378" y="1869483"/>
            <a:ext cx="295303" cy="327517"/>
          </a:xfrm>
          <a:prstGeom prst="curved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B4EF6C-4F96-6497-165B-8BB564F15B5B}"/>
              </a:ext>
            </a:extLst>
          </p:cNvPr>
          <p:cNvCxnSpPr>
            <a:endCxn id="16" idx="0"/>
          </p:cNvCxnSpPr>
          <p:nvPr/>
        </p:nvCxnSpPr>
        <p:spPr>
          <a:xfrm>
            <a:off x="7708392" y="1295743"/>
            <a:ext cx="9032" cy="450629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8AEC6E2-36EE-3ED2-C0D0-468A1DA4C0A1}"/>
              </a:ext>
            </a:extLst>
          </p:cNvPr>
          <p:cNvCxnSpPr>
            <a:cxnSpLocks/>
          </p:cNvCxnSpPr>
          <p:nvPr/>
        </p:nvCxnSpPr>
        <p:spPr>
          <a:xfrm>
            <a:off x="7159752" y="2443221"/>
            <a:ext cx="0" cy="32751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9B6F452-9A44-73B3-570B-74812E4BA341}"/>
              </a:ext>
            </a:extLst>
          </p:cNvPr>
          <p:cNvCxnSpPr>
            <a:cxnSpLocks/>
          </p:cNvCxnSpPr>
          <p:nvPr/>
        </p:nvCxnSpPr>
        <p:spPr>
          <a:xfrm>
            <a:off x="8350120" y="2443220"/>
            <a:ext cx="0" cy="32751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urved Connector 61">
            <a:extLst>
              <a:ext uri="{FF2B5EF4-FFF2-40B4-BE49-F238E27FC236}">
                <a16:creationId xmlns:a16="http://schemas.microsoft.com/office/drawing/2014/main" id="{145252D2-9C9B-DD5B-B918-33FCC8E15519}"/>
              </a:ext>
            </a:extLst>
          </p:cNvPr>
          <p:cNvCxnSpPr>
            <a:cxnSpLocks/>
          </p:cNvCxnSpPr>
          <p:nvPr/>
        </p:nvCxnSpPr>
        <p:spPr>
          <a:xfrm>
            <a:off x="7513659" y="2955355"/>
            <a:ext cx="143811" cy="685284"/>
          </a:xfrm>
          <a:prstGeom prst="curved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>
            <a:extLst>
              <a:ext uri="{FF2B5EF4-FFF2-40B4-BE49-F238E27FC236}">
                <a16:creationId xmlns:a16="http://schemas.microsoft.com/office/drawing/2014/main" id="{B4B7984C-4DFB-A25E-ADD8-5731CE5D928A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16332" y="2955355"/>
            <a:ext cx="115140" cy="685284"/>
          </a:xfrm>
          <a:prstGeom prst="curved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67">
            <a:extLst>
              <a:ext uri="{FF2B5EF4-FFF2-40B4-BE49-F238E27FC236}">
                <a16:creationId xmlns:a16="http://schemas.microsoft.com/office/drawing/2014/main" id="{44CBE377-77AD-05D8-E5C8-392BA5BF255B}"/>
              </a:ext>
            </a:extLst>
          </p:cNvPr>
          <p:cNvCxnSpPr>
            <a:cxnSpLocks/>
          </p:cNvCxnSpPr>
          <p:nvPr/>
        </p:nvCxnSpPr>
        <p:spPr>
          <a:xfrm rot="10800000">
            <a:off x="7095233" y="3072683"/>
            <a:ext cx="203764" cy="695940"/>
          </a:xfrm>
          <a:prstGeom prst="curved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urved Connector 105">
            <a:extLst>
              <a:ext uri="{FF2B5EF4-FFF2-40B4-BE49-F238E27FC236}">
                <a16:creationId xmlns:a16="http://schemas.microsoft.com/office/drawing/2014/main" id="{23B93117-3034-40C8-4AB1-D2A6948B710F}"/>
              </a:ext>
            </a:extLst>
          </p:cNvPr>
          <p:cNvCxnSpPr>
            <a:cxnSpLocks/>
          </p:cNvCxnSpPr>
          <p:nvPr/>
        </p:nvCxnSpPr>
        <p:spPr>
          <a:xfrm>
            <a:off x="5753100" y="1869483"/>
            <a:ext cx="2546581" cy="756431"/>
          </a:xfrm>
          <a:prstGeom prst="curvedConnector3">
            <a:avLst>
              <a:gd name="adj1" fmla="val 16730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>
            <a:extLst>
              <a:ext uri="{FF2B5EF4-FFF2-40B4-BE49-F238E27FC236}">
                <a16:creationId xmlns:a16="http://schemas.microsoft.com/office/drawing/2014/main" id="{BA6086B3-7053-DBD3-54EA-60E4ACC096A9}"/>
              </a:ext>
            </a:extLst>
          </p:cNvPr>
          <p:cNvCxnSpPr>
            <a:cxnSpLocks/>
          </p:cNvCxnSpPr>
          <p:nvPr/>
        </p:nvCxnSpPr>
        <p:spPr>
          <a:xfrm>
            <a:off x="5743879" y="2565747"/>
            <a:ext cx="1867226" cy="748342"/>
          </a:xfrm>
          <a:prstGeom prst="curvedConnector3">
            <a:avLst>
              <a:gd name="adj1" fmla="val 11567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urved Connector 110">
            <a:extLst>
              <a:ext uri="{FF2B5EF4-FFF2-40B4-BE49-F238E27FC236}">
                <a16:creationId xmlns:a16="http://schemas.microsoft.com/office/drawing/2014/main" id="{A5B7E5AF-21CE-8AC0-751E-44D8E4D2B2A0}"/>
              </a:ext>
            </a:extLst>
          </p:cNvPr>
          <p:cNvCxnSpPr>
            <a:cxnSpLocks/>
          </p:cNvCxnSpPr>
          <p:nvPr/>
        </p:nvCxnSpPr>
        <p:spPr>
          <a:xfrm>
            <a:off x="5743879" y="3262011"/>
            <a:ext cx="1426450" cy="367928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8989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2056A2-BEA3-C2C0-187A-A51B7C3AB699}"/>
              </a:ext>
            </a:extLst>
          </p:cNvPr>
          <p:cNvSpPr/>
          <p:nvPr/>
        </p:nvSpPr>
        <p:spPr>
          <a:xfrm>
            <a:off x="3677919" y="711200"/>
            <a:ext cx="5286971" cy="422656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6F7E6A-D6DB-7A99-DF25-55D6F82A1970}"/>
              </a:ext>
            </a:extLst>
          </p:cNvPr>
          <p:cNvSpPr/>
          <p:nvPr/>
        </p:nvSpPr>
        <p:spPr>
          <a:xfrm>
            <a:off x="3891280" y="924559"/>
            <a:ext cx="4875966" cy="3818282"/>
          </a:xfrm>
          <a:prstGeom prst="rect">
            <a:avLst/>
          </a:prstGeom>
          <a:solidFill>
            <a:srgbClr val="3FB4E0">
              <a:alpha val="2028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000" dirty="0">
              <a:solidFill>
                <a:schemeClr val="tx1"/>
              </a:solidFill>
              <a:highlight>
                <a:srgbClr val="ECECFF"/>
              </a:highlight>
              <a:cs typeface="Courier New" panose="02070309020205020404" pitchFamily="49" charset="0"/>
            </a:endParaRP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92E8B7C9-8535-104E-6414-6DB1299C569C}"/>
              </a:ext>
            </a:extLst>
          </p:cNvPr>
          <p:cNvSpPr/>
          <p:nvPr/>
        </p:nvSpPr>
        <p:spPr>
          <a:xfrm>
            <a:off x="4121028" y="1246776"/>
            <a:ext cx="1632071" cy="381000"/>
          </a:xfrm>
          <a:prstGeom prst="homePlat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solidFill>
                  <a:schemeClr val="bg1"/>
                </a:solidFill>
              </a:rPr>
              <a:t>NavuContainer</a:t>
            </a:r>
            <a:r>
              <a:rPr lang="en-US" sz="1000" dirty="0">
                <a:solidFill>
                  <a:schemeClr val="bg1"/>
                </a:solidFill>
              </a:rPr>
              <a:t> (CRD)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83BE5CFB-C855-8874-29B5-18D1B17B39E9}"/>
              </a:ext>
            </a:extLst>
          </p:cNvPr>
          <p:cNvSpPr/>
          <p:nvPr/>
        </p:nvSpPr>
        <p:spPr>
          <a:xfrm>
            <a:off x="4121028" y="2340590"/>
            <a:ext cx="1632072" cy="381000"/>
          </a:xfrm>
          <a:prstGeom prst="homePlat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solidFill>
                  <a:schemeClr val="bg1"/>
                </a:solidFill>
              </a:rPr>
              <a:t>NavuList</a:t>
            </a:r>
            <a:r>
              <a:rPr lang="en-US" sz="1000" dirty="0">
                <a:solidFill>
                  <a:schemeClr val="bg1"/>
                </a:solidFill>
              </a:rPr>
              <a:t> (CRD)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37932899-8404-4F7D-3F1B-97659621AF27}"/>
              </a:ext>
            </a:extLst>
          </p:cNvPr>
          <p:cNvSpPr/>
          <p:nvPr/>
        </p:nvSpPr>
        <p:spPr>
          <a:xfrm>
            <a:off x="4121028" y="3434405"/>
            <a:ext cx="1632072" cy="381000"/>
          </a:xfrm>
          <a:prstGeom prst="homePlat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solidFill>
                  <a:schemeClr val="bg1"/>
                </a:solidFill>
              </a:rPr>
              <a:t>NavuLead</a:t>
            </a:r>
            <a:r>
              <a:rPr lang="en-US" sz="1000" dirty="0">
                <a:solidFill>
                  <a:schemeClr val="bg1"/>
                </a:solidFill>
              </a:rPr>
              <a:t> (CRUD)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79C4B3-C4FD-1437-EF8A-B1E5868C87E4}"/>
              </a:ext>
            </a:extLst>
          </p:cNvPr>
          <p:cNvSpPr txBox="1"/>
          <p:nvPr/>
        </p:nvSpPr>
        <p:spPr>
          <a:xfrm>
            <a:off x="6804810" y="1049522"/>
            <a:ext cx="79893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/&lt;root&gt;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66731D-1954-D101-4D7C-A3F1605FCC6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5753099" y="1172633"/>
            <a:ext cx="1051711" cy="264643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5B992F3-16C4-223A-1966-EF6F1A397C43}"/>
              </a:ext>
            </a:extLst>
          </p:cNvPr>
          <p:cNvSpPr txBox="1"/>
          <p:nvPr/>
        </p:nvSpPr>
        <p:spPr>
          <a:xfrm>
            <a:off x="6818632" y="1418854"/>
            <a:ext cx="2041751" cy="33239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module </a:t>
            </a: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xyz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  namespace 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“http://abc.com/ns/xyz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”;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  …</a:t>
            </a:r>
          </a:p>
          <a:p>
            <a:endParaRPr lang="en-US" sz="1000" dirty="0">
              <a:solidFill>
                <a:srgbClr val="3FB4E0"/>
              </a:solidFill>
              <a:latin typeface="Sabon Next LT Display" panose="020A0402070306020202" pitchFamily="18" charset="77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container top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list member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keys “my-key”;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 leaf my-key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 …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}</a:t>
            </a:r>
          </a:p>
          <a:p>
            <a:endParaRPr lang="en-US" sz="1000" dirty="0">
              <a:solidFill>
                <a:srgbClr val="3FB4E0"/>
              </a:solidFill>
              <a:latin typeface="Sabon Next LT Display" panose="020A0402070306020202" pitchFamily="18" charset="77"/>
              <a:cs typeface="Courier New" panose="02070309020205020404" pitchFamily="49" charset="0"/>
            </a:endParaRPr>
          </a:p>
          <a:p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tailf:action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…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}</a:t>
            </a:r>
          </a:p>
          <a:p>
            <a:endParaRPr lang="en-US" sz="1000" dirty="0">
              <a:solidFill>
                <a:srgbClr val="3FB4E0"/>
              </a:solidFill>
              <a:latin typeface="Sabon Next LT Display" panose="020A0402070306020202" pitchFamily="18" charset="77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leaf atom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…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}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597D25-49F1-E10A-99C0-738C95873738}"/>
              </a:ext>
            </a:extLst>
          </p:cNvPr>
          <p:cNvCxnSpPr>
            <a:cxnSpLocks/>
          </p:cNvCxnSpPr>
          <p:nvPr/>
        </p:nvCxnSpPr>
        <p:spPr>
          <a:xfrm>
            <a:off x="5749999" y="1442898"/>
            <a:ext cx="1108001" cy="103462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AB7968-9737-5789-16D1-FD7F4ECC2C9A}"/>
              </a:ext>
            </a:extLst>
          </p:cNvPr>
          <p:cNvCxnSpPr>
            <a:cxnSpLocks/>
          </p:cNvCxnSpPr>
          <p:nvPr/>
        </p:nvCxnSpPr>
        <p:spPr>
          <a:xfrm>
            <a:off x="5747702" y="1438843"/>
            <a:ext cx="1161490" cy="81714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F00B193-8014-6AD9-0E13-1C04106A3182}"/>
              </a:ext>
            </a:extLst>
          </p:cNvPr>
          <p:cNvCxnSpPr>
            <a:cxnSpLocks/>
          </p:cNvCxnSpPr>
          <p:nvPr/>
        </p:nvCxnSpPr>
        <p:spPr>
          <a:xfrm>
            <a:off x="5745461" y="1444667"/>
            <a:ext cx="1244933" cy="117143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64DECEA-2CCB-1310-7439-F99E2959A01C}"/>
              </a:ext>
            </a:extLst>
          </p:cNvPr>
          <p:cNvCxnSpPr>
            <a:cxnSpLocks/>
          </p:cNvCxnSpPr>
          <p:nvPr/>
        </p:nvCxnSpPr>
        <p:spPr>
          <a:xfrm>
            <a:off x="5753100" y="1437276"/>
            <a:ext cx="1156092" cy="1997129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2C0E175-00D5-9CD6-B3A1-51BBC9FD7D55}"/>
              </a:ext>
            </a:extLst>
          </p:cNvPr>
          <p:cNvCxnSpPr>
            <a:cxnSpLocks/>
          </p:cNvCxnSpPr>
          <p:nvPr/>
        </p:nvCxnSpPr>
        <p:spPr>
          <a:xfrm flipV="1">
            <a:off x="5753100" y="2425455"/>
            <a:ext cx="1205519" cy="10563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4BF228D-7568-560F-B086-66FD34F9393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753100" y="3624905"/>
            <a:ext cx="1104900" cy="50488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6158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F7FB42-2BA3-7376-1A62-84D2779FEFFF}"/>
              </a:ext>
            </a:extLst>
          </p:cNvPr>
          <p:cNvSpPr/>
          <p:nvPr/>
        </p:nvSpPr>
        <p:spPr>
          <a:xfrm>
            <a:off x="3487271" y="1721224"/>
            <a:ext cx="5620870" cy="2868706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267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" name="Process 5">
            <a:extLst>
              <a:ext uri="{FF2B5EF4-FFF2-40B4-BE49-F238E27FC236}">
                <a16:creationId xmlns:a16="http://schemas.microsoft.com/office/drawing/2014/main" id="{E3C4A718-C348-7AA2-5F8F-861308D97915}"/>
              </a:ext>
            </a:extLst>
          </p:cNvPr>
          <p:cNvSpPr/>
          <p:nvPr/>
        </p:nvSpPr>
        <p:spPr>
          <a:xfrm>
            <a:off x="3765923" y="1999877"/>
            <a:ext cx="1204661" cy="139700"/>
          </a:xfrm>
          <a:prstGeom prst="flowChartProcess">
            <a:avLst/>
          </a:prstGeom>
          <a:solidFill>
            <a:schemeClr val="accent4">
              <a:alpha val="80177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612AF5-FAD3-83C1-F6A1-FBAEDC8D5ADA}"/>
              </a:ext>
            </a:extLst>
          </p:cNvPr>
          <p:cNvCxnSpPr/>
          <p:nvPr/>
        </p:nvCxnSpPr>
        <p:spPr>
          <a:xfrm>
            <a:off x="3765923" y="3195334"/>
            <a:ext cx="5025390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138A28F-827C-9FF5-DD90-EE35BF36E4CB}"/>
              </a:ext>
            </a:extLst>
          </p:cNvPr>
          <p:cNvSpPr txBox="1"/>
          <p:nvPr/>
        </p:nvSpPr>
        <p:spPr>
          <a:xfrm>
            <a:off x="5777400" y="2973608"/>
            <a:ext cx="46203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Time</a:t>
            </a:r>
          </a:p>
        </p:txBody>
      </p:sp>
      <p:sp>
        <p:nvSpPr>
          <p:cNvPr id="15" name="Process 14">
            <a:extLst>
              <a:ext uri="{FF2B5EF4-FFF2-40B4-BE49-F238E27FC236}">
                <a16:creationId xmlns:a16="http://schemas.microsoft.com/office/drawing/2014/main" id="{651ED089-24D9-EE54-C4C3-B272944E079C}"/>
              </a:ext>
            </a:extLst>
          </p:cNvPr>
          <p:cNvSpPr/>
          <p:nvPr/>
        </p:nvSpPr>
        <p:spPr>
          <a:xfrm>
            <a:off x="3765922" y="3507984"/>
            <a:ext cx="1048901" cy="139700"/>
          </a:xfrm>
          <a:prstGeom prst="flowChartProcess">
            <a:avLst/>
          </a:prstGeom>
          <a:solidFill>
            <a:schemeClr val="accent3">
              <a:lumMod val="60000"/>
              <a:lumOff val="40000"/>
              <a:alpha val="80177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Process 15">
            <a:extLst>
              <a:ext uri="{FF2B5EF4-FFF2-40B4-BE49-F238E27FC236}">
                <a16:creationId xmlns:a16="http://schemas.microsoft.com/office/drawing/2014/main" id="{2DFEEF3E-1DBA-3561-A8BA-C1D799B430C1}"/>
              </a:ext>
            </a:extLst>
          </p:cNvPr>
          <p:cNvSpPr/>
          <p:nvPr/>
        </p:nvSpPr>
        <p:spPr>
          <a:xfrm>
            <a:off x="4814823" y="3507984"/>
            <a:ext cx="375859" cy="139700"/>
          </a:xfrm>
          <a:prstGeom prst="flowChartProcess">
            <a:avLst/>
          </a:prstGeom>
          <a:solidFill>
            <a:schemeClr val="accent4">
              <a:alpha val="80177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Process 16">
            <a:extLst>
              <a:ext uri="{FF2B5EF4-FFF2-40B4-BE49-F238E27FC236}">
                <a16:creationId xmlns:a16="http://schemas.microsoft.com/office/drawing/2014/main" id="{C684285B-2DE7-2802-DA66-89BA6E50CA00}"/>
              </a:ext>
            </a:extLst>
          </p:cNvPr>
          <p:cNvSpPr/>
          <p:nvPr/>
        </p:nvSpPr>
        <p:spPr>
          <a:xfrm>
            <a:off x="3826709" y="3813174"/>
            <a:ext cx="1083086" cy="139700"/>
          </a:xfrm>
          <a:prstGeom prst="flowChartProcess">
            <a:avLst/>
          </a:prstGeom>
          <a:solidFill>
            <a:schemeClr val="accent3">
              <a:lumMod val="60000"/>
              <a:lumOff val="40000"/>
              <a:alpha val="80177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8" name="Process 17">
            <a:extLst>
              <a:ext uri="{FF2B5EF4-FFF2-40B4-BE49-F238E27FC236}">
                <a16:creationId xmlns:a16="http://schemas.microsoft.com/office/drawing/2014/main" id="{7539276E-4053-462D-878C-41BDA41B8ECE}"/>
              </a:ext>
            </a:extLst>
          </p:cNvPr>
          <p:cNvSpPr/>
          <p:nvPr/>
        </p:nvSpPr>
        <p:spPr>
          <a:xfrm>
            <a:off x="4909795" y="3811832"/>
            <a:ext cx="280888" cy="139700"/>
          </a:xfrm>
          <a:prstGeom prst="flowChartProcess">
            <a:avLst/>
          </a:prstGeom>
          <a:solidFill>
            <a:schemeClr val="bg2">
              <a:lumMod val="75000"/>
              <a:alpha val="80177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21CA2F3D-D019-A062-53DC-97C32C455A61}"/>
              </a:ext>
            </a:extLst>
          </p:cNvPr>
          <p:cNvSpPr/>
          <p:nvPr/>
        </p:nvSpPr>
        <p:spPr>
          <a:xfrm>
            <a:off x="5190682" y="3813174"/>
            <a:ext cx="375859" cy="139700"/>
          </a:xfrm>
          <a:prstGeom prst="flowChartProcess">
            <a:avLst/>
          </a:prstGeom>
          <a:solidFill>
            <a:schemeClr val="accent4">
              <a:alpha val="80177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0" name="Process 19">
            <a:extLst>
              <a:ext uri="{FF2B5EF4-FFF2-40B4-BE49-F238E27FC236}">
                <a16:creationId xmlns:a16="http://schemas.microsoft.com/office/drawing/2014/main" id="{B49D8F2D-68B9-73EC-A58D-803BB4E0BEB2}"/>
              </a:ext>
            </a:extLst>
          </p:cNvPr>
          <p:cNvSpPr/>
          <p:nvPr/>
        </p:nvSpPr>
        <p:spPr>
          <a:xfrm>
            <a:off x="3902236" y="4118364"/>
            <a:ext cx="1077022" cy="139700"/>
          </a:xfrm>
          <a:prstGeom prst="flowChartProcess">
            <a:avLst/>
          </a:prstGeom>
          <a:solidFill>
            <a:schemeClr val="accent3">
              <a:lumMod val="60000"/>
              <a:lumOff val="40000"/>
              <a:alpha val="80177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Process 20">
            <a:extLst>
              <a:ext uri="{FF2B5EF4-FFF2-40B4-BE49-F238E27FC236}">
                <a16:creationId xmlns:a16="http://schemas.microsoft.com/office/drawing/2014/main" id="{AC2BD1FA-B26A-433A-26D1-75C1EC3F4A2A}"/>
              </a:ext>
            </a:extLst>
          </p:cNvPr>
          <p:cNvSpPr/>
          <p:nvPr/>
        </p:nvSpPr>
        <p:spPr>
          <a:xfrm>
            <a:off x="4979259" y="4118364"/>
            <a:ext cx="581388" cy="139700"/>
          </a:xfrm>
          <a:prstGeom prst="flowChartProcess">
            <a:avLst/>
          </a:prstGeom>
          <a:solidFill>
            <a:schemeClr val="bg2">
              <a:lumMod val="75000"/>
              <a:alpha val="80177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Process 21">
            <a:extLst>
              <a:ext uri="{FF2B5EF4-FFF2-40B4-BE49-F238E27FC236}">
                <a16:creationId xmlns:a16="http://schemas.microsoft.com/office/drawing/2014/main" id="{8EAABF4F-7993-00CC-B570-747F1822C0EC}"/>
              </a:ext>
            </a:extLst>
          </p:cNvPr>
          <p:cNvSpPr/>
          <p:nvPr/>
        </p:nvSpPr>
        <p:spPr>
          <a:xfrm>
            <a:off x="5560646" y="4118364"/>
            <a:ext cx="375859" cy="139700"/>
          </a:xfrm>
          <a:prstGeom prst="flowChartProcess">
            <a:avLst/>
          </a:prstGeom>
          <a:solidFill>
            <a:schemeClr val="accent4">
              <a:alpha val="80177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F030287-3C8B-8344-0667-8ED80297A657}"/>
              </a:ext>
            </a:extLst>
          </p:cNvPr>
          <p:cNvSpPr/>
          <p:nvPr/>
        </p:nvSpPr>
        <p:spPr>
          <a:xfrm>
            <a:off x="6883633" y="3434789"/>
            <a:ext cx="2014562" cy="951888"/>
          </a:xfrm>
          <a:prstGeom prst="roundRect">
            <a:avLst/>
          </a:prstGeom>
          <a:solidFill>
            <a:srgbClr val="3FB4E0">
              <a:alpha val="1969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4878D07D-9F9C-0301-B47A-02C82E5A689B}"/>
              </a:ext>
            </a:extLst>
          </p:cNvPr>
          <p:cNvSpPr/>
          <p:nvPr/>
        </p:nvSpPr>
        <p:spPr>
          <a:xfrm>
            <a:off x="7030409" y="3565598"/>
            <a:ext cx="375859" cy="139700"/>
          </a:xfrm>
          <a:prstGeom prst="flowChartProcess">
            <a:avLst/>
          </a:prstGeom>
          <a:solidFill>
            <a:schemeClr val="bg2">
              <a:lumMod val="75000"/>
              <a:alpha val="80177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D9FB5861-6968-3F20-8A14-B007F552940F}"/>
              </a:ext>
            </a:extLst>
          </p:cNvPr>
          <p:cNvSpPr/>
          <p:nvPr/>
        </p:nvSpPr>
        <p:spPr>
          <a:xfrm>
            <a:off x="7030409" y="3796550"/>
            <a:ext cx="375859" cy="139700"/>
          </a:xfrm>
          <a:prstGeom prst="flowChartProcess">
            <a:avLst/>
          </a:prstGeom>
          <a:solidFill>
            <a:schemeClr val="accent4">
              <a:alpha val="80177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6" name="Process 25">
            <a:extLst>
              <a:ext uri="{FF2B5EF4-FFF2-40B4-BE49-F238E27FC236}">
                <a16:creationId xmlns:a16="http://schemas.microsoft.com/office/drawing/2014/main" id="{08E3EBF8-685E-DCC5-B2B0-861CAD1BA2D9}"/>
              </a:ext>
            </a:extLst>
          </p:cNvPr>
          <p:cNvSpPr/>
          <p:nvPr/>
        </p:nvSpPr>
        <p:spPr>
          <a:xfrm>
            <a:off x="7030409" y="4045657"/>
            <a:ext cx="375859" cy="139700"/>
          </a:xfrm>
          <a:prstGeom prst="flowChartProcess">
            <a:avLst/>
          </a:prstGeom>
          <a:solidFill>
            <a:schemeClr val="accent3">
              <a:lumMod val="60000"/>
              <a:lumOff val="40000"/>
              <a:alpha val="80177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592096-3D36-A922-10D8-C9EB6E66DFFF}"/>
              </a:ext>
            </a:extLst>
          </p:cNvPr>
          <p:cNvSpPr txBox="1"/>
          <p:nvPr/>
        </p:nvSpPr>
        <p:spPr>
          <a:xfrm>
            <a:off x="7406573" y="3512337"/>
            <a:ext cx="77064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Wait Time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BDA155-E48C-64C7-F4E4-F8CB37ED915F}"/>
              </a:ext>
            </a:extLst>
          </p:cNvPr>
          <p:cNvSpPr txBox="1"/>
          <p:nvPr/>
        </p:nvSpPr>
        <p:spPr>
          <a:xfrm>
            <a:off x="7401481" y="3749525"/>
            <a:ext cx="140882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Sequential Processing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712E78-CE89-5AEA-A666-C278BAB12942}"/>
              </a:ext>
            </a:extLst>
          </p:cNvPr>
          <p:cNvSpPr txBox="1"/>
          <p:nvPr/>
        </p:nvSpPr>
        <p:spPr>
          <a:xfrm>
            <a:off x="7393064" y="3988278"/>
            <a:ext cx="144731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Concurrent Processing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2560E6-E033-DB15-7319-6DACE2FCD8B1}"/>
              </a:ext>
            </a:extLst>
          </p:cNvPr>
          <p:cNvSpPr txBox="1"/>
          <p:nvPr/>
        </p:nvSpPr>
        <p:spPr>
          <a:xfrm>
            <a:off x="4970584" y="1946616"/>
            <a:ext cx="96387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8873F8-588B-1E94-C0C6-20B2390D6E0C}"/>
              </a:ext>
            </a:extLst>
          </p:cNvPr>
          <p:cNvSpPr txBox="1"/>
          <p:nvPr/>
        </p:nvSpPr>
        <p:spPr>
          <a:xfrm>
            <a:off x="5526479" y="3749525"/>
            <a:ext cx="96387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93C854-4A84-2627-C98F-C79A0FD7C125}"/>
              </a:ext>
            </a:extLst>
          </p:cNvPr>
          <p:cNvSpPr txBox="1"/>
          <p:nvPr/>
        </p:nvSpPr>
        <p:spPr>
          <a:xfrm>
            <a:off x="5904413" y="4065103"/>
            <a:ext cx="96387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161DAA-9239-3E29-8595-2F37723FC780}"/>
              </a:ext>
            </a:extLst>
          </p:cNvPr>
          <p:cNvSpPr txBox="1"/>
          <p:nvPr/>
        </p:nvSpPr>
        <p:spPr>
          <a:xfrm>
            <a:off x="6139254" y="2273953"/>
            <a:ext cx="96387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40E5A4-036F-CEE7-E499-F8EEC355649F}"/>
              </a:ext>
            </a:extLst>
          </p:cNvPr>
          <p:cNvSpPr txBox="1"/>
          <p:nvPr/>
        </p:nvSpPr>
        <p:spPr>
          <a:xfrm>
            <a:off x="5161757" y="3442487"/>
            <a:ext cx="96387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1</a:t>
            </a:r>
          </a:p>
        </p:txBody>
      </p:sp>
      <p:sp>
        <p:nvSpPr>
          <p:cNvPr id="35" name="Process 34">
            <a:extLst>
              <a:ext uri="{FF2B5EF4-FFF2-40B4-BE49-F238E27FC236}">
                <a16:creationId xmlns:a16="http://schemas.microsoft.com/office/drawing/2014/main" id="{3E96AB5E-43C1-E9BB-BC0E-D0A73C4DC7A1}"/>
              </a:ext>
            </a:extLst>
          </p:cNvPr>
          <p:cNvSpPr/>
          <p:nvPr/>
        </p:nvSpPr>
        <p:spPr>
          <a:xfrm>
            <a:off x="3826709" y="2327214"/>
            <a:ext cx="1143874" cy="139700"/>
          </a:xfrm>
          <a:prstGeom prst="flowChartProcess">
            <a:avLst/>
          </a:prstGeom>
          <a:solidFill>
            <a:schemeClr val="bg2">
              <a:lumMod val="75000"/>
              <a:alpha val="80177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6" name="Process 35">
            <a:extLst>
              <a:ext uri="{FF2B5EF4-FFF2-40B4-BE49-F238E27FC236}">
                <a16:creationId xmlns:a16="http://schemas.microsoft.com/office/drawing/2014/main" id="{40D51712-6346-6DE6-D50A-F18A4048DE25}"/>
              </a:ext>
            </a:extLst>
          </p:cNvPr>
          <p:cNvSpPr/>
          <p:nvPr/>
        </p:nvSpPr>
        <p:spPr>
          <a:xfrm>
            <a:off x="4963916" y="2330022"/>
            <a:ext cx="1204661" cy="139700"/>
          </a:xfrm>
          <a:prstGeom prst="flowChartProcess">
            <a:avLst/>
          </a:prstGeom>
          <a:solidFill>
            <a:schemeClr val="accent4">
              <a:alpha val="80177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8" name="Process 37">
            <a:extLst>
              <a:ext uri="{FF2B5EF4-FFF2-40B4-BE49-F238E27FC236}">
                <a16:creationId xmlns:a16="http://schemas.microsoft.com/office/drawing/2014/main" id="{437D966F-E7F9-DE47-83E5-562EEF42A024}"/>
              </a:ext>
            </a:extLst>
          </p:cNvPr>
          <p:cNvSpPr/>
          <p:nvPr/>
        </p:nvSpPr>
        <p:spPr>
          <a:xfrm>
            <a:off x="3902237" y="2651003"/>
            <a:ext cx="2266340" cy="139700"/>
          </a:xfrm>
          <a:prstGeom prst="flowChartProcess">
            <a:avLst/>
          </a:prstGeom>
          <a:solidFill>
            <a:schemeClr val="bg2">
              <a:lumMod val="75000"/>
              <a:alpha val="80177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9" name="Process 38">
            <a:extLst>
              <a:ext uri="{FF2B5EF4-FFF2-40B4-BE49-F238E27FC236}">
                <a16:creationId xmlns:a16="http://schemas.microsoft.com/office/drawing/2014/main" id="{927A6E45-CD91-8F56-E0DA-B97B9A11DA7F}"/>
              </a:ext>
            </a:extLst>
          </p:cNvPr>
          <p:cNvSpPr/>
          <p:nvPr/>
        </p:nvSpPr>
        <p:spPr>
          <a:xfrm>
            <a:off x="6168576" y="2650983"/>
            <a:ext cx="1204661" cy="139700"/>
          </a:xfrm>
          <a:prstGeom prst="flowChartProcess">
            <a:avLst/>
          </a:prstGeom>
          <a:solidFill>
            <a:schemeClr val="accent4">
              <a:alpha val="80177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7D4E71-5DB5-9E5F-4A23-2FAC27C7BF10}"/>
              </a:ext>
            </a:extLst>
          </p:cNvPr>
          <p:cNvSpPr txBox="1"/>
          <p:nvPr/>
        </p:nvSpPr>
        <p:spPr>
          <a:xfrm>
            <a:off x="7373237" y="2597722"/>
            <a:ext cx="96387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3</a:t>
            </a:r>
          </a:p>
        </p:txBody>
      </p:sp>
    </p:spTree>
    <p:extLst>
      <p:ext uri="{BB962C8B-B14F-4D97-AF65-F5344CB8AC3E}">
        <p14:creationId xmlns:p14="http://schemas.microsoft.com/office/powerpoint/2010/main" val="19668709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0055E-6EDC-8837-C2BD-6210DFEF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08EF4F6C-6546-F67E-D126-11A4D04949D3}"/>
              </a:ext>
            </a:extLst>
          </p:cNvPr>
          <p:cNvSpPr/>
          <p:nvPr/>
        </p:nvSpPr>
        <p:spPr>
          <a:xfrm rot="5400000">
            <a:off x="5669784" y="3241758"/>
            <a:ext cx="465499" cy="4741962"/>
          </a:xfrm>
          <a:prstGeom prst="roundRect">
            <a:avLst/>
          </a:prstGeom>
          <a:solidFill>
            <a:srgbClr val="3FB4E0">
              <a:alpha val="20037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CB2231-79EB-C2D4-68CB-012824492A0C}"/>
              </a:ext>
            </a:extLst>
          </p:cNvPr>
          <p:cNvSpPr/>
          <p:nvPr/>
        </p:nvSpPr>
        <p:spPr>
          <a:xfrm>
            <a:off x="1397876" y="1147691"/>
            <a:ext cx="8650014" cy="493780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111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7C3CC0-9A20-E3DB-F7A6-289CDCDA01AA}"/>
              </a:ext>
            </a:extLst>
          </p:cNvPr>
          <p:cNvSpPr/>
          <p:nvPr/>
        </p:nvSpPr>
        <p:spPr>
          <a:xfrm>
            <a:off x="6514086" y="2287214"/>
            <a:ext cx="2473172" cy="1690340"/>
          </a:xfrm>
          <a:prstGeom prst="rect">
            <a:avLst/>
          </a:prstGeom>
          <a:solidFill>
            <a:srgbClr val="3FB4E0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B677E5-28B5-C944-5180-C26CC4EBAEB1}"/>
              </a:ext>
            </a:extLst>
          </p:cNvPr>
          <p:cNvSpPr/>
          <p:nvPr/>
        </p:nvSpPr>
        <p:spPr>
          <a:xfrm>
            <a:off x="3612295" y="2557324"/>
            <a:ext cx="1958740" cy="1420230"/>
          </a:xfrm>
          <a:prstGeom prst="rect">
            <a:avLst/>
          </a:prstGeom>
          <a:solidFill>
            <a:srgbClr val="3FB4E0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0641FC-A576-83ED-5EB8-0943D4758935}"/>
              </a:ext>
            </a:extLst>
          </p:cNvPr>
          <p:cNvSpPr/>
          <p:nvPr/>
        </p:nvSpPr>
        <p:spPr>
          <a:xfrm>
            <a:off x="2661280" y="3373961"/>
            <a:ext cx="873366" cy="546847"/>
          </a:xfrm>
          <a:prstGeom prst="rect">
            <a:avLst/>
          </a:prstGeom>
          <a:solidFill>
            <a:schemeClr val="accent4">
              <a:alpha val="8009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Read / Write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D2F1E2-54A2-D339-3818-3F3BD84EE4C2}"/>
              </a:ext>
            </a:extLst>
          </p:cNvPr>
          <p:cNvSpPr/>
          <p:nvPr/>
        </p:nvSpPr>
        <p:spPr>
          <a:xfrm>
            <a:off x="8987262" y="3373955"/>
            <a:ext cx="873366" cy="546847"/>
          </a:xfrm>
          <a:prstGeom prst="rect">
            <a:avLst/>
          </a:prstGeom>
          <a:solidFill>
            <a:schemeClr val="bg2">
              <a:lumMod val="50000"/>
              <a:alpha val="79704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Transaction Unlock Running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5DCD7F9F-945F-42CC-0F97-8B1DAF266A56}"/>
              </a:ext>
            </a:extLst>
          </p:cNvPr>
          <p:cNvSpPr/>
          <p:nvPr/>
        </p:nvSpPr>
        <p:spPr>
          <a:xfrm rot="16200000">
            <a:off x="7627571" y="1059631"/>
            <a:ext cx="246208" cy="2473173"/>
          </a:xfrm>
          <a:prstGeom prst="rightBrace">
            <a:avLst>
              <a:gd name="adj1" fmla="val 8333"/>
              <a:gd name="adj2" fmla="val 49833"/>
            </a:avLst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FD00E98-CBE6-733B-7834-9AAC61D56164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 flipV="1">
            <a:off x="3534646" y="3647379"/>
            <a:ext cx="5452616" cy="6"/>
          </a:xfrm>
          <a:prstGeom prst="line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7B5BB24-7392-AFAF-AA42-E61890360A6D}"/>
              </a:ext>
            </a:extLst>
          </p:cNvPr>
          <p:cNvSpPr/>
          <p:nvPr/>
        </p:nvSpPr>
        <p:spPr>
          <a:xfrm>
            <a:off x="3655674" y="3373961"/>
            <a:ext cx="873366" cy="546847"/>
          </a:xfrm>
          <a:prstGeom prst="rect">
            <a:avLst/>
          </a:prstGeom>
          <a:solidFill>
            <a:schemeClr val="accent4">
              <a:alpha val="8009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Trans Hooks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72BFEA-E96D-6E1B-51D0-C612C1DDDE5A}"/>
              </a:ext>
            </a:extLst>
          </p:cNvPr>
          <p:cNvSpPr/>
          <p:nvPr/>
        </p:nvSpPr>
        <p:spPr>
          <a:xfrm>
            <a:off x="4650068" y="3373960"/>
            <a:ext cx="873366" cy="546847"/>
          </a:xfrm>
          <a:prstGeom prst="rect">
            <a:avLst/>
          </a:prstGeom>
          <a:solidFill>
            <a:schemeClr val="accent6">
              <a:alpha val="8009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Validate Running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A70D21-7145-CB87-5F01-1A8D4385E5C2}"/>
              </a:ext>
            </a:extLst>
          </p:cNvPr>
          <p:cNvSpPr/>
          <p:nvPr/>
        </p:nvSpPr>
        <p:spPr>
          <a:xfrm>
            <a:off x="5644462" y="3373959"/>
            <a:ext cx="873366" cy="546847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Transaction Lock Running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37DFF5-BF8A-5DAA-9DD7-BFFF7CA22182}"/>
              </a:ext>
            </a:extLst>
          </p:cNvPr>
          <p:cNvSpPr/>
          <p:nvPr/>
        </p:nvSpPr>
        <p:spPr>
          <a:xfrm>
            <a:off x="6638856" y="3373958"/>
            <a:ext cx="873366" cy="546847"/>
          </a:xfrm>
          <a:prstGeom prst="rect">
            <a:avLst/>
          </a:prstGeom>
          <a:solidFill>
            <a:srgbClr val="FFC000">
              <a:alpha val="7970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Prepare Running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0E9217-6F74-F6E0-7A28-C56D9F71F69F}"/>
              </a:ext>
            </a:extLst>
          </p:cNvPr>
          <p:cNvSpPr/>
          <p:nvPr/>
        </p:nvSpPr>
        <p:spPr>
          <a:xfrm>
            <a:off x="7777775" y="3373955"/>
            <a:ext cx="873366" cy="546847"/>
          </a:xfrm>
          <a:prstGeom prst="rect">
            <a:avLst/>
          </a:prstGeom>
          <a:solidFill>
            <a:srgbClr val="FFC000">
              <a:alpha val="7970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Commit Running</a:t>
            </a: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2A4889F9-A522-D83C-7B8D-7DA099A1F63D}"/>
              </a:ext>
            </a:extLst>
          </p:cNvPr>
          <p:cNvCxnSpPr>
            <a:endCxn id="17" idx="1"/>
          </p:cNvCxnSpPr>
          <p:nvPr/>
        </p:nvCxnSpPr>
        <p:spPr>
          <a:xfrm flipV="1">
            <a:off x="3097963" y="2885379"/>
            <a:ext cx="4679812" cy="488576"/>
          </a:xfrm>
          <a:prstGeom prst="bentConnector3">
            <a:avLst>
              <a:gd name="adj1" fmla="val 90"/>
            </a:avLst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45925E1-D569-AAC1-04BC-29CC51FD085E}"/>
              </a:ext>
            </a:extLst>
          </p:cNvPr>
          <p:cNvSpPr/>
          <p:nvPr/>
        </p:nvSpPr>
        <p:spPr>
          <a:xfrm>
            <a:off x="4650068" y="2611960"/>
            <a:ext cx="873366" cy="546847"/>
          </a:xfrm>
          <a:prstGeom prst="rect">
            <a:avLst/>
          </a:prstGeom>
          <a:solidFill>
            <a:srgbClr val="FF453A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Conflict Retry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1DEF9E-C724-AB97-E246-F386754B6D97}"/>
              </a:ext>
            </a:extLst>
          </p:cNvPr>
          <p:cNvSpPr/>
          <p:nvPr/>
        </p:nvSpPr>
        <p:spPr>
          <a:xfrm>
            <a:off x="7777775" y="2611955"/>
            <a:ext cx="873366" cy="546847"/>
          </a:xfrm>
          <a:prstGeom prst="rect">
            <a:avLst/>
          </a:prstGeom>
          <a:solidFill>
            <a:srgbClr val="FF453A">
              <a:alpha val="7977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Abort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DBD5711-AC6E-D88C-D4BA-DA04B2204D0F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077403" y="2885373"/>
            <a:ext cx="3742" cy="488586"/>
          </a:xfrm>
          <a:prstGeom prst="line">
            <a:avLst/>
          </a:prstGeom>
          <a:ln w="12700">
            <a:solidFill>
              <a:schemeClr val="accent2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ecision 26">
            <a:extLst>
              <a:ext uri="{FF2B5EF4-FFF2-40B4-BE49-F238E27FC236}">
                <a16:creationId xmlns:a16="http://schemas.microsoft.com/office/drawing/2014/main" id="{32DCA91E-2E79-A1ED-D6CA-EC6452A9840B}"/>
              </a:ext>
            </a:extLst>
          </p:cNvPr>
          <p:cNvSpPr/>
          <p:nvPr/>
        </p:nvSpPr>
        <p:spPr>
          <a:xfrm>
            <a:off x="6014068" y="2825060"/>
            <a:ext cx="126698" cy="117093"/>
          </a:xfrm>
          <a:prstGeom prst="flowChartDecision">
            <a:avLst/>
          </a:prstGeom>
          <a:solidFill>
            <a:srgbClr val="FF0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3E6CC5A-FBF9-10E4-2489-EA571BB17C5B}"/>
              </a:ext>
            </a:extLst>
          </p:cNvPr>
          <p:cNvCxnSpPr/>
          <p:nvPr/>
        </p:nvCxnSpPr>
        <p:spPr>
          <a:xfrm>
            <a:off x="6514086" y="2355793"/>
            <a:ext cx="0" cy="156500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C7F65B2-8933-1702-CAEF-4739EF0B000E}"/>
              </a:ext>
            </a:extLst>
          </p:cNvPr>
          <p:cNvCxnSpPr/>
          <p:nvPr/>
        </p:nvCxnSpPr>
        <p:spPr>
          <a:xfrm>
            <a:off x="8987258" y="2355793"/>
            <a:ext cx="0" cy="156500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C86A8AFD-003B-C5AA-4D90-677D057E243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382890" y="3255669"/>
            <a:ext cx="653354" cy="130066"/>
          </a:xfrm>
          <a:prstGeom prst="bentConnector3">
            <a:avLst>
              <a:gd name="adj1" fmla="val 99081"/>
            </a:avLst>
          </a:prstGeom>
          <a:ln w="12700">
            <a:solidFill>
              <a:schemeClr val="accent2"/>
            </a:solidFill>
            <a:headEnd type="diamon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ecision 39">
            <a:extLst>
              <a:ext uri="{FF2B5EF4-FFF2-40B4-BE49-F238E27FC236}">
                <a16:creationId xmlns:a16="http://schemas.microsoft.com/office/drawing/2014/main" id="{A2E2E352-D647-F2EF-E400-A294CA43CF7A}"/>
              </a:ext>
            </a:extLst>
          </p:cNvPr>
          <p:cNvSpPr/>
          <p:nvPr/>
        </p:nvSpPr>
        <p:spPr>
          <a:xfrm>
            <a:off x="7579598" y="3588827"/>
            <a:ext cx="126698" cy="117093"/>
          </a:xfrm>
          <a:prstGeom prst="flowChartDecision">
            <a:avLst/>
          </a:prstGeom>
          <a:solidFill>
            <a:srgbClr val="FF0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F9B7ED25-7BE7-CCBC-B60C-0FB970843648}"/>
              </a:ext>
            </a:extLst>
          </p:cNvPr>
          <p:cNvCxnSpPr/>
          <p:nvPr/>
        </p:nvCxnSpPr>
        <p:spPr>
          <a:xfrm rot="16200000" flipH="1">
            <a:off x="8386746" y="3258419"/>
            <a:ext cx="653348" cy="124559"/>
          </a:xfrm>
          <a:prstGeom prst="bentConnector3">
            <a:avLst>
              <a:gd name="adj1" fmla="val -54"/>
            </a:avLst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Decision 45">
            <a:extLst>
              <a:ext uri="{FF2B5EF4-FFF2-40B4-BE49-F238E27FC236}">
                <a16:creationId xmlns:a16="http://schemas.microsoft.com/office/drawing/2014/main" id="{8E46B5F5-0246-7BC8-043F-B6EA1ED76612}"/>
              </a:ext>
            </a:extLst>
          </p:cNvPr>
          <p:cNvSpPr/>
          <p:nvPr/>
        </p:nvSpPr>
        <p:spPr>
          <a:xfrm>
            <a:off x="8712352" y="3583814"/>
            <a:ext cx="126698" cy="117093"/>
          </a:xfrm>
          <a:prstGeom prst="flowChartDecision">
            <a:avLst/>
          </a:prstGeom>
          <a:solidFill>
            <a:srgbClr val="FF0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26632D-8A0C-1FEE-B6DE-98B9BB5787C1}"/>
              </a:ext>
            </a:extLst>
          </p:cNvPr>
          <p:cNvSpPr txBox="1"/>
          <p:nvPr/>
        </p:nvSpPr>
        <p:spPr>
          <a:xfrm>
            <a:off x="3895549" y="2066656"/>
            <a:ext cx="122028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Design to Minimize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37DCC20-647F-8651-5D2C-E181A736C18D}"/>
              </a:ext>
            </a:extLst>
          </p:cNvPr>
          <p:cNvCxnSpPr>
            <a:cxnSpLocks/>
          </p:cNvCxnSpPr>
          <p:nvPr/>
        </p:nvCxnSpPr>
        <p:spPr>
          <a:xfrm>
            <a:off x="4549746" y="2295717"/>
            <a:ext cx="0" cy="21782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6DC03B3-28EE-FE46-4A65-F6659BD1040D}"/>
              </a:ext>
            </a:extLst>
          </p:cNvPr>
          <p:cNvSpPr txBox="1"/>
          <p:nvPr/>
        </p:nvSpPr>
        <p:spPr>
          <a:xfrm>
            <a:off x="6827305" y="1883591"/>
            <a:ext cx="184673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Shrink using Commit Queues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50300550-5370-D2AA-B4F3-71BCAA55D4D9}"/>
              </a:ext>
            </a:extLst>
          </p:cNvPr>
          <p:cNvCxnSpPr>
            <a:cxnSpLocks/>
            <a:endCxn id="6" idx="1"/>
          </p:cNvCxnSpPr>
          <p:nvPr/>
        </p:nvCxnSpPr>
        <p:spPr>
          <a:xfrm rot="16200000" flipH="1">
            <a:off x="2237081" y="3223185"/>
            <a:ext cx="653361" cy="195038"/>
          </a:xfrm>
          <a:prstGeom prst="bent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EF31B150-5F75-212A-01AB-28F58A451739}"/>
              </a:ext>
            </a:extLst>
          </p:cNvPr>
          <p:cNvCxnSpPr>
            <a:cxnSpLocks/>
            <a:stCxn id="66" idx="2"/>
          </p:cNvCxnSpPr>
          <p:nvPr/>
        </p:nvCxnSpPr>
        <p:spPr>
          <a:xfrm rot="16200000" flipH="1">
            <a:off x="2155055" y="3224617"/>
            <a:ext cx="699404" cy="313044"/>
          </a:xfrm>
          <a:prstGeom prst="bentConnector3">
            <a:avLst>
              <a:gd name="adj1" fmla="val 99935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E9CF3A5E-0509-5E13-EDCC-01EC671DFDED}"/>
              </a:ext>
            </a:extLst>
          </p:cNvPr>
          <p:cNvCxnSpPr>
            <a:cxnSpLocks/>
          </p:cNvCxnSpPr>
          <p:nvPr/>
        </p:nvCxnSpPr>
        <p:spPr>
          <a:xfrm rot="16200000" flipH="1">
            <a:off x="2041540" y="3190858"/>
            <a:ext cx="818443" cy="424772"/>
          </a:xfrm>
          <a:prstGeom prst="bentConnector3">
            <a:avLst>
              <a:gd name="adj1" fmla="val 100043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60A2508-7F44-D8F2-1919-1BD97A0A8FE5}"/>
              </a:ext>
            </a:extLst>
          </p:cNvPr>
          <p:cNvSpPr txBox="1"/>
          <p:nvPr/>
        </p:nvSpPr>
        <p:spPr>
          <a:xfrm>
            <a:off x="1567646" y="1324231"/>
            <a:ext cx="156117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Concurrent Transactions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99BC868-AE47-CC02-3C7D-968C72E6B21C}"/>
              </a:ext>
            </a:extLst>
          </p:cNvPr>
          <p:cNvCxnSpPr>
            <a:cxnSpLocks/>
          </p:cNvCxnSpPr>
          <p:nvPr/>
        </p:nvCxnSpPr>
        <p:spPr>
          <a:xfrm>
            <a:off x="2348235" y="1559942"/>
            <a:ext cx="0" cy="196556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A6292658-0F39-7B1A-7FF6-0C10F500E76A}"/>
              </a:ext>
            </a:extLst>
          </p:cNvPr>
          <p:cNvSpPr txBox="1"/>
          <p:nvPr/>
        </p:nvSpPr>
        <p:spPr>
          <a:xfrm>
            <a:off x="2661280" y="4076675"/>
            <a:ext cx="97270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DeltaWriteSet (changes)</a:t>
            </a:r>
          </a:p>
        </p:txBody>
      </p:sp>
      <p:sp>
        <p:nvSpPr>
          <p:cNvPr id="72" name="Triangle 71">
            <a:extLst>
              <a:ext uri="{FF2B5EF4-FFF2-40B4-BE49-F238E27FC236}">
                <a16:creationId xmlns:a16="http://schemas.microsoft.com/office/drawing/2014/main" id="{08E5A1F1-38BD-B8B8-9925-F68471C238EB}"/>
              </a:ext>
            </a:extLst>
          </p:cNvPr>
          <p:cNvSpPr/>
          <p:nvPr/>
        </p:nvSpPr>
        <p:spPr>
          <a:xfrm rot="5400000">
            <a:off x="2579997" y="4169178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D31A93A-1489-9D0B-545B-38F7910FCD4F}"/>
              </a:ext>
            </a:extLst>
          </p:cNvPr>
          <p:cNvSpPr txBox="1"/>
          <p:nvPr/>
        </p:nvSpPr>
        <p:spPr>
          <a:xfrm>
            <a:off x="3701084" y="4084055"/>
            <a:ext cx="972708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RFS Pre-validation (changes)</a:t>
            </a:r>
          </a:p>
        </p:txBody>
      </p:sp>
      <p:sp>
        <p:nvSpPr>
          <p:cNvPr id="74" name="Triangle 73">
            <a:extLst>
              <a:ext uri="{FF2B5EF4-FFF2-40B4-BE49-F238E27FC236}">
                <a16:creationId xmlns:a16="http://schemas.microsoft.com/office/drawing/2014/main" id="{B332E2F1-F759-ADB3-B117-5C0272B64FCF}"/>
              </a:ext>
            </a:extLst>
          </p:cNvPr>
          <p:cNvSpPr/>
          <p:nvPr/>
        </p:nvSpPr>
        <p:spPr>
          <a:xfrm rot="5400000">
            <a:off x="3619801" y="4176558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E263A28-7E47-D670-C627-584EE169E80E}"/>
              </a:ext>
            </a:extLst>
          </p:cNvPr>
          <p:cNvSpPr txBox="1"/>
          <p:nvPr/>
        </p:nvSpPr>
        <p:spPr>
          <a:xfrm>
            <a:off x="3694976" y="4598821"/>
            <a:ext cx="1030273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 Manager Service create()</a:t>
            </a:r>
          </a:p>
        </p:txBody>
      </p:sp>
      <p:sp>
        <p:nvSpPr>
          <p:cNvPr id="76" name="Triangle 75">
            <a:extLst>
              <a:ext uri="{FF2B5EF4-FFF2-40B4-BE49-F238E27FC236}">
                <a16:creationId xmlns:a16="http://schemas.microsoft.com/office/drawing/2014/main" id="{3FF10252-E22D-10AA-8BE0-062211AAAF92}"/>
              </a:ext>
            </a:extLst>
          </p:cNvPr>
          <p:cNvSpPr/>
          <p:nvPr/>
        </p:nvSpPr>
        <p:spPr>
          <a:xfrm rot="5400000">
            <a:off x="3619332" y="4685686"/>
            <a:ext cx="95470" cy="78372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F9A43D2-1CC2-9154-BAFE-88035DB6B94D}"/>
              </a:ext>
            </a:extLst>
          </p:cNvPr>
          <p:cNvSpPr txBox="1"/>
          <p:nvPr/>
        </p:nvSpPr>
        <p:spPr>
          <a:xfrm>
            <a:off x="4714645" y="4084055"/>
            <a:ext cx="97270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YANG Validation</a:t>
            </a:r>
          </a:p>
        </p:txBody>
      </p:sp>
      <p:sp>
        <p:nvSpPr>
          <p:cNvPr id="78" name="Triangle 77">
            <a:extLst>
              <a:ext uri="{FF2B5EF4-FFF2-40B4-BE49-F238E27FC236}">
                <a16:creationId xmlns:a16="http://schemas.microsoft.com/office/drawing/2014/main" id="{8F3E9EFE-0679-A48D-3D99-45CB03F0FA84}"/>
              </a:ext>
            </a:extLst>
          </p:cNvPr>
          <p:cNvSpPr/>
          <p:nvPr/>
        </p:nvSpPr>
        <p:spPr>
          <a:xfrm rot="5400000">
            <a:off x="4633362" y="4176558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FAA67AE-45AF-148B-A154-0BDAD9BA6A11}"/>
              </a:ext>
            </a:extLst>
          </p:cNvPr>
          <p:cNvSpPr txBox="1"/>
          <p:nvPr/>
        </p:nvSpPr>
        <p:spPr>
          <a:xfrm>
            <a:off x="4714645" y="4498562"/>
            <a:ext cx="97270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Custom Validation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84D50533-A94E-88AE-A36D-E2912EF80175}"/>
              </a:ext>
            </a:extLst>
          </p:cNvPr>
          <p:cNvSpPr/>
          <p:nvPr/>
        </p:nvSpPr>
        <p:spPr>
          <a:xfrm rot="5400000">
            <a:off x="4633362" y="4591065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99E1CAF-D01A-E4DA-D983-68390F12915C}"/>
              </a:ext>
            </a:extLst>
          </p:cNvPr>
          <p:cNvSpPr txBox="1"/>
          <p:nvPr/>
        </p:nvSpPr>
        <p:spPr>
          <a:xfrm>
            <a:off x="5718316" y="4084858"/>
            <a:ext cx="97270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Check for Conflicts</a:t>
            </a:r>
          </a:p>
        </p:txBody>
      </p:sp>
      <p:sp>
        <p:nvSpPr>
          <p:cNvPr id="82" name="Triangle 81">
            <a:extLst>
              <a:ext uri="{FF2B5EF4-FFF2-40B4-BE49-F238E27FC236}">
                <a16:creationId xmlns:a16="http://schemas.microsoft.com/office/drawing/2014/main" id="{5B584BE9-53BC-93F4-F577-F8090F0DF53D}"/>
              </a:ext>
            </a:extLst>
          </p:cNvPr>
          <p:cNvSpPr/>
          <p:nvPr/>
        </p:nvSpPr>
        <p:spPr>
          <a:xfrm rot="5400000">
            <a:off x="5637033" y="4177361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C4DD5C4-9BFF-4F25-DBE4-92AF8D142CED}"/>
              </a:ext>
            </a:extLst>
          </p:cNvPr>
          <p:cNvSpPr txBox="1"/>
          <p:nvPr/>
        </p:nvSpPr>
        <p:spPr>
          <a:xfrm>
            <a:off x="6709552" y="4079567"/>
            <a:ext cx="9727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</a:t>
            </a:r>
          </a:p>
        </p:txBody>
      </p:sp>
      <p:sp>
        <p:nvSpPr>
          <p:cNvPr id="86" name="Triangle 85">
            <a:extLst>
              <a:ext uri="{FF2B5EF4-FFF2-40B4-BE49-F238E27FC236}">
                <a16:creationId xmlns:a16="http://schemas.microsoft.com/office/drawing/2014/main" id="{E8C7D0BE-8DA2-7BAD-DF2E-3AA64F63DF03}"/>
              </a:ext>
            </a:extLst>
          </p:cNvPr>
          <p:cNvSpPr/>
          <p:nvPr/>
        </p:nvSpPr>
        <p:spPr>
          <a:xfrm rot="5400000">
            <a:off x="6628269" y="4172070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0BABB5-9344-CF60-DC78-84F87080960A}"/>
              </a:ext>
            </a:extLst>
          </p:cNvPr>
          <p:cNvSpPr txBox="1"/>
          <p:nvPr/>
        </p:nvSpPr>
        <p:spPr>
          <a:xfrm>
            <a:off x="6709551" y="4295549"/>
            <a:ext cx="1151964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Mgr Prep</a:t>
            </a:r>
          </a:p>
          <a:p>
            <a:r>
              <a:rPr lang="en-US" sz="1000" dirty="0">
                <a:solidFill>
                  <a:srgbClr val="3FB4E0"/>
                </a:solidFill>
              </a:rPr>
              <a:t>- NED Prepare</a:t>
            </a:r>
          </a:p>
          <a:p>
            <a:r>
              <a:rPr lang="en-US" sz="1000" dirty="0">
                <a:solidFill>
                  <a:srgbClr val="3FB4E0"/>
                </a:solidFill>
              </a:rPr>
              <a:t>- Commit Queue Prepare</a:t>
            </a:r>
          </a:p>
        </p:txBody>
      </p:sp>
      <p:sp>
        <p:nvSpPr>
          <p:cNvPr id="88" name="Triangle 87">
            <a:extLst>
              <a:ext uri="{FF2B5EF4-FFF2-40B4-BE49-F238E27FC236}">
                <a16:creationId xmlns:a16="http://schemas.microsoft.com/office/drawing/2014/main" id="{EB29BCCC-8EE6-3A3A-8EAB-1D99EE7A37F3}"/>
              </a:ext>
            </a:extLst>
          </p:cNvPr>
          <p:cNvSpPr/>
          <p:nvPr/>
        </p:nvSpPr>
        <p:spPr>
          <a:xfrm rot="5400000">
            <a:off x="6628269" y="4388052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70E95A3-F3EB-492F-1430-19793B985F77}"/>
              </a:ext>
            </a:extLst>
          </p:cNvPr>
          <p:cNvSpPr txBox="1"/>
          <p:nvPr/>
        </p:nvSpPr>
        <p:spPr>
          <a:xfrm>
            <a:off x="7866234" y="4079567"/>
            <a:ext cx="9727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</a:t>
            </a:r>
          </a:p>
        </p:txBody>
      </p:sp>
      <p:sp>
        <p:nvSpPr>
          <p:cNvPr id="90" name="Triangle 89">
            <a:extLst>
              <a:ext uri="{FF2B5EF4-FFF2-40B4-BE49-F238E27FC236}">
                <a16:creationId xmlns:a16="http://schemas.microsoft.com/office/drawing/2014/main" id="{936B8B3F-8AF5-135E-04BA-A2D2E19745D3}"/>
              </a:ext>
            </a:extLst>
          </p:cNvPr>
          <p:cNvSpPr/>
          <p:nvPr/>
        </p:nvSpPr>
        <p:spPr>
          <a:xfrm rot="5400000">
            <a:off x="7784951" y="4172070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FBD6ACE-0E46-C536-CB15-BD3D2F8E757C}"/>
              </a:ext>
            </a:extLst>
          </p:cNvPr>
          <p:cNvSpPr txBox="1"/>
          <p:nvPr/>
        </p:nvSpPr>
        <p:spPr>
          <a:xfrm>
            <a:off x="7866234" y="4331669"/>
            <a:ext cx="1592721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Mgr Commit</a:t>
            </a:r>
          </a:p>
          <a:p>
            <a:r>
              <a:rPr lang="en-US" sz="1000" dirty="0">
                <a:solidFill>
                  <a:srgbClr val="3FB4E0"/>
                </a:solidFill>
              </a:rPr>
              <a:t>- NED Commit</a:t>
            </a:r>
          </a:p>
          <a:p>
            <a:r>
              <a:rPr lang="en-US" sz="1000" dirty="0">
                <a:solidFill>
                  <a:srgbClr val="3FB4E0"/>
                </a:solidFill>
              </a:rPr>
              <a:t>- Commit Queue Commit</a:t>
            </a:r>
          </a:p>
        </p:txBody>
      </p:sp>
      <p:sp>
        <p:nvSpPr>
          <p:cNvPr id="92" name="Triangle 91">
            <a:extLst>
              <a:ext uri="{FF2B5EF4-FFF2-40B4-BE49-F238E27FC236}">
                <a16:creationId xmlns:a16="http://schemas.microsoft.com/office/drawing/2014/main" id="{E338BB8D-53CD-4AE4-EA68-68E2FB6E2932}"/>
              </a:ext>
            </a:extLst>
          </p:cNvPr>
          <p:cNvSpPr/>
          <p:nvPr/>
        </p:nvSpPr>
        <p:spPr>
          <a:xfrm rot="5400000">
            <a:off x="7784952" y="4424172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80A91EB-2D91-CE01-4963-EEF65F2C8F03}"/>
              </a:ext>
            </a:extLst>
          </p:cNvPr>
          <p:cNvSpPr/>
          <p:nvPr/>
        </p:nvSpPr>
        <p:spPr>
          <a:xfrm>
            <a:off x="3666614" y="5483394"/>
            <a:ext cx="238219" cy="230736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433440F-B632-190E-ADCD-B4903A29A00A}"/>
              </a:ext>
            </a:extLst>
          </p:cNvPr>
          <p:cNvSpPr txBox="1"/>
          <p:nvPr/>
        </p:nvSpPr>
        <p:spPr>
          <a:xfrm>
            <a:off x="3906886" y="5487006"/>
            <a:ext cx="58627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224F81B-4D64-69E9-2DF5-2B3A54FD22D1}"/>
              </a:ext>
            </a:extLst>
          </p:cNvPr>
          <p:cNvSpPr/>
          <p:nvPr/>
        </p:nvSpPr>
        <p:spPr>
          <a:xfrm>
            <a:off x="4554126" y="5489709"/>
            <a:ext cx="238219" cy="230736"/>
          </a:xfrm>
          <a:prstGeom prst="rect">
            <a:avLst/>
          </a:prstGeom>
          <a:solidFill>
            <a:schemeClr val="accent6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DD12A8-5644-45C4-D37B-D49BFB475889}"/>
              </a:ext>
            </a:extLst>
          </p:cNvPr>
          <p:cNvSpPr txBox="1"/>
          <p:nvPr/>
        </p:nvSpPr>
        <p:spPr>
          <a:xfrm>
            <a:off x="4794397" y="5493321"/>
            <a:ext cx="76259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Validation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3D5B006-8B7E-07DE-15C8-15EAAEA31471}"/>
              </a:ext>
            </a:extLst>
          </p:cNvPr>
          <p:cNvSpPr/>
          <p:nvPr/>
        </p:nvSpPr>
        <p:spPr>
          <a:xfrm>
            <a:off x="5620008" y="5489709"/>
            <a:ext cx="238219" cy="230736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9557036-15EF-051C-94E0-BEFF80EC2509}"/>
              </a:ext>
            </a:extLst>
          </p:cNvPr>
          <p:cNvSpPr txBox="1"/>
          <p:nvPr/>
        </p:nvSpPr>
        <p:spPr>
          <a:xfrm>
            <a:off x="5860280" y="5493321"/>
            <a:ext cx="10802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Critical Section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4D878EB-E216-9EF4-E849-41683B29A049}"/>
              </a:ext>
            </a:extLst>
          </p:cNvPr>
          <p:cNvSpPr/>
          <p:nvPr/>
        </p:nvSpPr>
        <p:spPr>
          <a:xfrm>
            <a:off x="6904849" y="5479573"/>
            <a:ext cx="238219" cy="230736"/>
          </a:xfrm>
          <a:prstGeom prst="rect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86B5E3D-9B73-F81E-C8D4-142BD495F3D2}"/>
              </a:ext>
            </a:extLst>
          </p:cNvPr>
          <p:cNvSpPr txBox="1"/>
          <p:nvPr/>
        </p:nvSpPr>
        <p:spPr>
          <a:xfrm>
            <a:off x="7145120" y="5483185"/>
            <a:ext cx="112839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Lock</a:t>
            </a:r>
          </a:p>
        </p:txBody>
      </p:sp>
      <p:sp>
        <p:nvSpPr>
          <p:cNvPr id="66" name="Off-page Connector 65">
            <a:extLst>
              <a:ext uri="{FF2B5EF4-FFF2-40B4-BE49-F238E27FC236}">
                <a16:creationId xmlns:a16="http://schemas.microsoft.com/office/drawing/2014/main" id="{8CC1749B-ECFA-BEBA-9C34-05D5CBDAB38C}"/>
              </a:ext>
            </a:extLst>
          </p:cNvPr>
          <p:cNvSpPr/>
          <p:nvPr/>
        </p:nvSpPr>
        <p:spPr>
          <a:xfrm>
            <a:off x="1598508" y="1816023"/>
            <a:ext cx="1499454" cy="1215414"/>
          </a:xfrm>
          <a:prstGeom prst="flowChartOffpageConnector">
            <a:avLst/>
          </a:prstGeom>
          <a:solidFill>
            <a:srgbClr val="3FB4E0">
              <a:alpha val="2000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RESTCONF YANG Patch</a:t>
            </a:r>
          </a:p>
          <a:p>
            <a:r>
              <a:rPr lang="en-US" sz="1000" dirty="0">
                <a:solidFill>
                  <a:srgbClr val="3FB4E0"/>
                </a:solidFill>
              </a:rPr>
              <a:t>NETCONF &lt;edit-config&gt;</a:t>
            </a:r>
          </a:p>
          <a:p>
            <a:r>
              <a:rPr lang="en-US" sz="1000" dirty="0">
                <a:solidFill>
                  <a:srgbClr val="3FB4E0"/>
                </a:solidFill>
              </a:rPr>
              <a:t>CLI Commit</a:t>
            </a:r>
          </a:p>
          <a:p>
            <a:r>
              <a:rPr lang="en-US" sz="1000" dirty="0">
                <a:solidFill>
                  <a:srgbClr val="3FB4E0"/>
                </a:solidFill>
              </a:rPr>
              <a:t>MAAPI apply()</a:t>
            </a:r>
          </a:p>
          <a:p>
            <a:r>
              <a:rPr lang="en-US" sz="1000" dirty="0">
                <a:solidFill>
                  <a:srgbClr val="3FB4E0"/>
                </a:solidFill>
              </a:rPr>
              <a:t>Nano Service Redeploy</a:t>
            </a:r>
          </a:p>
          <a:p>
            <a:r>
              <a:rPr lang="en-US" sz="1000" dirty="0">
                <a:solidFill>
                  <a:srgbClr val="3FB4E0"/>
                </a:solidFill>
              </a:rPr>
              <a:t>…</a:t>
            </a:r>
          </a:p>
          <a:p>
            <a:endParaRPr lang="en-US" sz="1000" dirty="0">
              <a:solidFill>
                <a:srgbClr val="3FB4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4030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72A95-A69D-3759-34DA-FB0B36975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00CC67A-F66C-7675-D23C-777D3E8F45F1}"/>
              </a:ext>
            </a:extLst>
          </p:cNvPr>
          <p:cNvSpPr/>
          <p:nvPr/>
        </p:nvSpPr>
        <p:spPr>
          <a:xfrm>
            <a:off x="2643730" y="1281793"/>
            <a:ext cx="1211580" cy="1188720"/>
          </a:xfrm>
          <a:prstGeom prst="rect">
            <a:avLst/>
          </a:prstGeom>
          <a:solidFill>
            <a:srgbClr val="3FB4E0">
              <a:alpha val="19926"/>
            </a:srgbClr>
          </a:solidFill>
          <a:ln w="63500">
            <a:solidFill>
              <a:schemeClr val="accent4">
                <a:lumMod val="60000"/>
                <a:lumOff val="40000"/>
                <a:alpha val="80078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1CFA6051-DEA1-EC74-8B5F-DC9B9220D9BD}"/>
              </a:ext>
            </a:extLst>
          </p:cNvPr>
          <p:cNvSpPr/>
          <p:nvPr/>
        </p:nvSpPr>
        <p:spPr>
          <a:xfrm rot="5400000">
            <a:off x="5902701" y="1607477"/>
            <a:ext cx="465499" cy="6621811"/>
          </a:xfrm>
          <a:prstGeom prst="roundRect">
            <a:avLst/>
          </a:prstGeom>
          <a:solidFill>
            <a:srgbClr val="3FB4E0">
              <a:alpha val="1985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C6E909-3C7D-FEA6-5CDB-FBF8BAFBF054}"/>
              </a:ext>
            </a:extLst>
          </p:cNvPr>
          <p:cNvSpPr/>
          <p:nvPr/>
        </p:nvSpPr>
        <p:spPr>
          <a:xfrm>
            <a:off x="2386940" y="961901"/>
            <a:ext cx="7507516" cy="4440236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984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A6EB10-7692-FFDC-1A07-4342C84FFA0F}"/>
              </a:ext>
            </a:extLst>
          </p:cNvPr>
          <p:cNvCxnSpPr>
            <a:stCxn id="6" idx="0"/>
            <a:endCxn id="6" idx="2"/>
          </p:cNvCxnSpPr>
          <p:nvPr/>
        </p:nvCxnSpPr>
        <p:spPr>
          <a:xfrm>
            <a:off x="3249520" y="1281793"/>
            <a:ext cx="0" cy="1188720"/>
          </a:xfrm>
          <a:prstGeom prst="line">
            <a:avLst/>
          </a:prstGeom>
          <a:ln w="63500">
            <a:solidFill>
              <a:schemeClr val="accent4">
                <a:lumMod val="60000"/>
                <a:lumOff val="40000"/>
                <a:alpha val="80078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407A767-491A-B6D0-7E23-224B374F3549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2643730" y="1876153"/>
            <a:ext cx="1211580" cy="0"/>
          </a:xfrm>
          <a:prstGeom prst="line">
            <a:avLst/>
          </a:prstGeom>
          <a:ln w="63500"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6B8C49D-8B78-C2BD-5CDD-1B8743853C5B}"/>
              </a:ext>
            </a:extLst>
          </p:cNvPr>
          <p:cNvSpPr/>
          <p:nvPr/>
        </p:nvSpPr>
        <p:spPr>
          <a:xfrm>
            <a:off x="2643730" y="2813414"/>
            <a:ext cx="1211580" cy="1188720"/>
          </a:xfrm>
          <a:prstGeom prst="rect">
            <a:avLst/>
          </a:prstGeom>
          <a:solidFill>
            <a:srgbClr val="3FB4E0">
              <a:alpha val="19874"/>
            </a:srgbClr>
          </a:solidFill>
          <a:ln w="63500">
            <a:solidFill>
              <a:schemeClr val="accent4">
                <a:lumMod val="60000"/>
                <a:lumOff val="40000"/>
                <a:alpha val="80078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0A7C5D-1D84-80EB-B584-40976233BEB4}"/>
              </a:ext>
            </a:extLst>
          </p:cNvPr>
          <p:cNvCxnSpPr>
            <a:stCxn id="16" idx="0"/>
            <a:endCxn id="16" idx="2"/>
          </p:cNvCxnSpPr>
          <p:nvPr/>
        </p:nvCxnSpPr>
        <p:spPr>
          <a:xfrm>
            <a:off x="3249520" y="2813414"/>
            <a:ext cx="0" cy="1188720"/>
          </a:xfrm>
          <a:prstGeom prst="line">
            <a:avLst/>
          </a:prstGeom>
          <a:ln w="63500">
            <a:solidFill>
              <a:schemeClr val="accent4">
                <a:lumMod val="60000"/>
                <a:lumOff val="40000"/>
                <a:alpha val="80078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C46B8D-B41C-D480-F0A2-CDDCFE4F4EE3}"/>
              </a:ext>
            </a:extLst>
          </p:cNvPr>
          <p:cNvCxnSpPr>
            <a:stCxn id="16" idx="1"/>
            <a:endCxn id="16" idx="3"/>
          </p:cNvCxnSpPr>
          <p:nvPr/>
        </p:nvCxnSpPr>
        <p:spPr>
          <a:xfrm>
            <a:off x="2643730" y="3407774"/>
            <a:ext cx="1211580" cy="0"/>
          </a:xfrm>
          <a:prstGeom prst="line">
            <a:avLst/>
          </a:prstGeom>
          <a:ln w="63500"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C931770-FCCF-822D-9B5B-75131D340D5A}"/>
              </a:ext>
            </a:extLst>
          </p:cNvPr>
          <p:cNvSpPr/>
          <p:nvPr/>
        </p:nvSpPr>
        <p:spPr>
          <a:xfrm>
            <a:off x="4308304" y="1762117"/>
            <a:ext cx="1766848" cy="139700"/>
          </a:xfrm>
          <a:prstGeom prst="rect">
            <a:avLst/>
          </a:prstGeom>
          <a:solidFill>
            <a:schemeClr val="accent4">
              <a:alpha val="7960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DD46D-A82C-F64F-0716-F3AF973F242C}"/>
              </a:ext>
            </a:extLst>
          </p:cNvPr>
          <p:cNvSpPr/>
          <p:nvPr/>
        </p:nvSpPr>
        <p:spPr>
          <a:xfrm>
            <a:off x="6075153" y="1762117"/>
            <a:ext cx="2397827" cy="139700"/>
          </a:xfrm>
          <a:prstGeom prst="rect">
            <a:avLst/>
          </a:prstGeom>
          <a:solidFill>
            <a:schemeClr val="accent6">
              <a:lumMod val="60000"/>
              <a:lumOff val="40000"/>
              <a:alpha val="7960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77AAF1-2625-53EF-76BA-360349BF7330}"/>
              </a:ext>
            </a:extLst>
          </p:cNvPr>
          <p:cNvSpPr/>
          <p:nvPr/>
        </p:nvSpPr>
        <p:spPr>
          <a:xfrm>
            <a:off x="8472980" y="1762117"/>
            <a:ext cx="996251" cy="1397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04D01F-9134-4BB8-985F-F0F2C51A6805}"/>
              </a:ext>
            </a:extLst>
          </p:cNvPr>
          <p:cNvSpPr txBox="1"/>
          <p:nvPr/>
        </p:nvSpPr>
        <p:spPr>
          <a:xfrm>
            <a:off x="4233488" y="1455863"/>
            <a:ext cx="297842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One Transaction to All Devices (Network Elements)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7AA2E8-8C16-DCB0-F795-0DFC04F047BE}"/>
              </a:ext>
            </a:extLst>
          </p:cNvPr>
          <p:cNvSpPr txBox="1"/>
          <p:nvPr/>
        </p:nvSpPr>
        <p:spPr>
          <a:xfrm>
            <a:off x="2775617" y="1455863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66F98-3B5D-C7A4-28D7-A3E1F1D8D283}"/>
              </a:ext>
            </a:extLst>
          </p:cNvPr>
          <p:cNvSpPr txBox="1"/>
          <p:nvPr/>
        </p:nvSpPr>
        <p:spPr>
          <a:xfrm>
            <a:off x="2775617" y="3011996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1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261517-76B5-08DC-0DD5-412E21512834}"/>
              </a:ext>
            </a:extLst>
          </p:cNvPr>
          <p:cNvSpPr txBox="1"/>
          <p:nvPr/>
        </p:nvSpPr>
        <p:spPr>
          <a:xfrm>
            <a:off x="3381407" y="3011996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2B7F84-C453-02E8-A542-B69F2873F845}"/>
              </a:ext>
            </a:extLst>
          </p:cNvPr>
          <p:cNvSpPr txBox="1"/>
          <p:nvPr/>
        </p:nvSpPr>
        <p:spPr>
          <a:xfrm>
            <a:off x="2775617" y="3601118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3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945B41-4BC3-B63E-17AD-E840C3C62DD7}"/>
              </a:ext>
            </a:extLst>
          </p:cNvPr>
          <p:cNvSpPr txBox="1"/>
          <p:nvPr/>
        </p:nvSpPr>
        <p:spPr>
          <a:xfrm>
            <a:off x="3987197" y="1708856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9E1294-8C21-C54B-AE6C-46B5A35E538A}"/>
              </a:ext>
            </a:extLst>
          </p:cNvPr>
          <p:cNvSpPr/>
          <p:nvPr/>
        </p:nvSpPr>
        <p:spPr>
          <a:xfrm>
            <a:off x="4308304" y="1955077"/>
            <a:ext cx="5160927" cy="246221"/>
          </a:xfrm>
          <a:prstGeom prst="rect">
            <a:avLst/>
          </a:prstGeom>
          <a:noFill/>
          <a:ln w="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Simple option if wall-clock performance and transaction throughput is not a concern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C8253E-6916-B3F8-3D66-CCED07623A5B}"/>
              </a:ext>
            </a:extLst>
          </p:cNvPr>
          <p:cNvSpPr txBox="1"/>
          <p:nvPr/>
        </p:nvSpPr>
        <p:spPr>
          <a:xfrm>
            <a:off x="9484743" y="1708856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1-3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F060AA-68C9-163E-648F-7ADBBEED392B}"/>
              </a:ext>
            </a:extLst>
          </p:cNvPr>
          <p:cNvSpPr txBox="1"/>
          <p:nvPr/>
        </p:nvSpPr>
        <p:spPr>
          <a:xfrm>
            <a:off x="4233488" y="2939143"/>
            <a:ext cx="297842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One Transaction per Device</a:t>
            </a: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10198DCE-405C-C36D-AF4B-962C1088C50A}"/>
              </a:ext>
            </a:extLst>
          </p:cNvPr>
          <p:cNvSpPr/>
          <p:nvPr/>
        </p:nvSpPr>
        <p:spPr>
          <a:xfrm>
            <a:off x="4292791" y="3233172"/>
            <a:ext cx="752351" cy="139700"/>
          </a:xfrm>
          <a:prstGeom prst="flowChartProcess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Process 31">
            <a:extLst>
              <a:ext uri="{FF2B5EF4-FFF2-40B4-BE49-F238E27FC236}">
                <a16:creationId xmlns:a16="http://schemas.microsoft.com/office/drawing/2014/main" id="{D56DADC3-C4C5-86EF-0C06-1B9C0E206AC9}"/>
              </a:ext>
            </a:extLst>
          </p:cNvPr>
          <p:cNvSpPr/>
          <p:nvPr/>
        </p:nvSpPr>
        <p:spPr>
          <a:xfrm>
            <a:off x="5045142" y="3233172"/>
            <a:ext cx="1106707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4" name="Process 33">
            <a:extLst>
              <a:ext uri="{FF2B5EF4-FFF2-40B4-BE49-F238E27FC236}">
                <a16:creationId xmlns:a16="http://schemas.microsoft.com/office/drawing/2014/main" id="{DE1698F2-4A2A-55E8-F999-E9FFE616461E}"/>
              </a:ext>
            </a:extLst>
          </p:cNvPr>
          <p:cNvSpPr/>
          <p:nvPr/>
        </p:nvSpPr>
        <p:spPr>
          <a:xfrm>
            <a:off x="6151849" y="3233172"/>
            <a:ext cx="298453" cy="139700"/>
          </a:xfrm>
          <a:prstGeom prst="flowChartProcess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5" name="Process 34">
            <a:extLst>
              <a:ext uri="{FF2B5EF4-FFF2-40B4-BE49-F238E27FC236}">
                <a16:creationId xmlns:a16="http://schemas.microsoft.com/office/drawing/2014/main" id="{B5F0E4C2-33DB-FF5D-47D7-93BA8CEF9FDE}"/>
              </a:ext>
            </a:extLst>
          </p:cNvPr>
          <p:cNvSpPr/>
          <p:nvPr/>
        </p:nvSpPr>
        <p:spPr>
          <a:xfrm>
            <a:off x="4292791" y="3463136"/>
            <a:ext cx="752351" cy="139700"/>
          </a:xfrm>
          <a:prstGeom prst="flowChartProcess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6" name="Process 35">
            <a:extLst>
              <a:ext uri="{FF2B5EF4-FFF2-40B4-BE49-F238E27FC236}">
                <a16:creationId xmlns:a16="http://schemas.microsoft.com/office/drawing/2014/main" id="{160D214A-2D78-EEB9-B112-92122F656D33}"/>
              </a:ext>
            </a:extLst>
          </p:cNvPr>
          <p:cNvSpPr/>
          <p:nvPr/>
        </p:nvSpPr>
        <p:spPr>
          <a:xfrm>
            <a:off x="5045142" y="3463136"/>
            <a:ext cx="1106707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7" name="Process 36">
            <a:extLst>
              <a:ext uri="{FF2B5EF4-FFF2-40B4-BE49-F238E27FC236}">
                <a16:creationId xmlns:a16="http://schemas.microsoft.com/office/drawing/2014/main" id="{42EB848D-1821-18D2-C725-C091B1CCA775}"/>
              </a:ext>
            </a:extLst>
          </p:cNvPr>
          <p:cNvSpPr/>
          <p:nvPr/>
        </p:nvSpPr>
        <p:spPr>
          <a:xfrm>
            <a:off x="6151849" y="3463136"/>
            <a:ext cx="298453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8" name="Process 37">
            <a:extLst>
              <a:ext uri="{FF2B5EF4-FFF2-40B4-BE49-F238E27FC236}">
                <a16:creationId xmlns:a16="http://schemas.microsoft.com/office/drawing/2014/main" id="{58F69DDC-E792-A3A5-8416-B691932EB606}"/>
              </a:ext>
            </a:extLst>
          </p:cNvPr>
          <p:cNvSpPr/>
          <p:nvPr/>
        </p:nvSpPr>
        <p:spPr>
          <a:xfrm>
            <a:off x="4292791" y="3679494"/>
            <a:ext cx="752351" cy="139700"/>
          </a:xfrm>
          <a:prstGeom prst="flowChartProcess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9" name="Process 38">
            <a:extLst>
              <a:ext uri="{FF2B5EF4-FFF2-40B4-BE49-F238E27FC236}">
                <a16:creationId xmlns:a16="http://schemas.microsoft.com/office/drawing/2014/main" id="{B5C3B875-43A1-A0F8-1460-CFFFD5E367A0}"/>
              </a:ext>
            </a:extLst>
          </p:cNvPr>
          <p:cNvSpPr/>
          <p:nvPr/>
        </p:nvSpPr>
        <p:spPr>
          <a:xfrm>
            <a:off x="5045142" y="3679494"/>
            <a:ext cx="1106707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1" name="Process 40">
            <a:extLst>
              <a:ext uri="{FF2B5EF4-FFF2-40B4-BE49-F238E27FC236}">
                <a16:creationId xmlns:a16="http://schemas.microsoft.com/office/drawing/2014/main" id="{0568C111-4A73-DA93-18CD-78B31D55D3D2}"/>
              </a:ext>
            </a:extLst>
          </p:cNvPr>
          <p:cNvSpPr/>
          <p:nvPr/>
        </p:nvSpPr>
        <p:spPr>
          <a:xfrm>
            <a:off x="6450302" y="3463136"/>
            <a:ext cx="298453" cy="139700"/>
          </a:xfrm>
          <a:prstGeom prst="flowChartProcess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B67B79-E5B0-AF9B-E3DF-4F063A2B309E}"/>
              </a:ext>
            </a:extLst>
          </p:cNvPr>
          <p:cNvSpPr txBox="1"/>
          <p:nvPr/>
        </p:nvSpPr>
        <p:spPr>
          <a:xfrm>
            <a:off x="6450301" y="3169107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1BAC7E-05FE-F67E-551D-444395A11A0A}"/>
              </a:ext>
            </a:extLst>
          </p:cNvPr>
          <p:cNvSpPr txBox="1"/>
          <p:nvPr/>
        </p:nvSpPr>
        <p:spPr>
          <a:xfrm>
            <a:off x="6748753" y="3402243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3B771A-8D84-B6C8-50F0-CB3BE2F19AF1}"/>
              </a:ext>
            </a:extLst>
          </p:cNvPr>
          <p:cNvSpPr txBox="1"/>
          <p:nvPr/>
        </p:nvSpPr>
        <p:spPr>
          <a:xfrm>
            <a:off x="7047204" y="3619122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9B1E64-215B-3E25-727F-CA17F8ECF63C}"/>
              </a:ext>
            </a:extLst>
          </p:cNvPr>
          <p:cNvSpPr txBox="1"/>
          <p:nvPr/>
        </p:nvSpPr>
        <p:spPr>
          <a:xfrm>
            <a:off x="3996942" y="3177236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A0BEA5-6BE3-5194-1453-65A47BAC80E6}"/>
              </a:ext>
            </a:extLst>
          </p:cNvPr>
          <p:cNvSpPr txBox="1"/>
          <p:nvPr/>
        </p:nvSpPr>
        <p:spPr>
          <a:xfrm>
            <a:off x="3996942" y="3409875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84923A-7969-9E37-8E90-A24967CD036B}"/>
              </a:ext>
            </a:extLst>
          </p:cNvPr>
          <p:cNvSpPr txBox="1"/>
          <p:nvPr/>
        </p:nvSpPr>
        <p:spPr>
          <a:xfrm>
            <a:off x="3996942" y="3601117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D4AA1AE-D42C-AED4-6CB0-7EAC634A5F16}"/>
              </a:ext>
            </a:extLst>
          </p:cNvPr>
          <p:cNvCxnSpPr>
            <a:cxnSpLocks/>
          </p:cNvCxnSpPr>
          <p:nvPr/>
        </p:nvCxnSpPr>
        <p:spPr>
          <a:xfrm>
            <a:off x="4292791" y="4249120"/>
            <a:ext cx="5176440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729E6E6-51A0-F993-9E08-5A66FEAEBDF7}"/>
              </a:ext>
            </a:extLst>
          </p:cNvPr>
          <p:cNvSpPr txBox="1"/>
          <p:nvPr/>
        </p:nvSpPr>
        <p:spPr>
          <a:xfrm>
            <a:off x="4245325" y="4266592"/>
            <a:ext cx="5110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Time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2CADD7B-9B4A-DA59-838A-6D296D09F012}"/>
              </a:ext>
            </a:extLst>
          </p:cNvPr>
          <p:cNvSpPr/>
          <p:nvPr/>
        </p:nvSpPr>
        <p:spPr>
          <a:xfrm>
            <a:off x="4538221" y="4789035"/>
            <a:ext cx="238219" cy="230736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F95F72-A7F2-A6FA-A9E6-972B89B4418F}"/>
              </a:ext>
            </a:extLst>
          </p:cNvPr>
          <p:cNvSpPr txBox="1"/>
          <p:nvPr/>
        </p:nvSpPr>
        <p:spPr>
          <a:xfrm>
            <a:off x="4778493" y="4792647"/>
            <a:ext cx="58627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2BA9368-9A01-6FC2-2582-7D40B3D953FA}"/>
              </a:ext>
            </a:extLst>
          </p:cNvPr>
          <p:cNvSpPr/>
          <p:nvPr/>
        </p:nvSpPr>
        <p:spPr>
          <a:xfrm>
            <a:off x="5425733" y="4795350"/>
            <a:ext cx="238219" cy="230736"/>
          </a:xfrm>
          <a:prstGeom prst="rect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2A9E83-FE81-3695-21F9-4DA9F6063879}"/>
              </a:ext>
            </a:extLst>
          </p:cNvPr>
          <p:cNvSpPr txBox="1"/>
          <p:nvPr/>
        </p:nvSpPr>
        <p:spPr>
          <a:xfrm>
            <a:off x="5666004" y="4798962"/>
            <a:ext cx="76259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Validation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8FB8D32-614D-FF8A-4005-4EB66F34FFE3}"/>
              </a:ext>
            </a:extLst>
          </p:cNvPr>
          <p:cNvSpPr/>
          <p:nvPr/>
        </p:nvSpPr>
        <p:spPr>
          <a:xfrm>
            <a:off x="6491615" y="4795350"/>
            <a:ext cx="238219" cy="23073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BF7C1C-21AF-BB77-ACC6-EBFE7F8A972C}"/>
              </a:ext>
            </a:extLst>
          </p:cNvPr>
          <p:cNvSpPr txBox="1"/>
          <p:nvPr/>
        </p:nvSpPr>
        <p:spPr>
          <a:xfrm>
            <a:off x="6731887" y="4798962"/>
            <a:ext cx="10802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Critical Section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0BCB700-DC8F-46BA-2205-C1CE32FA5305}"/>
              </a:ext>
            </a:extLst>
          </p:cNvPr>
          <p:cNvSpPr/>
          <p:nvPr/>
        </p:nvSpPr>
        <p:spPr>
          <a:xfrm>
            <a:off x="7776456" y="4785214"/>
            <a:ext cx="238219" cy="230736"/>
          </a:xfrm>
          <a:prstGeom prst="rect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664333D-8FE6-FD01-FF98-C837CFA4DA04}"/>
              </a:ext>
            </a:extLst>
          </p:cNvPr>
          <p:cNvSpPr txBox="1"/>
          <p:nvPr/>
        </p:nvSpPr>
        <p:spPr>
          <a:xfrm>
            <a:off x="8016727" y="4788826"/>
            <a:ext cx="142963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Lock Wait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9159B3C-D9B2-FED1-E125-A7917171EC0B}"/>
              </a:ext>
            </a:extLst>
          </p:cNvPr>
          <p:cNvSpPr/>
          <p:nvPr/>
        </p:nvSpPr>
        <p:spPr>
          <a:xfrm>
            <a:off x="2956309" y="4792205"/>
            <a:ext cx="238219" cy="230736"/>
          </a:xfrm>
          <a:prstGeom prst="rect">
            <a:avLst/>
          </a:prstGeom>
          <a:solidFill>
            <a:schemeClr val="accent4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7B56170-56A4-EC5C-9B29-FC9F84954256}"/>
              </a:ext>
            </a:extLst>
          </p:cNvPr>
          <p:cNvSpPr txBox="1"/>
          <p:nvPr/>
        </p:nvSpPr>
        <p:spPr>
          <a:xfrm>
            <a:off x="3220783" y="4792646"/>
            <a:ext cx="13216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Multicore Processor</a:t>
            </a:r>
          </a:p>
        </p:txBody>
      </p:sp>
      <p:sp>
        <p:nvSpPr>
          <p:cNvPr id="43" name="Process 42">
            <a:extLst>
              <a:ext uri="{FF2B5EF4-FFF2-40B4-BE49-F238E27FC236}">
                <a16:creationId xmlns:a16="http://schemas.microsoft.com/office/drawing/2014/main" id="{0A188246-89C0-BB41-CAE1-265D525B4841}"/>
              </a:ext>
            </a:extLst>
          </p:cNvPr>
          <p:cNvSpPr/>
          <p:nvPr/>
        </p:nvSpPr>
        <p:spPr>
          <a:xfrm>
            <a:off x="6151848" y="3676977"/>
            <a:ext cx="596906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2" name="Process 41">
            <a:extLst>
              <a:ext uri="{FF2B5EF4-FFF2-40B4-BE49-F238E27FC236}">
                <a16:creationId xmlns:a16="http://schemas.microsoft.com/office/drawing/2014/main" id="{CA26CB25-7537-64CB-8806-5428A419E9C5}"/>
              </a:ext>
            </a:extLst>
          </p:cNvPr>
          <p:cNvSpPr/>
          <p:nvPr/>
        </p:nvSpPr>
        <p:spPr>
          <a:xfrm>
            <a:off x="6748754" y="3676977"/>
            <a:ext cx="298453" cy="139700"/>
          </a:xfrm>
          <a:prstGeom prst="flowChartProcess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84892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0B1A5-7E44-66FE-F6FD-B8487563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BD03586A-5BBD-2907-93FB-FE2B702C059F}"/>
              </a:ext>
            </a:extLst>
          </p:cNvPr>
          <p:cNvCxnSpPr/>
          <p:nvPr/>
        </p:nvCxnSpPr>
        <p:spPr>
          <a:xfrm rot="5400000">
            <a:off x="2533871" y="2318980"/>
            <a:ext cx="3638694" cy="1455836"/>
          </a:xfrm>
          <a:prstGeom prst="bentConnector3">
            <a:avLst>
              <a:gd name="adj1" fmla="val 89932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C7F37327-921F-3A0E-12F0-7DEF369764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92448" y="2940598"/>
            <a:ext cx="3645128" cy="219038"/>
          </a:xfrm>
          <a:prstGeom prst="bentConnector3">
            <a:avLst>
              <a:gd name="adj1" fmla="val 89022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3DDE70E2-3726-8F47-D3EF-E0D2B95CCD48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77066" y="2424839"/>
            <a:ext cx="3645130" cy="1250554"/>
          </a:xfrm>
          <a:prstGeom prst="bentConnector3">
            <a:avLst>
              <a:gd name="adj1" fmla="val 85364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7E9BE8-4E4A-6161-BBD0-7DB6484CF5A5}"/>
              </a:ext>
            </a:extLst>
          </p:cNvPr>
          <p:cNvSpPr/>
          <p:nvPr/>
        </p:nvSpPr>
        <p:spPr>
          <a:xfrm>
            <a:off x="3200945" y="1481559"/>
            <a:ext cx="2932101" cy="2673752"/>
          </a:xfrm>
          <a:prstGeom prst="round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Node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342642-5865-DFB9-94B8-CCC0C81A50BD}"/>
              </a:ext>
            </a:extLst>
          </p:cNvPr>
          <p:cNvSpPr/>
          <p:nvPr/>
        </p:nvSpPr>
        <p:spPr>
          <a:xfrm>
            <a:off x="2943921" y="1014761"/>
            <a:ext cx="5514279" cy="436168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951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13" name="Snip Same Side Corner Rectangle 12">
            <a:extLst>
              <a:ext uri="{FF2B5EF4-FFF2-40B4-BE49-F238E27FC236}">
                <a16:creationId xmlns:a16="http://schemas.microsoft.com/office/drawing/2014/main" id="{7C5B8CE4-9370-8F53-C0F6-6DC173F8DEED}"/>
              </a:ext>
            </a:extLst>
          </p:cNvPr>
          <p:cNvSpPr/>
          <p:nvPr/>
        </p:nvSpPr>
        <p:spPr>
          <a:xfrm>
            <a:off x="3200945" y="4866245"/>
            <a:ext cx="848710" cy="258291"/>
          </a:xfrm>
          <a:prstGeom prst="snip2SameRect">
            <a:avLst/>
          </a:prstGeom>
          <a:solidFill>
            <a:srgbClr val="3FB4E0">
              <a:alpha val="8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2B0DC4-6FE7-B1D2-7D53-B2F3E6E55D0F}"/>
              </a:ext>
            </a:extLst>
          </p:cNvPr>
          <p:cNvSpPr/>
          <p:nvPr/>
        </p:nvSpPr>
        <p:spPr>
          <a:xfrm>
            <a:off x="3266985" y="4956108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48ABE1-4777-636B-9ED1-2562ECBD5010}"/>
              </a:ext>
            </a:extLst>
          </p:cNvPr>
          <p:cNvSpPr/>
          <p:nvPr/>
        </p:nvSpPr>
        <p:spPr>
          <a:xfrm>
            <a:off x="3407123" y="49550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1BE824-3C90-40F1-6CE2-B58601A71E87}"/>
              </a:ext>
            </a:extLst>
          </p:cNvPr>
          <p:cNvSpPr/>
          <p:nvPr/>
        </p:nvSpPr>
        <p:spPr>
          <a:xfrm>
            <a:off x="3541844" y="49550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F1FD9DD-FF1C-40B0-4504-F012375240DF}"/>
              </a:ext>
            </a:extLst>
          </p:cNvPr>
          <p:cNvSpPr/>
          <p:nvPr/>
        </p:nvSpPr>
        <p:spPr>
          <a:xfrm>
            <a:off x="3714901" y="493773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23E7DD2-5C4C-5931-3B10-3CFDBE3EF050}"/>
              </a:ext>
            </a:extLst>
          </p:cNvPr>
          <p:cNvSpPr/>
          <p:nvPr/>
        </p:nvSpPr>
        <p:spPr>
          <a:xfrm>
            <a:off x="3873364" y="493773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nip Same Side Corner Rectangle 20">
            <a:extLst>
              <a:ext uri="{FF2B5EF4-FFF2-40B4-BE49-F238E27FC236}">
                <a16:creationId xmlns:a16="http://schemas.microsoft.com/office/drawing/2014/main" id="{9ECE2BB0-976F-4C71-3065-28039B8AC4C1}"/>
              </a:ext>
            </a:extLst>
          </p:cNvPr>
          <p:cNvSpPr/>
          <p:nvPr/>
        </p:nvSpPr>
        <p:spPr>
          <a:xfrm>
            <a:off x="5284336" y="4872682"/>
            <a:ext cx="848710" cy="258291"/>
          </a:xfrm>
          <a:prstGeom prst="snip2SameRect">
            <a:avLst/>
          </a:prstGeom>
          <a:solidFill>
            <a:srgbClr val="3FB4E0">
              <a:alpha val="8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383E95-A4E9-502B-C854-E00938458A14}"/>
              </a:ext>
            </a:extLst>
          </p:cNvPr>
          <p:cNvSpPr/>
          <p:nvPr/>
        </p:nvSpPr>
        <p:spPr>
          <a:xfrm>
            <a:off x="5350376" y="4962545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5A46D5-C28B-7450-533C-46FACD495E26}"/>
              </a:ext>
            </a:extLst>
          </p:cNvPr>
          <p:cNvSpPr/>
          <p:nvPr/>
        </p:nvSpPr>
        <p:spPr>
          <a:xfrm>
            <a:off x="5490514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AFC1B8-28B5-A378-54C9-5F8EA4AE9F88}"/>
              </a:ext>
            </a:extLst>
          </p:cNvPr>
          <p:cNvSpPr/>
          <p:nvPr/>
        </p:nvSpPr>
        <p:spPr>
          <a:xfrm>
            <a:off x="5625235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E6DCFDD-CD0B-324C-D77A-2E3B4CC69DCD}"/>
              </a:ext>
            </a:extLst>
          </p:cNvPr>
          <p:cNvSpPr/>
          <p:nvPr/>
        </p:nvSpPr>
        <p:spPr>
          <a:xfrm>
            <a:off x="5798292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15B3CAB-A1B5-BC1C-40A8-E94A0A8D182E}"/>
              </a:ext>
            </a:extLst>
          </p:cNvPr>
          <p:cNvSpPr/>
          <p:nvPr/>
        </p:nvSpPr>
        <p:spPr>
          <a:xfrm>
            <a:off x="5956755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nip Same Side Corner Rectangle 27">
            <a:extLst>
              <a:ext uri="{FF2B5EF4-FFF2-40B4-BE49-F238E27FC236}">
                <a16:creationId xmlns:a16="http://schemas.microsoft.com/office/drawing/2014/main" id="{6F1F2326-8138-C2FD-C771-C02EA8100B96}"/>
              </a:ext>
            </a:extLst>
          </p:cNvPr>
          <p:cNvSpPr/>
          <p:nvPr/>
        </p:nvSpPr>
        <p:spPr>
          <a:xfrm>
            <a:off x="6520045" y="4872682"/>
            <a:ext cx="848710" cy="258291"/>
          </a:xfrm>
          <a:prstGeom prst="snip2SameRect">
            <a:avLst/>
          </a:prstGeom>
          <a:solidFill>
            <a:srgbClr val="3FB4E0">
              <a:alpha val="8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9351D2-28DC-8A53-64F0-79E2B37CBEC5}"/>
              </a:ext>
            </a:extLst>
          </p:cNvPr>
          <p:cNvSpPr/>
          <p:nvPr/>
        </p:nvSpPr>
        <p:spPr>
          <a:xfrm>
            <a:off x="6586085" y="4962545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B1F072-819E-BAF0-6297-1BC48532F2B7}"/>
              </a:ext>
            </a:extLst>
          </p:cNvPr>
          <p:cNvSpPr/>
          <p:nvPr/>
        </p:nvSpPr>
        <p:spPr>
          <a:xfrm>
            <a:off x="6726223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1382AD-6452-AF06-2D27-0ADDEFEF9130}"/>
              </a:ext>
            </a:extLst>
          </p:cNvPr>
          <p:cNvSpPr/>
          <p:nvPr/>
        </p:nvSpPr>
        <p:spPr>
          <a:xfrm>
            <a:off x="6860944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ACD95DE-C6B2-6634-5144-291F8AC2BA15}"/>
              </a:ext>
            </a:extLst>
          </p:cNvPr>
          <p:cNvSpPr/>
          <p:nvPr/>
        </p:nvSpPr>
        <p:spPr>
          <a:xfrm>
            <a:off x="7034001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A75CED6-B393-84D8-F7D5-158793D0325C}"/>
              </a:ext>
            </a:extLst>
          </p:cNvPr>
          <p:cNvSpPr/>
          <p:nvPr/>
        </p:nvSpPr>
        <p:spPr>
          <a:xfrm>
            <a:off x="7192464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786F64-8510-A877-520D-7EA73F9A87EA}"/>
              </a:ext>
            </a:extLst>
          </p:cNvPr>
          <p:cNvSpPr/>
          <p:nvPr/>
        </p:nvSpPr>
        <p:spPr>
          <a:xfrm>
            <a:off x="4343383" y="4937735"/>
            <a:ext cx="133969" cy="130129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93BCAF3-5051-DF1E-B2FB-9DBA9D298757}"/>
              </a:ext>
            </a:extLst>
          </p:cNvPr>
          <p:cNvSpPr/>
          <p:nvPr/>
        </p:nvSpPr>
        <p:spPr>
          <a:xfrm>
            <a:off x="4584176" y="4937735"/>
            <a:ext cx="133969" cy="130129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DC90E3-1A79-C1D8-7619-2D886E7D7347}"/>
              </a:ext>
            </a:extLst>
          </p:cNvPr>
          <p:cNvSpPr/>
          <p:nvPr/>
        </p:nvSpPr>
        <p:spPr>
          <a:xfrm>
            <a:off x="4823668" y="4937735"/>
            <a:ext cx="133969" cy="130129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B39C96E-F0B4-E7CC-D549-F2A461134A7E}"/>
              </a:ext>
            </a:extLst>
          </p:cNvPr>
          <p:cNvSpPr/>
          <p:nvPr/>
        </p:nvSpPr>
        <p:spPr>
          <a:xfrm>
            <a:off x="4870087" y="1841326"/>
            <a:ext cx="1059759" cy="67640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Resource </a:t>
            </a:r>
            <a:r>
              <a:rPr lang="en-US" sz="1000" dirty="0">
                <a:solidFill>
                  <a:schemeClr val="bg1"/>
                </a:solidFill>
                <a:cs typeface="Sabon Next LT" panose="02000500000000000000" pitchFamily="2" charset="0"/>
              </a:rPr>
              <a:t>Facing</a:t>
            </a:r>
            <a:r>
              <a:rPr lang="en-US" sz="1000" dirty="0">
                <a:solidFill>
                  <a:schemeClr val="bg1"/>
                </a:solidFill>
              </a:rPr>
              <a:t> Service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1B4D3A6-0B16-38D8-4BF2-09057583F314}"/>
              </a:ext>
            </a:extLst>
          </p:cNvPr>
          <p:cNvSpPr/>
          <p:nvPr/>
        </p:nvSpPr>
        <p:spPr>
          <a:xfrm>
            <a:off x="4870087" y="2975308"/>
            <a:ext cx="1059759" cy="67640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 Manager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A58505C-2C75-E54A-EC4B-D5051F80F1A1}"/>
              </a:ext>
            </a:extLst>
          </p:cNvPr>
          <p:cNvSpPr/>
          <p:nvPr/>
        </p:nvSpPr>
        <p:spPr>
          <a:xfrm flipH="1">
            <a:off x="5167495" y="4254628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7ABC503-6E76-DD78-58EE-F453CD656383}"/>
              </a:ext>
            </a:extLst>
          </p:cNvPr>
          <p:cNvSpPr/>
          <p:nvPr/>
        </p:nvSpPr>
        <p:spPr>
          <a:xfrm flipH="1">
            <a:off x="5268607" y="4254628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70CBD7F-5831-8991-E28A-E7F2D1842726}"/>
              </a:ext>
            </a:extLst>
          </p:cNvPr>
          <p:cNvSpPr/>
          <p:nvPr/>
        </p:nvSpPr>
        <p:spPr>
          <a:xfrm flipH="1">
            <a:off x="5369719" y="4254628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38E58C7-E752-9F03-6D4D-30B21B643D20}"/>
              </a:ext>
            </a:extLst>
          </p:cNvPr>
          <p:cNvSpPr/>
          <p:nvPr/>
        </p:nvSpPr>
        <p:spPr>
          <a:xfrm flipH="1">
            <a:off x="5171448" y="2743022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0876285-1321-E7B3-03E5-279BC59963CD}"/>
              </a:ext>
            </a:extLst>
          </p:cNvPr>
          <p:cNvSpPr/>
          <p:nvPr/>
        </p:nvSpPr>
        <p:spPr>
          <a:xfrm flipH="1">
            <a:off x="5272560" y="2743022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6DD8394-585A-B41C-047A-E5C4DDEE163F}"/>
              </a:ext>
            </a:extLst>
          </p:cNvPr>
          <p:cNvSpPr/>
          <p:nvPr/>
        </p:nvSpPr>
        <p:spPr>
          <a:xfrm flipH="1">
            <a:off x="5373672" y="2743022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1D48558-D0F5-7DFE-26EB-FC20F91671C1}"/>
              </a:ext>
            </a:extLst>
          </p:cNvPr>
          <p:cNvSpPr/>
          <p:nvPr/>
        </p:nvSpPr>
        <p:spPr>
          <a:xfrm flipH="1">
            <a:off x="5161422" y="1325368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93F8487-9CC5-9E7D-9AAE-BC7A4BCB8B3E}"/>
              </a:ext>
            </a:extLst>
          </p:cNvPr>
          <p:cNvSpPr/>
          <p:nvPr/>
        </p:nvSpPr>
        <p:spPr>
          <a:xfrm flipH="1">
            <a:off x="5262534" y="1325368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6D39BA9-2E55-7877-8778-690289E671EF}"/>
              </a:ext>
            </a:extLst>
          </p:cNvPr>
          <p:cNvSpPr/>
          <p:nvPr/>
        </p:nvSpPr>
        <p:spPr>
          <a:xfrm flipH="1">
            <a:off x="5363646" y="1325368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259A2AB-6877-9646-BC3A-B36E1E16930D}"/>
              </a:ext>
            </a:extLst>
          </p:cNvPr>
          <p:cNvSpPr/>
          <p:nvPr/>
        </p:nvSpPr>
        <p:spPr>
          <a:xfrm>
            <a:off x="6253659" y="1481559"/>
            <a:ext cx="2012518" cy="1748530"/>
          </a:xfrm>
          <a:prstGeom prst="rect">
            <a:avLst/>
          </a:prstGeom>
          <a:noFill/>
          <a:ln w="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list t3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key id;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uses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ncs:service-data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ncs:servicepoint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t3-servicepoint;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leaf id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description “Maps to a device”;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type uint32;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}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…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18472072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489BC-5D62-3EE0-2F61-6A61C852B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ounded Rectangle 241">
            <a:extLst>
              <a:ext uri="{FF2B5EF4-FFF2-40B4-BE49-F238E27FC236}">
                <a16:creationId xmlns:a16="http://schemas.microsoft.com/office/drawing/2014/main" id="{4065A682-7D44-E779-DA6D-AA8CB2A4F730}"/>
              </a:ext>
            </a:extLst>
          </p:cNvPr>
          <p:cNvSpPr/>
          <p:nvPr/>
        </p:nvSpPr>
        <p:spPr>
          <a:xfrm>
            <a:off x="3815979" y="2695613"/>
            <a:ext cx="4806448" cy="1064998"/>
          </a:xfrm>
          <a:prstGeom prst="roundRect">
            <a:avLst/>
          </a:prstGeom>
          <a:solidFill>
            <a:srgbClr val="3FB4E0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F8C03C-39F1-91C4-E305-B87A4CF851D5}"/>
              </a:ext>
            </a:extLst>
          </p:cNvPr>
          <p:cNvSpPr/>
          <p:nvPr/>
        </p:nvSpPr>
        <p:spPr>
          <a:xfrm>
            <a:off x="2365348" y="944627"/>
            <a:ext cx="7413441" cy="457472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2EF065E-2DAF-6BC6-E19B-AB4E7BFDE1A2}"/>
              </a:ext>
            </a:extLst>
          </p:cNvPr>
          <p:cNvSpPr/>
          <p:nvPr/>
        </p:nvSpPr>
        <p:spPr>
          <a:xfrm>
            <a:off x="5966706" y="1546739"/>
            <a:ext cx="517907" cy="814095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003FF8-8FA2-2B13-79A7-DDF7E09C0788}"/>
              </a:ext>
            </a:extLst>
          </p:cNvPr>
          <p:cNvCxnSpPr/>
          <p:nvPr/>
        </p:nvCxnSpPr>
        <p:spPr>
          <a:xfrm>
            <a:off x="5997751" y="1647896"/>
            <a:ext cx="159190" cy="0"/>
          </a:xfrm>
          <a:prstGeom prst="line">
            <a:avLst/>
          </a:prstGeom>
          <a:solidFill>
            <a:srgbClr val="3FB4E0">
              <a:alpha val="80000"/>
            </a:srgb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85BF210-4030-038D-DCA0-7B2C953408E9}"/>
              </a:ext>
            </a:extLst>
          </p:cNvPr>
          <p:cNvCxnSpPr/>
          <p:nvPr/>
        </p:nvCxnSpPr>
        <p:spPr>
          <a:xfrm>
            <a:off x="6064816" y="1706661"/>
            <a:ext cx="159190" cy="0"/>
          </a:xfrm>
          <a:prstGeom prst="line">
            <a:avLst/>
          </a:prstGeom>
          <a:solidFill>
            <a:srgbClr val="3FB4E0">
              <a:alpha val="80000"/>
            </a:srgb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5BFDC3-C3F2-6B39-3C4D-5DE253D1705D}"/>
              </a:ext>
            </a:extLst>
          </p:cNvPr>
          <p:cNvCxnSpPr/>
          <p:nvPr/>
        </p:nvCxnSpPr>
        <p:spPr>
          <a:xfrm>
            <a:off x="6156941" y="1768603"/>
            <a:ext cx="159190" cy="0"/>
          </a:xfrm>
          <a:prstGeom prst="line">
            <a:avLst/>
          </a:prstGeom>
          <a:solidFill>
            <a:srgbClr val="3FB4E0">
              <a:alpha val="80000"/>
            </a:srgb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34903B6-CB5A-ACDA-8A08-EDF48869559F}"/>
              </a:ext>
            </a:extLst>
          </p:cNvPr>
          <p:cNvSpPr/>
          <p:nvPr/>
        </p:nvSpPr>
        <p:spPr>
          <a:xfrm>
            <a:off x="5970065" y="2821734"/>
            <a:ext cx="517907" cy="814095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4A64990-9A9D-2372-8613-FABF49FDFDBE}"/>
              </a:ext>
            </a:extLst>
          </p:cNvPr>
          <p:cNvGrpSpPr/>
          <p:nvPr/>
        </p:nvGrpSpPr>
        <p:grpSpPr>
          <a:xfrm>
            <a:off x="6001110" y="2922891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63ACB8F-DFC2-6376-F9BF-0A62EB20C664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1006527-2758-B53B-F3E0-88CD4494FB3D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4D89AE8-7096-271A-6A68-DE734879F1E1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57C1656-8BC4-9BB8-D162-D0B009F6E4B9}"/>
              </a:ext>
            </a:extLst>
          </p:cNvPr>
          <p:cNvSpPr/>
          <p:nvPr/>
        </p:nvSpPr>
        <p:spPr>
          <a:xfrm>
            <a:off x="7954964" y="2815690"/>
            <a:ext cx="517907" cy="814095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D7B6B00-5FC3-FE21-5948-97AD56947C66}"/>
              </a:ext>
            </a:extLst>
          </p:cNvPr>
          <p:cNvGrpSpPr/>
          <p:nvPr/>
        </p:nvGrpSpPr>
        <p:grpSpPr>
          <a:xfrm>
            <a:off x="7986009" y="2916847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A8C45E-F2DA-1757-76D1-AF49C58D892E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D69F9E1-92CE-E898-4321-859F47C22D9A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4952633-0794-6C74-38AE-964A3BBC1148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D01A377D-B250-E92E-7F08-54ED3A731E2E}"/>
              </a:ext>
            </a:extLst>
          </p:cNvPr>
          <p:cNvSpPr/>
          <p:nvPr/>
        </p:nvSpPr>
        <p:spPr>
          <a:xfrm>
            <a:off x="3987243" y="2815691"/>
            <a:ext cx="517907" cy="814095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BEFCCBD-A8FC-DD12-661E-23080EEF2D6F}"/>
              </a:ext>
            </a:extLst>
          </p:cNvPr>
          <p:cNvGrpSpPr/>
          <p:nvPr/>
        </p:nvGrpSpPr>
        <p:grpSpPr>
          <a:xfrm>
            <a:off x="4018288" y="2916848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A4AB55E-5004-4E35-066A-E5CF752A25E2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DCA3D97-56ED-EB9E-A483-3E07FB722EA1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335D071-45AC-9BBE-AB2F-FC0810BEE83B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495F21AA-3D29-7BEC-75DE-7BF8B951782F}"/>
              </a:ext>
            </a:extLst>
          </p:cNvPr>
          <p:cNvCxnSpPr>
            <a:cxnSpLocks/>
            <a:stCxn id="3" idx="1"/>
            <a:endCxn id="65" idx="0"/>
          </p:cNvCxnSpPr>
          <p:nvPr/>
        </p:nvCxnSpPr>
        <p:spPr>
          <a:xfrm rot="10800000" flipV="1">
            <a:off x="4246198" y="1953787"/>
            <a:ext cx="1720509" cy="861904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632CCC7-800B-A5C5-997B-A1D889E29C06}"/>
              </a:ext>
            </a:extLst>
          </p:cNvPr>
          <p:cNvCxnSpPr>
            <a:cxnSpLocks/>
            <a:stCxn id="3" idx="2"/>
            <a:endCxn id="12" idx="0"/>
          </p:cNvCxnSpPr>
          <p:nvPr/>
        </p:nvCxnSpPr>
        <p:spPr>
          <a:xfrm>
            <a:off x="6225660" y="2360834"/>
            <a:ext cx="3359" cy="46090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791FB371-41A4-997F-5BA8-92A7806511AE}"/>
              </a:ext>
            </a:extLst>
          </p:cNvPr>
          <p:cNvCxnSpPr>
            <a:cxnSpLocks/>
            <a:stCxn id="3" idx="3"/>
            <a:endCxn id="47" idx="0"/>
          </p:cNvCxnSpPr>
          <p:nvPr/>
        </p:nvCxnSpPr>
        <p:spPr>
          <a:xfrm>
            <a:off x="6484613" y="1953787"/>
            <a:ext cx="1729305" cy="861903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14679CD-B10C-B6D3-A702-8F1D4FFCF2A4}"/>
              </a:ext>
            </a:extLst>
          </p:cNvPr>
          <p:cNvCxnSpPr/>
          <p:nvPr/>
        </p:nvCxnSpPr>
        <p:spPr>
          <a:xfrm>
            <a:off x="3722927" y="3887992"/>
            <a:ext cx="103322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Magnetic Disk 45">
            <a:extLst>
              <a:ext uri="{FF2B5EF4-FFF2-40B4-BE49-F238E27FC236}">
                <a16:creationId xmlns:a16="http://schemas.microsoft.com/office/drawing/2014/main" id="{05B7B2AB-B131-31F5-265A-667651575638}"/>
              </a:ext>
            </a:extLst>
          </p:cNvPr>
          <p:cNvSpPr/>
          <p:nvPr/>
        </p:nvSpPr>
        <p:spPr>
          <a:xfrm>
            <a:off x="2985497" y="4154093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29459AE-7550-144D-C311-05E27709CB99}"/>
              </a:ext>
            </a:extLst>
          </p:cNvPr>
          <p:cNvGrpSpPr/>
          <p:nvPr/>
        </p:nvGrpSpPr>
        <p:grpSpPr>
          <a:xfrm>
            <a:off x="3161797" y="4257480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E5851D35-8A3F-53F4-2F30-E270138E22C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3A7D709-64F5-4D8E-6F57-16A763ABD11C}"/>
                </a:ext>
              </a:extLst>
            </p:cNvPr>
            <p:cNvCxnSpPr>
              <a:cxnSpLocks/>
              <a:stCxn id="110" idx="0"/>
              <a:endCxn id="11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030DB867-19C1-FA39-DCB3-72025FAD2983}"/>
                </a:ext>
              </a:extLst>
            </p:cNvPr>
            <p:cNvCxnSpPr>
              <a:cxnSpLocks/>
              <a:stCxn id="110" idx="2"/>
              <a:endCxn id="11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19E1D940-3B3A-B188-3020-7B36DE8E6B11}"/>
              </a:ext>
            </a:extLst>
          </p:cNvPr>
          <p:cNvCxnSpPr>
            <a:stCxn id="65" idx="2"/>
          </p:cNvCxnSpPr>
          <p:nvPr/>
        </p:nvCxnSpPr>
        <p:spPr>
          <a:xfrm flipH="1">
            <a:off x="4244543" y="3629786"/>
            <a:ext cx="1654" cy="2582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210BFDE9-694B-E293-F4FA-5548F74B48DD}"/>
              </a:ext>
            </a:extLst>
          </p:cNvPr>
          <p:cNvCxnSpPr>
            <a:cxnSpLocks/>
            <a:stCxn id="108" idx="1"/>
          </p:cNvCxnSpPr>
          <p:nvPr/>
        </p:nvCxnSpPr>
        <p:spPr>
          <a:xfrm rot="5400000" flipH="1" flipV="1">
            <a:off x="3368478" y="3757056"/>
            <a:ext cx="266102" cy="527972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4779D94D-7843-AB8C-CC57-19DA6EC1F4D6}"/>
              </a:ext>
            </a:extLst>
          </p:cNvPr>
          <p:cNvCxnSpPr>
            <a:cxnSpLocks/>
          </p:cNvCxnSpPr>
          <p:nvPr/>
        </p:nvCxnSpPr>
        <p:spPr>
          <a:xfrm rot="16200000" flipV="1">
            <a:off x="4851954" y="3792185"/>
            <a:ext cx="280564" cy="472178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C670DC0-4159-683B-BB06-48800E81EBCD}"/>
              </a:ext>
            </a:extLst>
          </p:cNvPr>
          <p:cNvCxnSpPr>
            <a:cxnSpLocks/>
          </p:cNvCxnSpPr>
          <p:nvPr/>
        </p:nvCxnSpPr>
        <p:spPr>
          <a:xfrm flipV="1">
            <a:off x="3908174" y="3887991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2F3C68E-47F5-FEC6-811D-8D4C6306343C}"/>
              </a:ext>
            </a:extLst>
          </p:cNvPr>
          <p:cNvCxnSpPr/>
          <p:nvPr/>
        </p:nvCxnSpPr>
        <p:spPr>
          <a:xfrm flipV="1">
            <a:off x="4570265" y="3887991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16B642EF-4165-D8E2-2DE2-31E2E59670B9}"/>
              </a:ext>
            </a:extLst>
          </p:cNvPr>
          <p:cNvCxnSpPr>
            <a:cxnSpLocks/>
          </p:cNvCxnSpPr>
          <p:nvPr/>
        </p:nvCxnSpPr>
        <p:spPr>
          <a:xfrm>
            <a:off x="5906905" y="3891350"/>
            <a:ext cx="84797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4A39B03-F403-7CD7-0856-885F8F295DAA}"/>
              </a:ext>
            </a:extLst>
          </p:cNvPr>
          <p:cNvCxnSpPr/>
          <p:nvPr/>
        </p:nvCxnSpPr>
        <p:spPr>
          <a:xfrm flipH="1">
            <a:off x="6243274" y="3633144"/>
            <a:ext cx="1654" cy="2582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Elbow Connector 148">
            <a:extLst>
              <a:ext uri="{FF2B5EF4-FFF2-40B4-BE49-F238E27FC236}">
                <a16:creationId xmlns:a16="http://schemas.microsoft.com/office/drawing/2014/main" id="{78E65BE0-42D9-CE1A-D4B9-BB3A604004BC}"/>
              </a:ext>
            </a:extLst>
          </p:cNvPr>
          <p:cNvCxnSpPr>
            <a:cxnSpLocks/>
          </p:cNvCxnSpPr>
          <p:nvPr/>
        </p:nvCxnSpPr>
        <p:spPr>
          <a:xfrm rot="16200000" flipV="1">
            <a:off x="6850685" y="3795543"/>
            <a:ext cx="280564" cy="472178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FF80E54C-0075-B513-84B5-830E65DADA14}"/>
              </a:ext>
            </a:extLst>
          </p:cNvPr>
          <p:cNvCxnSpPr>
            <a:cxnSpLocks/>
          </p:cNvCxnSpPr>
          <p:nvPr/>
        </p:nvCxnSpPr>
        <p:spPr>
          <a:xfrm flipV="1">
            <a:off x="5906905" y="3891349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8FAA6705-BE93-82B2-F7F9-F9207458FE59}"/>
              </a:ext>
            </a:extLst>
          </p:cNvPr>
          <p:cNvCxnSpPr/>
          <p:nvPr/>
        </p:nvCxnSpPr>
        <p:spPr>
          <a:xfrm flipV="1">
            <a:off x="6568996" y="3891349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29C924C2-4D5D-4B75-ED28-321E0FF52C46}"/>
              </a:ext>
            </a:extLst>
          </p:cNvPr>
          <p:cNvCxnSpPr>
            <a:cxnSpLocks/>
          </p:cNvCxnSpPr>
          <p:nvPr/>
        </p:nvCxnSpPr>
        <p:spPr>
          <a:xfrm>
            <a:off x="7882819" y="3891349"/>
            <a:ext cx="84797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47085CBE-B3B2-6EC8-94AE-D2644E8E3B2A}"/>
              </a:ext>
            </a:extLst>
          </p:cNvPr>
          <p:cNvCxnSpPr/>
          <p:nvPr/>
        </p:nvCxnSpPr>
        <p:spPr>
          <a:xfrm flipH="1">
            <a:off x="8219188" y="3633143"/>
            <a:ext cx="1654" cy="2582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Elbow Connector 166">
            <a:extLst>
              <a:ext uri="{FF2B5EF4-FFF2-40B4-BE49-F238E27FC236}">
                <a16:creationId xmlns:a16="http://schemas.microsoft.com/office/drawing/2014/main" id="{924446A7-FA12-DDB9-DF79-083BE5153553}"/>
              </a:ext>
            </a:extLst>
          </p:cNvPr>
          <p:cNvCxnSpPr>
            <a:cxnSpLocks/>
          </p:cNvCxnSpPr>
          <p:nvPr/>
        </p:nvCxnSpPr>
        <p:spPr>
          <a:xfrm rot="16200000" flipV="1">
            <a:off x="8826599" y="3795542"/>
            <a:ext cx="280564" cy="472178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20C20DAF-EDCE-5AA6-DD9F-1204E9618984}"/>
              </a:ext>
            </a:extLst>
          </p:cNvPr>
          <p:cNvCxnSpPr/>
          <p:nvPr/>
        </p:nvCxnSpPr>
        <p:spPr>
          <a:xfrm flipV="1">
            <a:off x="7882819" y="3891348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D1EEC07F-97FA-C558-5839-D8928C2A112C}"/>
              </a:ext>
            </a:extLst>
          </p:cNvPr>
          <p:cNvCxnSpPr/>
          <p:nvPr/>
        </p:nvCxnSpPr>
        <p:spPr>
          <a:xfrm flipV="1">
            <a:off x="8544910" y="3891348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Magnetic Disk 45">
            <a:extLst>
              <a:ext uri="{FF2B5EF4-FFF2-40B4-BE49-F238E27FC236}">
                <a16:creationId xmlns:a16="http://schemas.microsoft.com/office/drawing/2014/main" id="{F0DC2944-B4D6-25A1-BDAD-9408704E521D}"/>
              </a:ext>
            </a:extLst>
          </p:cNvPr>
          <p:cNvSpPr/>
          <p:nvPr/>
        </p:nvSpPr>
        <p:spPr>
          <a:xfrm>
            <a:off x="3653816" y="4162387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DAC652FC-D208-E658-426E-8A07B614668A}"/>
              </a:ext>
            </a:extLst>
          </p:cNvPr>
          <p:cNvGrpSpPr/>
          <p:nvPr/>
        </p:nvGrpSpPr>
        <p:grpSpPr>
          <a:xfrm>
            <a:off x="3830116" y="42657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858848E0-4348-B20D-EBA2-B8F658E386D8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005EE7AE-C118-4A9C-C7D1-180DE8B7C91C}"/>
                </a:ext>
              </a:extLst>
            </p:cNvPr>
            <p:cNvCxnSpPr>
              <a:cxnSpLocks/>
              <a:stCxn id="184" idx="0"/>
              <a:endCxn id="184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AFF0E34A-A471-FC1A-2A3B-04451ED22FDD}"/>
                </a:ext>
              </a:extLst>
            </p:cNvPr>
            <p:cNvCxnSpPr>
              <a:cxnSpLocks/>
              <a:stCxn id="184" idx="2"/>
              <a:endCxn id="184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Magnetic Disk 45">
            <a:extLst>
              <a:ext uri="{FF2B5EF4-FFF2-40B4-BE49-F238E27FC236}">
                <a16:creationId xmlns:a16="http://schemas.microsoft.com/office/drawing/2014/main" id="{C4F0F0D5-44EC-31A4-C05D-F7AE0102B970}"/>
              </a:ext>
            </a:extLst>
          </p:cNvPr>
          <p:cNvSpPr/>
          <p:nvPr/>
        </p:nvSpPr>
        <p:spPr>
          <a:xfrm>
            <a:off x="4326760" y="4154092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36EE67FA-9E3E-0F91-22F9-CF4897C2E2D1}"/>
              </a:ext>
            </a:extLst>
          </p:cNvPr>
          <p:cNvGrpSpPr/>
          <p:nvPr/>
        </p:nvGrpSpPr>
        <p:grpSpPr>
          <a:xfrm>
            <a:off x="4503060" y="4257479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78F0ED6B-E7B7-90E9-7F4F-0ECA792CA2E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E6986C19-B078-F1F1-2FD6-3A99A9E56B0B}"/>
                </a:ext>
              </a:extLst>
            </p:cNvPr>
            <p:cNvCxnSpPr>
              <a:cxnSpLocks/>
              <a:stCxn id="190" idx="0"/>
              <a:endCxn id="19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2E7AACB1-9800-48E1-2C61-DE105A0CCEB9}"/>
                </a:ext>
              </a:extLst>
            </p:cNvPr>
            <p:cNvCxnSpPr>
              <a:cxnSpLocks/>
              <a:stCxn id="190" idx="2"/>
              <a:endCxn id="19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" name="Magnetic Disk 45">
            <a:extLst>
              <a:ext uri="{FF2B5EF4-FFF2-40B4-BE49-F238E27FC236}">
                <a16:creationId xmlns:a16="http://schemas.microsoft.com/office/drawing/2014/main" id="{2995A246-466A-AF69-9F80-ACC7DFDD652B}"/>
              </a:ext>
            </a:extLst>
          </p:cNvPr>
          <p:cNvSpPr/>
          <p:nvPr/>
        </p:nvSpPr>
        <p:spPr>
          <a:xfrm>
            <a:off x="4977291" y="4162387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0580D1E5-A353-5FBF-CCBF-6AEDD8A1AE09}"/>
              </a:ext>
            </a:extLst>
          </p:cNvPr>
          <p:cNvGrpSpPr/>
          <p:nvPr/>
        </p:nvGrpSpPr>
        <p:grpSpPr>
          <a:xfrm>
            <a:off x="5153591" y="42657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C32AB834-E074-0A54-E1F5-443706B53AF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BCC1DAF6-AF5E-3C79-4DBC-3FC23A709164}"/>
                </a:ext>
              </a:extLst>
            </p:cNvPr>
            <p:cNvCxnSpPr>
              <a:cxnSpLocks/>
              <a:stCxn id="196" idx="0"/>
              <a:endCxn id="196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D1105C2A-4033-71DB-697F-83954BE1C2A2}"/>
                </a:ext>
              </a:extLst>
            </p:cNvPr>
            <p:cNvCxnSpPr>
              <a:cxnSpLocks/>
              <a:stCxn id="196" idx="2"/>
              <a:endCxn id="196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0" name="Magnetic Disk 45">
            <a:extLst>
              <a:ext uri="{FF2B5EF4-FFF2-40B4-BE49-F238E27FC236}">
                <a16:creationId xmlns:a16="http://schemas.microsoft.com/office/drawing/2014/main" id="{E11E2B7B-0DC5-D63F-325D-F02D674F4B96}"/>
              </a:ext>
            </a:extLst>
          </p:cNvPr>
          <p:cNvSpPr/>
          <p:nvPr/>
        </p:nvSpPr>
        <p:spPr>
          <a:xfrm>
            <a:off x="5654859" y="4162387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F0825CC1-8ADB-34A6-8507-37250713B822}"/>
              </a:ext>
            </a:extLst>
          </p:cNvPr>
          <p:cNvGrpSpPr/>
          <p:nvPr/>
        </p:nvGrpSpPr>
        <p:grpSpPr>
          <a:xfrm>
            <a:off x="5831159" y="42657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832E53F5-03B9-4A61-CC3F-B07D654B461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D865378A-FC43-3084-8F67-4A35689F244E}"/>
                </a:ext>
              </a:extLst>
            </p:cNvPr>
            <p:cNvCxnSpPr>
              <a:cxnSpLocks/>
              <a:stCxn id="202" idx="0"/>
              <a:endCxn id="202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71498458-C745-5F7C-81B4-13B59E57F883}"/>
                </a:ext>
              </a:extLst>
            </p:cNvPr>
            <p:cNvCxnSpPr>
              <a:cxnSpLocks/>
              <a:stCxn id="202" idx="2"/>
              <a:endCxn id="202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Magnetic Disk 45">
            <a:extLst>
              <a:ext uri="{FF2B5EF4-FFF2-40B4-BE49-F238E27FC236}">
                <a16:creationId xmlns:a16="http://schemas.microsoft.com/office/drawing/2014/main" id="{AC203B83-8679-722B-EB00-F23F6E4B14B1}"/>
              </a:ext>
            </a:extLst>
          </p:cNvPr>
          <p:cNvSpPr/>
          <p:nvPr/>
        </p:nvSpPr>
        <p:spPr>
          <a:xfrm>
            <a:off x="6322913" y="4154092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5540617A-A103-592D-BCC5-D553A0394EDB}"/>
              </a:ext>
            </a:extLst>
          </p:cNvPr>
          <p:cNvGrpSpPr/>
          <p:nvPr/>
        </p:nvGrpSpPr>
        <p:grpSpPr>
          <a:xfrm>
            <a:off x="6499213" y="4257479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D81FF069-97E0-AA43-E6CA-B0A516DB7937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8D1D5761-3F5A-2F05-C04C-0F38F596D22A}"/>
                </a:ext>
              </a:extLst>
            </p:cNvPr>
            <p:cNvCxnSpPr>
              <a:cxnSpLocks/>
              <a:stCxn id="208" idx="0"/>
              <a:endCxn id="208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7F0D7513-EDFB-71F4-D5CD-725339CDEDDC}"/>
                </a:ext>
              </a:extLst>
            </p:cNvPr>
            <p:cNvCxnSpPr>
              <a:cxnSpLocks/>
              <a:stCxn id="208" idx="2"/>
              <a:endCxn id="208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Magnetic Disk 45">
            <a:extLst>
              <a:ext uri="{FF2B5EF4-FFF2-40B4-BE49-F238E27FC236}">
                <a16:creationId xmlns:a16="http://schemas.microsoft.com/office/drawing/2014/main" id="{A2E7A68A-82DB-7C44-B5B8-B2C6A720EE51}"/>
              </a:ext>
            </a:extLst>
          </p:cNvPr>
          <p:cNvSpPr/>
          <p:nvPr/>
        </p:nvSpPr>
        <p:spPr>
          <a:xfrm>
            <a:off x="6972714" y="4162387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8964762F-9912-D6B8-DFDD-8794A022A8A2}"/>
              </a:ext>
            </a:extLst>
          </p:cNvPr>
          <p:cNvGrpSpPr/>
          <p:nvPr/>
        </p:nvGrpSpPr>
        <p:grpSpPr>
          <a:xfrm>
            <a:off x="7149014" y="42657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AA2C55F4-BF54-6978-DA91-67965998A46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C23174FC-0F27-B0A5-63B5-0F7D53DCA60C}"/>
                </a:ext>
              </a:extLst>
            </p:cNvPr>
            <p:cNvCxnSpPr>
              <a:cxnSpLocks/>
              <a:stCxn id="214" idx="0"/>
              <a:endCxn id="214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C2EC3866-F7C6-214C-2CEE-34396C947E0E}"/>
                </a:ext>
              </a:extLst>
            </p:cNvPr>
            <p:cNvCxnSpPr>
              <a:cxnSpLocks/>
              <a:stCxn id="214" idx="2"/>
              <a:endCxn id="214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Magnetic Disk 45">
            <a:extLst>
              <a:ext uri="{FF2B5EF4-FFF2-40B4-BE49-F238E27FC236}">
                <a16:creationId xmlns:a16="http://schemas.microsoft.com/office/drawing/2014/main" id="{B8EBB42C-B1FE-CEEA-CA15-BF62DA655295}"/>
              </a:ext>
            </a:extLst>
          </p:cNvPr>
          <p:cNvSpPr/>
          <p:nvPr/>
        </p:nvSpPr>
        <p:spPr>
          <a:xfrm>
            <a:off x="7624810" y="4162387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6D22B7E8-8BC3-9D77-C423-6D89426F8E41}"/>
              </a:ext>
            </a:extLst>
          </p:cNvPr>
          <p:cNvGrpSpPr/>
          <p:nvPr/>
        </p:nvGrpSpPr>
        <p:grpSpPr>
          <a:xfrm>
            <a:off x="7801110" y="42657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B4640F36-1E4E-EBDB-B80F-FC4FF63452B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919AAECB-0862-644A-0EA1-1AE4B96C343F}"/>
                </a:ext>
              </a:extLst>
            </p:cNvPr>
            <p:cNvCxnSpPr>
              <a:cxnSpLocks/>
              <a:stCxn id="220" idx="0"/>
              <a:endCxn id="22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2E1BDCCF-0913-92DE-BC7F-EFFD24981C29}"/>
                </a:ext>
              </a:extLst>
            </p:cNvPr>
            <p:cNvCxnSpPr>
              <a:cxnSpLocks/>
              <a:stCxn id="220" idx="2"/>
              <a:endCxn id="22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4" name="Magnetic Disk 45">
            <a:extLst>
              <a:ext uri="{FF2B5EF4-FFF2-40B4-BE49-F238E27FC236}">
                <a16:creationId xmlns:a16="http://schemas.microsoft.com/office/drawing/2014/main" id="{F752AE11-8389-D549-AA11-49AF6746193B}"/>
              </a:ext>
            </a:extLst>
          </p:cNvPr>
          <p:cNvSpPr/>
          <p:nvPr/>
        </p:nvSpPr>
        <p:spPr>
          <a:xfrm>
            <a:off x="8300842" y="4162386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83EDF46A-D924-66D3-CF95-CF83A1CD0774}"/>
              </a:ext>
            </a:extLst>
          </p:cNvPr>
          <p:cNvGrpSpPr/>
          <p:nvPr/>
        </p:nvGrpSpPr>
        <p:grpSpPr>
          <a:xfrm>
            <a:off x="8477142" y="426577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F8943568-9D67-CE51-7DD5-1A79C3518553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D5203372-E912-D0AA-FCAC-DA6BFDB1D430}"/>
                </a:ext>
              </a:extLst>
            </p:cNvPr>
            <p:cNvCxnSpPr>
              <a:cxnSpLocks/>
              <a:stCxn id="226" idx="0"/>
              <a:endCxn id="226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FA78D6B2-5154-FD23-D53E-A2A3F7F03D58}"/>
                </a:ext>
              </a:extLst>
            </p:cNvPr>
            <p:cNvCxnSpPr>
              <a:cxnSpLocks/>
              <a:stCxn id="226" idx="2"/>
              <a:endCxn id="226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0" name="Magnetic Disk 45">
            <a:extLst>
              <a:ext uri="{FF2B5EF4-FFF2-40B4-BE49-F238E27FC236}">
                <a16:creationId xmlns:a16="http://schemas.microsoft.com/office/drawing/2014/main" id="{38FFBCB5-064F-CFB4-7725-96EC2BDD3986}"/>
              </a:ext>
            </a:extLst>
          </p:cNvPr>
          <p:cNvSpPr/>
          <p:nvPr/>
        </p:nvSpPr>
        <p:spPr>
          <a:xfrm>
            <a:off x="8950642" y="4162386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7289F47F-BB65-FF0D-430F-22EF15CDFB8D}"/>
              </a:ext>
            </a:extLst>
          </p:cNvPr>
          <p:cNvGrpSpPr/>
          <p:nvPr/>
        </p:nvGrpSpPr>
        <p:grpSpPr>
          <a:xfrm>
            <a:off x="9126942" y="426577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FD586F6C-821E-9FB5-1E9E-4302B6037ED7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8D357C65-F6EC-C429-C590-8C093E16AA9A}"/>
                </a:ext>
              </a:extLst>
            </p:cNvPr>
            <p:cNvCxnSpPr>
              <a:cxnSpLocks/>
              <a:stCxn id="232" idx="0"/>
              <a:endCxn id="232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61169D07-5D92-566F-8633-58F91422B64A}"/>
                </a:ext>
              </a:extLst>
            </p:cNvPr>
            <p:cNvCxnSpPr>
              <a:cxnSpLocks/>
              <a:stCxn id="232" idx="2"/>
              <a:endCxn id="232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5" name="TextBox 234">
            <a:extLst>
              <a:ext uri="{FF2B5EF4-FFF2-40B4-BE49-F238E27FC236}">
                <a16:creationId xmlns:a16="http://schemas.microsoft.com/office/drawing/2014/main" id="{57DF1DEE-CAB9-AC99-63FD-565E12356628}"/>
              </a:ext>
            </a:extLst>
          </p:cNvPr>
          <p:cNvSpPr txBox="1"/>
          <p:nvPr/>
        </p:nvSpPr>
        <p:spPr>
          <a:xfrm>
            <a:off x="2514234" y="2262803"/>
            <a:ext cx="1235165" cy="1123712"/>
          </a:xfrm>
          <a:prstGeom prst="round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NSO nodes, possibly in different data centers, possibly geographically distributed 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DC0AAFC6-D4B2-2371-826D-5B23011E5B5E}"/>
              </a:ext>
            </a:extLst>
          </p:cNvPr>
          <p:cNvSpPr txBox="1"/>
          <p:nvPr/>
        </p:nvSpPr>
        <p:spPr>
          <a:xfrm>
            <a:off x="8675764" y="2733297"/>
            <a:ext cx="990899" cy="953453"/>
          </a:xfrm>
          <a:prstGeom prst="round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Lower-layer (RFS nodes) /devices tree has actual devices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C65C7937-9EF8-FD64-B37E-6D0A3EB00C46}"/>
              </a:ext>
            </a:extLst>
          </p:cNvPr>
          <p:cNvSpPr txBox="1"/>
          <p:nvPr/>
        </p:nvSpPr>
        <p:spPr>
          <a:xfrm>
            <a:off x="2985497" y="1147715"/>
            <a:ext cx="6467412" cy="272415"/>
          </a:xfrm>
          <a:prstGeom prst="round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Upper-layer (CFS node) /devices tree has 3 RFS nodes 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F94DB9A-6D93-994B-1211-C482A06C6DD1}"/>
              </a:ext>
            </a:extLst>
          </p:cNvPr>
          <p:cNvSpPr txBox="1"/>
          <p:nvPr/>
        </p:nvSpPr>
        <p:spPr>
          <a:xfrm>
            <a:off x="2985497" y="4560671"/>
            <a:ext cx="2480209" cy="489109"/>
          </a:xfrm>
          <a:prstGeom prst="leftRightArrow">
            <a:avLst/>
          </a:prstGeom>
          <a:solidFill>
            <a:srgbClr val="3FB4E0">
              <a:alpha val="20101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Router r1 … r4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8204D4E7-5194-6476-9963-8424825782DC}"/>
              </a:ext>
            </a:extLst>
          </p:cNvPr>
          <p:cNvSpPr txBox="1"/>
          <p:nvPr/>
        </p:nvSpPr>
        <p:spPr>
          <a:xfrm>
            <a:off x="5648693" y="4559600"/>
            <a:ext cx="1828113" cy="489109"/>
          </a:xfrm>
          <a:prstGeom prst="leftRightArrow">
            <a:avLst/>
          </a:prstGeom>
          <a:solidFill>
            <a:srgbClr val="3FB4E0">
              <a:alpha val="20101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Router r5 … r7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B3A4B4B9-9924-D8A4-C961-AA58A48CB628}"/>
              </a:ext>
            </a:extLst>
          </p:cNvPr>
          <p:cNvSpPr txBox="1"/>
          <p:nvPr/>
        </p:nvSpPr>
        <p:spPr>
          <a:xfrm>
            <a:off x="7624810" y="4557354"/>
            <a:ext cx="1828113" cy="489109"/>
          </a:xfrm>
          <a:prstGeom prst="leftRightArrow">
            <a:avLst/>
          </a:prstGeom>
          <a:solidFill>
            <a:srgbClr val="3FB4E0">
              <a:alpha val="20101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Router r8 … r10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5D25E186-7D8B-C4A2-5611-B1B36D8EA7D1}"/>
              </a:ext>
            </a:extLst>
          </p:cNvPr>
          <p:cNvSpPr txBox="1"/>
          <p:nvPr/>
        </p:nvSpPr>
        <p:spPr>
          <a:xfrm>
            <a:off x="2985497" y="5095715"/>
            <a:ext cx="6467425" cy="272415"/>
          </a:xfrm>
          <a:prstGeom prst="round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Device layer, each RFS node has a subset of the managed devices mounted in the /devices tree</a:t>
            </a:r>
          </a:p>
        </p:txBody>
      </p:sp>
      <p:sp>
        <p:nvSpPr>
          <p:cNvPr id="249" name="Donut 248">
            <a:extLst>
              <a:ext uri="{FF2B5EF4-FFF2-40B4-BE49-F238E27FC236}">
                <a16:creationId xmlns:a16="http://schemas.microsoft.com/office/drawing/2014/main" id="{0579F1FA-A441-220B-683B-3A16D203FC31}"/>
              </a:ext>
            </a:extLst>
          </p:cNvPr>
          <p:cNvSpPr/>
          <p:nvPr/>
        </p:nvSpPr>
        <p:spPr>
          <a:xfrm>
            <a:off x="4157908" y="3266768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0" name="Donut 249">
            <a:extLst>
              <a:ext uri="{FF2B5EF4-FFF2-40B4-BE49-F238E27FC236}">
                <a16:creationId xmlns:a16="http://schemas.microsoft.com/office/drawing/2014/main" id="{001D39C2-E7DB-C2BD-0769-B5A87AE60F88}"/>
              </a:ext>
            </a:extLst>
          </p:cNvPr>
          <p:cNvSpPr/>
          <p:nvPr/>
        </p:nvSpPr>
        <p:spPr>
          <a:xfrm>
            <a:off x="6141233" y="3271013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1" name="Donut 250">
            <a:extLst>
              <a:ext uri="{FF2B5EF4-FFF2-40B4-BE49-F238E27FC236}">
                <a16:creationId xmlns:a16="http://schemas.microsoft.com/office/drawing/2014/main" id="{D35D4C0D-C983-18F3-E866-5BA132B8E734}"/>
              </a:ext>
            </a:extLst>
          </p:cNvPr>
          <p:cNvSpPr/>
          <p:nvPr/>
        </p:nvSpPr>
        <p:spPr>
          <a:xfrm>
            <a:off x="8136416" y="3266767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onut 5">
            <a:extLst>
              <a:ext uri="{FF2B5EF4-FFF2-40B4-BE49-F238E27FC236}">
                <a16:creationId xmlns:a16="http://schemas.microsoft.com/office/drawing/2014/main" id="{B8214F5A-55AB-93C0-983C-A9855809DE8C}"/>
              </a:ext>
            </a:extLst>
          </p:cNvPr>
          <p:cNvSpPr/>
          <p:nvPr/>
        </p:nvSpPr>
        <p:spPr>
          <a:xfrm>
            <a:off x="6141233" y="2021275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5202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8B8EE-1328-7430-1214-953EE157B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ounded Rectangle 241">
            <a:extLst>
              <a:ext uri="{FF2B5EF4-FFF2-40B4-BE49-F238E27FC236}">
                <a16:creationId xmlns:a16="http://schemas.microsoft.com/office/drawing/2014/main" id="{1B289594-EA04-D191-E777-6B14965E50D2}"/>
              </a:ext>
            </a:extLst>
          </p:cNvPr>
          <p:cNvSpPr/>
          <p:nvPr/>
        </p:nvSpPr>
        <p:spPr>
          <a:xfrm>
            <a:off x="3815979" y="2479574"/>
            <a:ext cx="4806448" cy="1326849"/>
          </a:xfrm>
          <a:prstGeom prst="roundRect">
            <a:avLst/>
          </a:prstGeom>
          <a:solidFill>
            <a:srgbClr val="3FB4E0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E64AD9-4B42-3107-8510-32E162A44311}"/>
              </a:ext>
            </a:extLst>
          </p:cNvPr>
          <p:cNvSpPr/>
          <p:nvPr/>
        </p:nvSpPr>
        <p:spPr>
          <a:xfrm>
            <a:off x="2831910" y="922638"/>
            <a:ext cx="6796586" cy="444019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DBBBE3-8CA4-9B5D-1DD3-4301FB902865}"/>
              </a:ext>
            </a:extLst>
          </p:cNvPr>
          <p:cNvSpPr/>
          <p:nvPr/>
        </p:nvSpPr>
        <p:spPr>
          <a:xfrm>
            <a:off x="5966706" y="1546739"/>
            <a:ext cx="517907" cy="814095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B84C19-FAF7-49D0-919F-8F6F5D6F0D70}"/>
              </a:ext>
            </a:extLst>
          </p:cNvPr>
          <p:cNvCxnSpPr/>
          <p:nvPr/>
        </p:nvCxnSpPr>
        <p:spPr>
          <a:xfrm>
            <a:off x="5997751" y="1647896"/>
            <a:ext cx="159190" cy="0"/>
          </a:xfrm>
          <a:prstGeom prst="line">
            <a:avLst/>
          </a:prstGeom>
          <a:solidFill>
            <a:srgbClr val="3FB4E0">
              <a:alpha val="80000"/>
            </a:srgb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9B8F67-0607-B523-7E7A-E14788C9E025}"/>
              </a:ext>
            </a:extLst>
          </p:cNvPr>
          <p:cNvCxnSpPr/>
          <p:nvPr/>
        </p:nvCxnSpPr>
        <p:spPr>
          <a:xfrm>
            <a:off x="6064816" y="1706661"/>
            <a:ext cx="159190" cy="0"/>
          </a:xfrm>
          <a:prstGeom prst="line">
            <a:avLst/>
          </a:prstGeom>
          <a:solidFill>
            <a:srgbClr val="3FB4E0">
              <a:alpha val="80000"/>
            </a:srgb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B43642-FFD8-4798-B1A5-B9EE2D7CD47E}"/>
              </a:ext>
            </a:extLst>
          </p:cNvPr>
          <p:cNvCxnSpPr/>
          <p:nvPr/>
        </p:nvCxnSpPr>
        <p:spPr>
          <a:xfrm>
            <a:off x="6156941" y="1768603"/>
            <a:ext cx="159190" cy="0"/>
          </a:xfrm>
          <a:prstGeom prst="line">
            <a:avLst/>
          </a:prstGeom>
          <a:solidFill>
            <a:srgbClr val="3FB4E0">
              <a:alpha val="80000"/>
            </a:srgb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5377DAE-FE07-4474-80EC-4853440F035D}"/>
              </a:ext>
            </a:extLst>
          </p:cNvPr>
          <p:cNvSpPr/>
          <p:nvPr/>
        </p:nvSpPr>
        <p:spPr>
          <a:xfrm>
            <a:off x="5970065" y="2821734"/>
            <a:ext cx="517907" cy="814095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F459E7A-BF7D-C70F-7264-507B260E4B01}"/>
              </a:ext>
            </a:extLst>
          </p:cNvPr>
          <p:cNvGrpSpPr/>
          <p:nvPr/>
        </p:nvGrpSpPr>
        <p:grpSpPr>
          <a:xfrm>
            <a:off x="6001110" y="2922891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C361727-B95E-354C-6DCE-8CE0C85C750A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518C856-FFA2-E1A5-B95D-2A1B2D648A52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D284B0C-B192-9750-3AB4-C6B72B633B3A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CB7C262-8725-5F1A-ECAB-8BBB579B21A3}"/>
              </a:ext>
            </a:extLst>
          </p:cNvPr>
          <p:cNvSpPr/>
          <p:nvPr/>
        </p:nvSpPr>
        <p:spPr>
          <a:xfrm>
            <a:off x="7954964" y="2815690"/>
            <a:ext cx="517907" cy="814095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E549771-4FE9-9D84-00FF-C7F20503CF9A}"/>
              </a:ext>
            </a:extLst>
          </p:cNvPr>
          <p:cNvGrpSpPr/>
          <p:nvPr/>
        </p:nvGrpSpPr>
        <p:grpSpPr>
          <a:xfrm>
            <a:off x="7986009" y="2916847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8F454E3-353E-7FA4-0FF0-B1C7626FF98A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6E00DAB-D7A6-B5E5-9115-127BCA7FF3C3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4264416-A808-B3BC-487D-11CB21CD5260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6C63DD6D-4CDF-C822-6B3C-C660766A876A}"/>
              </a:ext>
            </a:extLst>
          </p:cNvPr>
          <p:cNvSpPr/>
          <p:nvPr/>
        </p:nvSpPr>
        <p:spPr>
          <a:xfrm>
            <a:off x="3987243" y="2815691"/>
            <a:ext cx="517907" cy="814095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2021D8B-0EEF-E678-FD8A-80AACFEA1FB6}"/>
              </a:ext>
            </a:extLst>
          </p:cNvPr>
          <p:cNvGrpSpPr/>
          <p:nvPr/>
        </p:nvGrpSpPr>
        <p:grpSpPr>
          <a:xfrm>
            <a:off x="4018288" y="2916848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1BCC033-6AF9-12FF-1273-561B4DC9B090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BD4C596-86A0-E8E3-8352-C35B5FB173D2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E3E4E65-A967-2BD8-F678-1C68CD7156E4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68AFD184-93E5-0BC7-CEA4-DDE84831AB05}"/>
              </a:ext>
            </a:extLst>
          </p:cNvPr>
          <p:cNvCxnSpPr>
            <a:cxnSpLocks/>
            <a:stCxn id="3" idx="1"/>
            <a:endCxn id="65" idx="0"/>
          </p:cNvCxnSpPr>
          <p:nvPr/>
        </p:nvCxnSpPr>
        <p:spPr>
          <a:xfrm rot="10800000" flipV="1">
            <a:off x="4246198" y="1953787"/>
            <a:ext cx="1720509" cy="861904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A26656B-9979-6017-19C9-C9E8FFDA6886}"/>
              </a:ext>
            </a:extLst>
          </p:cNvPr>
          <p:cNvCxnSpPr>
            <a:cxnSpLocks/>
            <a:stCxn id="3" idx="2"/>
            <a:endCxn id="12" idx="0"/>
          </p:cNvCxnSpPr>
          <p:nvPr/>
        </p:nvCxnSpPr>
        <p:spPr>
          <a:xfrm>
            <a:off x="6225660" y="2360834"/>
            <a:ext cx="3359" cy="46090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6B47E858-CE7B-F1FA-5886-6CF90DBA482A}"/>
              </a:ext>
            </a:extLst>
          </p:cNvPr>
          <p:cNvCxnSpPr>
            <a:cxnSpLocks/>
            <a:stCxn id="3" idx="3"/>
            <a:endCxn id="47" idx="0"/>
          </p:cNvCxnSpPr>
          <p:nvPr/>
        </p:nvCxnSpPr>
        <p:spPr>
          <a:xfrm>
            <a:off x="6484613" y="1953787"/>
            <a:ext cx="1729305" cy="861903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5A162B-FF72-4B90-BBC8-062BCF0D4864}"/>
              </a:ext>
            </a:extLst>
          </p:cNvPr>
          <p:cNvCxnSpPr/>
          <p:nvPr/>
        </p:nvCxnSpPr>
        <p:spPr>
          <a:xfrm>
            <a:off x="3722927" y="4105162"/>
            <a:ext cx="103322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Magnetic Disk 45">
            <a:extLst>
              <a:ext uri="{FF2B5EF4-FFF2-40B4-BE49-F238E27FC236}">
                <a16:creationId xmlns:a16="http://schemas.microsoft.com/office/drawing/2014/main" id="{B83FD8E7-E07A-A58D-F984-86566DD23CC0}"/>
              </a:ext>
            </a:extLst>
          </p:cNvPr>
          <p:cNvSpPr/>
          <p:nvPr/>
        </p:nvSpPr>
        <p:spPr>
          <a:xfrm>
            <a:off x="2985497" y="4371263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CC69F8-198F-C095-61F4-EE53BB4E6F0D}"/>
              </a:ext>
            </a:extLst>
          </p:cNvPr>
          <p:cNvGrpSpPr/>
          <p:nvPr/>
        </p:nvGrpSpPr>
        <p:grpSpPr>
          <a:xfrm>
            <a:off x="3161797" y="4474650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786EF61F-24C8-5121-2192-8F0A3A04CD0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61FE8FC4-F6EB-4D4A-54B0-2BCBD4672ED0}"/>
                </a:ext>
              </a:extLst>
            </p:cNvPr>
            <p:cNvCxnSpPr>
              <a:cxnSpLocks/>
              <a:stCxn id="110" idx="0"/>
              <a:endCxn id="11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B33A987B-B4EC-7613-92EF-1C5CCE999F41}"/>
                </a:ext>
              </a:extLst>
            </p:cNvPr>
            <p:cNvCxnSpPr>
              <a:cxnSpLocks/>
              <a:stCxn id="110" idx="2"/>
              <a:endCxn id="11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143BDC00-C2A2-38C0-7E11-C72A28897C5F}"/>
              </a:ext>
            </a:extLst>
          </p:cNvPr>
          <p:cNvCxnSpPr>
            <a:stCxn id="65" idx="2"/>
          </p:cNvCxnSpPr>
          <p:nvPr/>
        </p:nvCxnSpPr>
        <p:spPr>
          <a:xfrm flipH="1">
            <a:off x="4244543" y="3629786"/>
            <a:ext cx="1654" cy="2582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33B14984-4FCC-5B00-2A21-418D53334AE1}"/>
              </a:ext>
            </a:extLst>
          </p:cNvPr>
          <p:cNvCxnSpPr>
            <a:cxnSpLocks/>
            <a:stCxn id="108" idx="1"/>
          </p:cNvCxnSpPr>
          <p:nvPr/>
        </p:nvCxnSpPr>
        <p:spPr>
          <a:xfrm rot="5400000" flipH="1" flipV="1">
            <a:off x="3368478" y="3974226"/>
            <a:ext cx="266102" cy="527972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93018C1E-A861-49D3-C43C-329AE8BC2D96}"/>
              </a:ext>
            </a:extLst>
          </p:cNvPr>
          <p:cNvCxnSpPr>
            <a:cxnSpLocks/>
          </p:cNvCxnSpPr>
          <p:nvPr/>
        </p:nvCxnSpPr>
        <p:spPr>
          <a:xfrm rot="16200000" flipV="1">
            <a:off x="4851954" y="4009355"/>
            <a:ext cx="280564" cy="472178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4CEE770-7B95-14A0-9947-A3C435DEE59B}"/>
              </a:ext>
            </a:extLst>
          </p:cNvPr>
          <p:cNvCxnSpPr>
            <a:cxnSpLocks/>
          </p:cNvCxnSpPr>
          <p:nvPr/>
        </p:nvCxnSpPr>
        <p:spPr>
          <a:xfrm flipV="1">
            <a:off x="3908174" y="4105161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2172657-6F56-BDAC-BCC4-65B8F534AF23}"/>
              </a:ext>
            </a:extLst>
          </p:cNvPr>
          <p:cNvCxnSpPr/>
          <p:nvPr/>
        </p:nvCxnSpPr>
        <p:spPr>
          <a:xfrm flipV="1">
            <a:off x="4570265" y="4105161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A7E4C25C-29E0-6479-8DF0-DFCE816D4778}"/>
              </a:ext>
            </a:extLst>
          </p:cNvPr>
          <p:cNvCxnSpPr>
            <a:cxnSpLocks/>
          </p:cNvCxnSpPr>
          <p:nvPr/>
        </p:nvCxnSpPr>
        <p:spPr>
          <a:xfrm>
            <a:off x="5906905" y="4108520"/>
            <a:ext cx="84797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46314743-743B-023B-3C58-662685C61FCC}"/>
              </a:ext>
            </a:extLst>
          </p:cNvPr>
          <p:cNvCxnSpPr/>
          <p:nvPr/>
        </p:nvCxnSpPr>
        <p:spPr>
          <a:xfrm flipH="1">
            <a:off x="6243274" y="3633144"/>
            <a:ext cx="1654" cy="2582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Elbow Connector 148">
            <a:extLst>
              <a:ext uri="{FF2B5EF4-FFF2-40B4-BE49-F238E27FC236}">
                <a16:creationId xmlns:a16="http://schemas.microsoft.com/office/drawing/2014/main" id="{E3F53EE1-B432-ED08-042F-2313011668E8}"/>
              </a:ext>
            </a:extLst>
          </p:cNvPr>
          <p:cNvCxnSpPr>
            <a:cxnSpLocks/>
          </p:cNvCxnSpPr>
          <p:nvPr/>
        </p:nvCxnSpPr>
        <p:spPr>
          <a:xfrm rot="16200000" flipV="1">
            <a:off x="6850685" y="4012713"/>
            <a:ext cx="280564" cy="472178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84A04ED8-B187-F3C8-014F-5F3EF99BF8A4}"/>
              </a:ext>
            </a:extLst>
          </p:cNvPr>
          <p:cNvCxnSpPr>
            <a:cxnSpLocks/>
          </p:cNvCxnSpPr>
          <p:nvPr/>
        </p:nvCxnSpPr>
        <p:spPr>
          <a:xfrm flipV="1">
            <a:off x="5906905" y="4108519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08FAA199-E966-3078-F179-6C0B0054A194}"/>
              </a:ext>
            </a:extLst>
          </p:cNvPr>
          <p:cNvCxnSpPr/>
          <p:nvPr/>
        </p:nvCxnSpPr>
        <p:spPr>
          <a:xfrm flipV="1">
            <a:off x="6568996" y="4108519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DC703E6-6A37-CE3B-FD3A-071611724F89}"/>
              </a:ext>
            </a:extLst>
          </p:cNvPr>
          <p:cNvCxnSpPr>
            <a:cxnSpLocks/>
          </p:cNvCxnSpPr>
          <p:nvPr/>
        </p:nvCxnSpPr>
        <p:spPr>
          <a:xfrm>
            <a:off x="7882819" y="4108519"/>
            <a:ext cx="84797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4F512817-DF77-5CF5-2EB1-E3F1631CCE6C}"/>
              </a:ext>
            </a:extLst>
          </p:cNvPr>
          <p:cNvCxnSpPr/>
          <p:nvPr/>
        </p:nvCxnSpPr>
        <p:spPr>
          <a:xfrm flipH="1">
            <a:off x="8219188" y="3633143"/>
            <a:ext cx="1654" cy="2582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Elbow Connector 166">
            <a:extLst>
              <a:ext uri="{FF2B5EF4-FFF2-40B4-BE49-F238E27FC236}">
                <a16:creationId xmlns:a16="http://schemas.microsoft.com/office/drawing/2014/main" id="{B6D5AE47-8CE7-61C9-5A03-F2630EC5822F}"/>
              </a:ext>
            </a:extLst>
          </p:cNvPr>
          <p:cNvCxnSpPr>
            <a:cxnSpLocks/>
          </p:cNvCxnSpPr>
          <p:nvPr/>
        </p:nvCxnSpPr>
        <p:spPr>
          <a:xfrm rot="16200000" flipV="1">
            <a:off x="8826599" y="4012712"/>
            <a:ext cx="280564" cy="472178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42F04F21-5CB8-7049-E459-173EDD8962F0}"/>
              </a:ext>
            </a:extLst>
          </p:cNvPr>
          <p:cNvCxnSpPr/>
          <p:nvPr/>
        </p:nvCxnSpPr>
        <p:spPr>
          <a:xfrm flipV="1">
            <a:off x="7882819" y="4108518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4681D21-2A77-01A3-5F9D-6842C8565745}"/>
              </a:ext>
            </a:extLst>
          </p:cNvPr>
          <p:cNvCxnSpPr/>
          <p:nvPr/>
        </p:nvCxnSpPr>
        <p:spPr>
          <a:xfrm flipV="1">
            <a:off x="8544910" y="4108518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Magnetic Disk 45">
            <a:extLst>
              <a:ext uri="{FF2B5EF4-FFF2-40B4-BE49-F238E27FC236}">
                <a16:creationId xmlns:a16="http://schemas.microsoft.com/office/drawing/2014/main" id="{56066952-49E2-6135-EC81-A32199B48971}"/>
              </a:ext>
            </a:extLst>
          </p:cNvPr>
          <p:cNvSpPr/>
          <p:nvPr/>
        </p:nvSpPr>
        <p:spPr>
          <a:xfrm>
            <a:off x="3653816" y="4379557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146AA4AD-CABB-481B-3038-E337B2948082}"/>
              </a:ext>
            </a:extLst>
          </p:cNvPr>
          <p:cNvGrpSpPr/>
          <p:nvPr/>
        </p:nvGrpSpPr>
        <p:grpSpPr>
          <a:xfrm>
            <a:off x="3830116" y="448294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11F90F25-E341-EF2F-6B93-E5B5E0C4563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A63F8B81-E34E-46E4-6AD5-0B08039A257B}"/>
                </a:ext>
              </a:extLst>
            </p:cNvPr>
            <p:cNvCxnSpPr>
              <a:cxnSpLocks/>
              <a:stCxn id="184" idx="0"/>
              <a:endCxn id="184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623070E6-B515-F387-D186-E642A110BC5B}"/>
                </a:ext>
              </a:extLst>
            </p:cNvPr>
            <p:cNvCxnSpPr>
              <a:cxnSpLocks/>
              <a:stCxn id="184" idx="2"/>
              <a:endCxn id="184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Magnetic Disk 45">
            <a:extLst>
              <a:ext uri="{FF2B5EF4-FFF2-40B4-BE49-F238E27FC236}">
                <a16:creationId xmlns:a16="http://schemas.microsoft.com/office/drawing/2014/main" id="{DAEA38E3-74F0-CFB2-7EF3-076CF328F891}"/>
              </a:ext>
            </a:extLst>
          </p:cNvPr>
          <p:cNvSpPr/>
          <p:nvPr/>
        </p:nvSpPr>
        <p:spPr>
          <a:xfrm>
            <a:off x="4326760" y="4371262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58B5C3B4-575C-A7CE-A766-6AEFED96CAB8}"/>
              </a:ext>
            </a:extLst>
          </p:cNvPr>
          <p:cNvGrpSpPr/>
          <p:nvPr/>
        </p:nvGrpSpPr>
        <p:grpSpPr>
          <a:xfrm>
            <a:off x="4503060" y="4474649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D133974A-BB70-25CE-CC12-FDA4F38BA0D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085005A7-9BA1-ADFE-948B-354550C18A99}"/>
                </a:ext>
              </a:extLst>
            </p:cNvPr>
            <p:cNvCxnSpPr>
              <a:cxnSpLocks/>
              <a:stCxn id="190" idx="0"/>
              <a:endCxn id="19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2998E55E-886C-DBB7-4BF8-4A876955A5AE}"/>
                </a:ext>
              </a:extLst>
            </p:cNvPr>
            <p:cNvCxnSpPr>
              <a:cxnSpLocks/>
              <a:stCxn id="190" idx="2"/>
              <a:endCxn id="19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" name="Magnetic Disk 45">
            <a:extLst>
              <a:ext uri="{FF2B5EF4-FFF2-40B4-BE49-F238E27FC236}">
                <a16:creationId xmlns:a16="http://schemas.microsoft.com/office/drawing/2014/main" id="{4093F802-84F5-6F70-D65E-E62E94829789}"/>
              </a:ext>
            </a:extLst>
          </p:cNvPr>
          <p:cNvSpPr/>
          <p:nvPr/>
        </p:nvSpPr>
        <p:spPr>
          <a:xfrm>
            <a:off x="4977291" y="4379557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9F10E013-3E38-19D9-56B8-76B4B80166FC}"/>
              </a:ext>
            </a:extLst>
          </p:cNvPr>
          <p:cNvGrpSpPr/>
          <p:nvPr/>
        </p:nvGrpSpPr>
        <p:grpSpPr>
          <a:xfrm>
            <a:off x="5153591" y="448294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7E47E9D4-3A0C-BBA6-F155-67D0079CC08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843D2E60-C3AE-C8FC-822F-2B981507A650}"/>
                </a:ext>
              </a:extLst>
            </p:cNvPr>
            <p:cNvCxnSpPr>
              <a:cxnSpLocks/>
              <a:stCxn id="196" idx="0"/>
              <a:endCxn id="196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DEE44355-4FB5-D6C2-844F-876D8EFECF90}"/>
                </a:ext>
              </a:extLst>
            </p:cNvPr>
            <p:cNvCxnSpPr>
              <a:cxnSpLocks/>
              <a:stCxn id="196" idx="2"/>
              <a:endCxn id="196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0" name="Magnetic Disk 45">
            <a:extLst>
              <a:ext uri="{FF2B5EF4-FFF2-40B4-BE49-F238E27FC236}">
                <a16:creationId xmlns:a16="http://schemas.microsoft.com/office/drawing/2014/main" id="{B02671E1-A64A-D98A-D818-EC8F81ACCF38}"/>
              </a:ext>
            </a:extLst>
          </p:cNvPr>
          <p:cNvSpPr/>
          <p:nvPr/>
        </p:nvSpPr>
        <p:spPr>
          <a:xfrm>
            <a:off x="5654859" y="4379557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C5BBF5CA-77B6-288B-CC38-08427B905231}"/>
              </a:ext>
            </a:extLst>
          </p:cNvPr>
          <p:cNvGrpSpPr/>
          <p:nvPr/>
        </p:nvGrpSpPr>
        <p:grpSpPr>
          <a:xfrm>
            <a:off x="5831159" y="448294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49E431E8-B06D-AF8F-2B26-8106EFAF37F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6FE4DDB4-1ADE-5633-6764-7976FB184841}"/>
                </a:ext>
              </a:extLst>
            </p:cNvPr>
            <p:cNvCxnSpPr>
              <a:cxnSpLocks/>
              <a:stCxn id="202" idx="0"/>
              <a:endCxn id="202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84DD52B3-2267-0168-0E44-8AA8A56DB424}"/>
                </a:ext>
              </a:extLst>
            </p:cNvPr>
            <p:cNvCxnSpPr>
              <a:cxnSpLocks/>
              <a:stCxn id="202" idx="2"/>
              <a:endCxn id="202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Magnetic Disk 45">
            <a:extLst>
              <a:ext uri="{FF2B5EF4-FFF2-40B4-BE49-F238E27FC236}">
                <a16:creationId xmlns:a16="http://schemas.microsoft.com/office/drawing/2014/main" id="{504FD123-7370-4D99-1E1E-6A23D9CD958D}"/>
              </a:ext>
            </a:extLst>
          </p:cNvPr>
          <p:cNvSpPr/>
          <p:nvPr/>
        </p:nvSpPr>
        <p:spPr>
          <a:xfrm>
            <a:off x="6322913" y="4371262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E17AE543-01BC-D066-3360-8478FCCC8EF3}"/>
              </a:ext>
            </a:extLst>
          </p:cNvPr>
          <p:cNvGrpSpPr/>
          <p:nvPr/>
        </p:nvGrpSpPr>
        <p:grpSpPr>
          <a:xfrm>
            <a:off x="6499213" y="4474649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D0530F3F-83B4-EA50-53C3-5683BF492CC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95A2F4DC-1A72-9D56-6BF8-4CA4AAA3E4BE}"/>
                </a:ext>
              </a:extLst>
            </p:cNvPr>
            <p:cNvCxnSpPr>
              <a:cxnSpLocks/>
              <a:stCxn id="208" idx="0"/>
              <a:endCxn id="208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401BE76E-5642-DC5B-90EB-FCD2B070F51F}"/>
                </a:ext>
              </a:extLst>
            </p:cNvPr>
            <p:cNvCxnSpPr>
              <a:cxnSpLocks/>
              <a:stCxn id="208" idx="2"/>
              <a:endCxn id="208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Magnetic Disk 45">
            <a:extLst>
              <a:ext uri="{FF2B5EF4-FFF2-40B4-BE49-F238E27FC236}">
                <a16:creationId xmlns:a16="http://schemas.microsoft.com/office/drawing/2014/main" id="{784C9827-FEFB-9BD2-F793-EC44AF758A68}"/>
              </a:ext>
            </a:extLst>
          </p:cNvPr>
          <p:cNvSpPr/>
          <p:nvPr/>
        </p:nvSpPr>
        <p:spPr>
          <a:xfrm>
            <a:off x="6972714" y="4379557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BA9A5FD1-F9E3-9A07-BA02-4EE6D8322DED}"/>
              </a:ext>
            </a:extLst>
          </p:cNvPr>
          <p:cNvGrpSpPr/>
          <p:nvPr/>
        </p:nvGrpSpPr>
        <p:grpSpPr>
          <a:xfrm>
            <a:off x="7149014" y="448294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D961560E-140C-AD4C-DA00-3965E32F0617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3FECF01E-5F79-5492-6CED-D7642242B6A7}"/>
                </a:ext>
              </a:extLst>
            </p:cNvPr>
            <p:cNvCxnSpPr>
              <a:cxnSpLocks/>
              <a:stCxn id="214" idx="0"/>
              <a:endCxn id="214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EDF16881-E79F-C9CA-1BEB-348AC8835161}"/>
                </a:ext>
              </a:extLst>
            </p:cNvPr>
            <p:cNvCxnSpPr>
              <a:cxnSpLocks/>
              <a:stCxn id="214" idx="2"/>
              <a:endCxn id="214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Magnetic Disk 45">
            <a:extLst>
              <a:ext uri="{FF2B5EF4-FFF2-40B4-BE49-F238E27FC236}">
                <a16:creationId xmlns:a16="http://schemas.microsoft.com/office/drawing/2014/main" id="{A6BFE5E2-924B-14E7-B56E-7159F676FA60}"/>
              </a:ext>
            </a:extLst>
          </p:cNvPr>
          <p:cNvSpPr/>
          <p:nvPr/>
        </p:nvSpPr>
        <p:spPr>
          <a:xfrm>
            <a:off x="7624810" y="4379557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447BC169-615D-58FD-1653-F6D5F4A6970C}"/>
              </a:ext>
            </a:extLst>
          </p:cNvPr>
          <p:cNvGrpSpPr/>
          <p:nvPr/>
        </p:nvGrpSpPr>
        <p:grpSpPr>
          <a:xfrm>
            <a:off x="7801110" y="448294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6AB11EA5-ABD3-83F9-BCDE-C9BAD49655C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96958930-59BB-799E-66B3-B905A5C93064}"/>
                </a:ext>
              </a:extLst>
            </p:cNvPr>
            <p:cNvCxnSpPr>
              <a:cxnSpLocks/>
              <a:stCxn id="220" idx="0"/>
              <a:endCxn id="22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A049D4D4-56EE-4EE7-9EF2-23511312FCC5}"/>
                </a:ext>
              </a:extLst>
            </p:cNvPr>
            <p:cNvCxnSpPr>
              <a:cxnSpLocks/>
              <a:stCxn id="220" idx="2"/>
              <a:endCxn id="22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4" name="Magnetic Disk 45">
            <a:extLst>
              <a:ext uri="{FF2B5EF4-FFF2-40B4-BE49-F238E27FC236}">
                <a16:creationId xmlns:a16="http://schemas.microsoft.com/office/drawing/2014/main" id="{BD4F3F17-D445-B63C-0394-2046D30331F0}"/>
              </a:ext>
            </a:extLst>
          </p:cNvPr>
          <p:cNvSpPr/>
          <p:nvPr/>
        </p:nvSpPr>
        <p:spPr>
          <a:xfrm>
            <a:off x="8300842" y="4379556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DFACFA8D-C839-645C-5F81-4AC49138CCCE}"/>
              </a:ext>
            </a:extLst>
          </p:cNvPr>
          <p:cNvGrpSpPr/>
          <p:nvPr/>
        </p:nvGrpSpPr>
        <p:grpSpPr>
          <a:xfrm>
            <a:off x="8477142" y="448294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5500F158-488A-79E0-661C-529A714467A3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DF8DF42C-E7C5-E316-B95E-FB04CBCF0F9A}"/>
                </a:ext>
              </a:extLst>
            </p:cNvPr>
            <p:cNvCxnSpPr>
              <a:cxnSpLocks/>
              <a:stCxn id="226" idx="0"/>
              <a:endCxn id="226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C4CBDE43-AF39-CADA-FFD1-E631E51DBFD2}"/>
                </a:ext>
              </a:extLst>
            </p:cNvPr>
            <p:cNvCxnSpPr>
              <a:cxnSpLocks/>
              <a:stCxn id="226" idx="2"/>
              <a:endCxn id="226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0" name="Magnetic Disk 45">
            <a:extLst>
              <a:ext uri="{FF2B5EF4-FFF2-40B4-BE49-F238E27FC236}">
                <a16:creationId xmlns:a16="http://schemas.microsoft.com/office/drawing/2014/main" id="{19F415E2-8C26-A159-026E-E53893630A99}"/>
              </a:ext>
            </a:extLst>
          </p:cNvPr>
          <p:cNvSpPr/>
          <p:nvPr/>
        </p:nvSpPr>
        <p:spPr>
          <a:xfrm>
            <a:off x="8950642" y="4379556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F20C80B6-A1F0-6514-3381-FE40C6E8B7D3}"/>
              </a:ext>
            </a:extLst>
          </p:cNvPr>
          <p:cNvGrpSpPr/>
          <p:nvPr/>
        </p:nvGrpSpPr>
        <p:grpSpPr>
          <a:xfrm>
            <a:off x="9126942" y="448294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0CAB478A-1BC5-7D30-3000-36DCE6A747FE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AB2224A1-8280-99CA-58DE-8E2B697C1754}"/>
                </a:ext>
              </a:extLst>
            </p:cNvPr>
            <p:cNvCxnSpPr>
              <a:cxnSpLocks/>
              <a:stCxn id="232" idx="0"/>
              <a:endCxn id="232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5E66DC7E-4DE4-5BFD-01DC-C6A0221712F4}"/>
                </a:ext>
              </a:extLst>
            </p:cNvPr>
            <p:cNvCxnSpPr>
              <a:cxnSpLocks/>
              <a:stCxn id="232" idx="2"/>
              <a:endCxn id="232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9057BF3C-925E-CA66-AC06-7163A8E23CF0}"/>
              </a:ext>
            </a:extLst>
          </p:cNvPr>
          <p:cNvSpPr txBox="1"/>
          <p:nvPr/>
        </p:nvSpPr>
        <p:spPr>
          <a:xfrm>
            <a:off x="6549109" y="2597121"/>
            <a:ext cx="1325237" cy="1123712"/>
          </a:xfrm>
          <a:prstGeom prst="round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Lower-layer /devices tree has actual devices as well as the original topology information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8A6BD4B0-BE8F-D3A0-79A4-8FF69E449CF9}"/>
              </a:ext>
            </a:extLst>
          </p:cNvPr>
          <p:cNvSpPr txBox="1"/>
          <p:nvPr/>
        </p:nvSpPr>
        <p:spPr>
          <a:xfrm>
            <a:off x="2985497" y="1039387"/>
            <a:ext cx="6467412" cy="442674"/>
          </a:xfrm>
          <a:prstGeom prst="round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Upper layer /devices tree has 3 RFS nodes, as well as the original topology information augmented with a dispatching table 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6C4573C0-3804-6AFD-533F-1AAE52C9780D}"/>
              </a:ext>
            </a:extLst>
          </p:cNvPr>
          <p:cNvSpPr txBox="1"/>
          <p:nvPr/>
        </p:nvSpPr>
        <p:spPr>
          <a:xfrm>
            <a:off x="2985497" y="4777841"/>
            <a:ext cx="2480209" cy="489109"/>
          </a:xfrm>
          <a:prstGeom prst="leftRightArrow">
            <a:avLst/>
          </a:prstGeom>
          <a:solidFill>
            <a:srgbClr val="3FB4E0">
              <a:alpha val="20101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CE Routers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A8275D5E-1A2A-DD45-992A-F160580DD58C}"/>
              </a:ext>
            </a:extLst>
          </p:cNvPr>
          <p:cNvSpPr txBox="1"/>
          <p:nvPr/>
        </p:nvSpPr>
        <p:spPr>
          <a:xfrm>
            <a:off x="5648693" y="4776770"/>
            <a:ext cx="1828113" cy="489109"/>
          </a:xfrm>
          <a:prstGeom prst="leftRightArrow">
            <a:avLst/>
          </a:prstGeom>
          <a:solidFill>
            <a:srgbClr val="3FB4E0">
              <a:alpha val="20101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PE Routers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5E1B35F0-131D-D55C-82E6-E8017A8A22B8}"/>
              </a:ext>
            </a:extLst>
          </p:cNvPr>
          <p:cNvSpPr txBox="1"/>
          <p:nvPr/>
        </p:nvSpPr>
        <p:spPr>
          <a:xfrm>
            <a:off x="7624810" y="4774524"/>
            <a:ext cx="1828113" cy="489109"/>
          </a:xfrm>
          <a:prstGeom prst="leftRightArrow">
            <a:avLst/>
          </a:prstGeom>
          <a:solidFill>
            <a:srgbClr val="3FB4E0">
              <a:alpha val="20101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P Routers</a:t>
            </a:r>
          </a:p>
        </p:txBody>
      </p:sp>
      <p:sp>
        <p:nvSpPr>
          <p:cNvPr id="249" name="Donut 248">
            <a:extLst>
              <a:ext uri="{FF2B5EF4-FFF2-40B4-BE49-F238E27FC236}">
                <a16:creationId xmlns:a16="http://schemas.microsoft.com/office/drawing/2014/main" id="{742913C9-7295-781A-4358-5560AEF81550}"/>
              </a:ext>
            </a:extLst>
          </p:cNvPr>
          <p:cNvSpPr/>
          <p:nvPr/>
        </p:nvSpPr>
        <p:spPr>
          <a:xfrm>
            <a:off x="4157908" y="3266768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0" name="Donut 249">
            <a:extLst>
              <a:ext uri="{FF2B5EF4-FFF2-40B4-BE49-F238E27FC236}">
                <a16:creationId xmlns:a16="http://schemas.microsoft.com/office/drawing/2014/main" id="{18A7C7AA-6905-949F-D025-0F410FD9CE15}"/>
              </a:ext>
            </a:extLst>
          </p:cNvPr>
          <p:cNvSpPr/>
          <p:nvPr/>
        </p:nvSpPr>
        <p:spPr>
          <a:xfrm>
            <a:off x="6141233" y="3271013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1" name="Donut 250">
            <a:extLst>
              <a:ext uri="{FF2B5EF4-FFF2-40B4-BE49-F238E27FC236}">
                <a16:creationId xmlns:a16="http://schemas.microsoft.com/office/drawing/2014/main" id="{C654C255-AC51-A2CF-F8BC-8BB79B44861A}"/>
              </a:ext>
            </a:extLst>
          </p:cNvPr>
          <p:cNvSpPr/>
          <p:nvPr/>
        </p:nvSpPr>
        <p:spPr>
          <a:xfrm>
            <a:off x="8136416" y="3266767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onut 5">
            <a:extLst>
              <a:ext uri="{FF2B5EF4-FFF2-40B4-BE49-F238E27FC236}">
                <a16:creationId xmlns:a16="http://schemas.microsoft.com/office/drawing/2014/main" id="{4A4BE767-B141-86F3-8976-53FB9C5867DC}"/>
              </a:ext>
            </a:extLst>
          </p:cNvPr>
          <p:cNvSpPr/>
          <p:nvPr/>
        </p:nvSpPr>
        <p:spPr>
          <a:xfrm>
            <a:off x="6141233" y="2021275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BE6F21-6863-A00E-CBFD-8881C5D23A51}"/>
              </a:ext>
            </a:extLst>
          </p:cNvPr>
          <p:cNvSpPr txBox="1"/>
          <p:nvPr/>
        </p:nvSpPr>
        <p:spPr>
          <a:xfrm>
            <a:off x="3960577" y="3865483"/>
            <a:ext cx="553836" cy="246221"/>
          </a:xfrm>
          <a:prstGeom prst="rect">
            <a:avLst/>
          </a:prstGeom>
          <a:noFill/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cs typeface="Sabon Next LT" panose="02000500000000000000" pitchFamily="2" charset="0"/>
              </a:rPr>
              <a:t>NSO-1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BACBC-0CA3-1892-2F3D-01CC913D4D30}"/>
              </a:ext>
            </a:extLst>
          </p:cNvPr>
          <p:cNvSpPr txBox="1"/>
          <p:nvPr/>
        </p:nvSpPr>
        <p:spPr>
          <a:xfrm>
            <a:off x="5963807" y="3859385"/>
            <a:ext cx="553836" cy="246221"/>
          </a:xfrm>
          <a:prstGeom prst="rect">
            <a:avLst/>
          </a:prstGeom>
          <a:noFill/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cs typeface="Sabon Next LT" panose="02000500000000000000" pitchFamily="2" charset="0"/>
              </a:rPr>
              <a:t>NSO-2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9310A4-AE69-DDC9-191E-DE593E75056B}"/>
              </a:ext>
            </a:extLst>
          </p:cNvPr>
          <p:cNvSpPr txBox="1"/>
          <p:nvPr/>
        </p:nvSpPr>
        <p:spPr>
          <a:xfrm>
            <a:off x="7940806" y="3857750"/>
            <a:ext cx="553836" cy="246221"/>
          </a:xfrm>
          <a:prstGeom prst="rect">
            <a:avLst/>
          </a:prstGeom>
          <a:noFill/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cs typeface="Sabon Next LT" panose="02000500000000000000" pitchFamily="2" charset="0"/>
              </a:rPr>
              <a:t>NSO-3</a:t>
            </a:r>
          </a:p>
        </p:txBody>
      </p:sp>
    </p:spTree>
    <p:extLst>
      <p:ext uri="{BB962C8B-B14F-4D97-AF65-F5344CB8AC3E}">
        <p14:creationId xmlns:p14="http://schemas.microsoft.com/office/powerpoint/2010/main" val="139400731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84A73-9FF5-6DF6-DC11-31D70A3D4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80D163A-FCD4-3FF8-E6CB-8389CDF3FBC6}"/>
              </a:ext>
            </a:extLst>
          </p:cNvPr>
          <p:cNvSpPr/>
          <p:nvPr/>
        </p:nvSpPr>
        <p:spPr>
          <a:xfrm>
            <a:off x="3905645" y="2720805"/>
            <a:ext cx="4014608" cy="1048317"/>
          </a:xfrm>
          <a:prstGeom prst="roundRect">
            <a:avLst/>
          </a:prstGeom>
          <a:solidFill>
            <a:srgbClr val="3FB4E0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937453-CDBF-F1EC-4B2D-CE22727E9BFE}"/>
              </a:ext>
            </a:extLst>
          </p:cNvPr>
          <p:cNvSpPr/>
          <p:nvPr/>
        </p:nvSpPr>
        <p:spPr>
          <a:xfrm>
            <a:off x="2225749" y="992371"/>
            <a:ext cx="7088372" cy="455169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333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4EE8110-E982-27F5-008D-997CA14CCC83}"/>
              </a:ext>
            </a:extLst>
          </p:cNvPr>
          <p:cNvSpPr/>
          <p:nvPr/>
        </p:nvSpPr>
        <p:spPr>
          <a:xfrm>
            <a:off x="5652058" y="1580553"/>
            <a:ext cx="517907" cy="814095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61AB3E-B52B-FBBB-4583-0FA418297F64}"/>
              </a:ext>
            </a:extLst>
          </p:cNvPr>
          <p:cNvCxnSpPr/>
          <p:nvPr/>
        </p:nvCxnSpPr>
        <p:spPr>
          <a:xfrm>
            <a:off x="5692397" y="1664972"/>
            <a:ext cx="15919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D3E18E-E8F9-A140-ABDC-E6371F6AE1EB}"/>
              </a:ext>
            </a:extLst>
          </p:cNvPr>
          <p:cNvCxnSpPr/>
          <p:nvPr/>
        </p:nvCxnSpPr>
        <p:spPr>
          <a:xfrm>
            <a:off x="5759462" y="1723737"/>
            <a:ext cx="15919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65C1880-4347-E0AA-1E77-B47461C85354}"/>
              </a:ext>
            </a:extLst>
          </p:cNvPr>
          <p:cNvCxnSpPr/>
          <p:nvPr/>
        </p:nvCxnSpPr>
        <p:spPr>
          <a:xfrm>
            <a:off x="5851587" y="1785679"/>
            <a:ext cx="15919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3ADD7BD-44DA-C6CE-1643-13E9C51A6EE6}"/>
              </a:ext>
            </a:extLst>
          </p:cNvPr>
          <p:cNvSpPr/>
          <p:nvPr/>
        </p:nvSpPr>
        <p:spPr>
          <a:xfrm>
            <a:off x="7321876" y="2815691"/>
            <a:ext cx="517907" cy="814095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0ED7880-1BA2-74CB-C376-B08BB7971405}"/>
              </a:ext>
            </a:extLst>
          </p:cNvPr>
          <p:cNvGrpSpPr/>
          <p:nvPr/>
        </p:nvGrpSpPr>
        <p:grpSpPr>
          <a:xfrm>
            <a:off x="7352921" y="2916848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120E175-C8D9-00AC-020D-28F431E85C80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4855AE0-407D-5C6B-20F9-81647EBC7BDD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021D8CC-E544-5F4C-A0CF-F05E2690B7EC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030C8235-AB83-0E02-B1D8-A1C0ADE48135}"/>
              </a:ext>
            </a:extLst>
          </p:cNvPr>
          <p:cNvSpPr/>
          <p:nvPr/>
        </p:nvSpPr>
        <p:spPr>
          <a:xfrm>
            <a:off x="3987243" y="2815691"/>
            <a:ext cx="517907" cy="814095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06C005D-0A56-A199-3E27-150657C6CCCE}"/>
              </a:ext>
            </a:extLst>
          </p:cNvPr>
          <p:cNvGrpSpPr/>
          <p:nvPr/>
        </p:nvGrpSpPr>
        <p:grpSpPr>
          <a:xfrm>
            <a:off x="4018288" y="2916848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6BDBA9F-7026-68BF-C5F8-FCC1F9553BE4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D51C41F-1D10-4794-D896-EC1E7FA3744A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155251A-1C54-F2DF-5707-D23DFCED35F1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F41764B6-A906-8B32-CC5C-737D95428E9F}"/>
              </a:ext>
            </a:extLst>
          </p:cNvPr>
          <p:cNvCxnSpPr>
            <a:cxnSpLocks/>
            <a:stCxn id="3" idx="1"/>
            <a:endCxn id="65" idx="0"/>
          </p:cNvCxnSpPr>
          <p:nvPr/>
        </p:nvCxnSpPr>
        <p:spPr>
          <a:xfrm rot="10800000" flipV="1">
            <a:off x="4246198" y="1987601"/>
            <a:ext cx="1405861" cy="828090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8CF58D1A-0635-3E87-E1AE-37173AA0D530}"/>
              </a:ext>
            </a:extLst>
          </p:cNvPr>
          <p:cNvCxnSpPr>
            <a:cxnSpLocks/>
            <a:stCxn id="3" idx="3"/>
            <a:endCxn id="47" idx="0"/>
          </p:cNvCxnSpPr>
          <p:nvPr/>
        </p:nvCxnSpPr>
        <p:spPr>
          <a:xfrm>
            <a:off x="6169965" y="1987601"/>
            <a:ext cx="1410865" cy="828090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AE65AE8-7FA4-43A7-EB3D-C284B68366C0}"/>
              </a:ext>
            </a:extLst>
          </p:cNvPr>
          <p:cNvCxnSpPr>
            <a:cxnSpLocks/>
          </p:cNvCxnSpPr>
          <p:nvPr/>
        </p:nvCxnSpPr>
        <p:spPr>
          <a:xfrm>
            <a:off x="3722927" y="3887992"/>
            <a:ext cx="847338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Magnetic Disk 45">
            <a:extLst>
              <a:ext uri="{FF2B5EF4-FFF2-40B4-BE49-F238E27FC236}">
                <a16:creationId xmlns:a16="http://schemas.microsoft.com/office/drawing/2014/main" id="{FE6D3072-9099-952F-E121-72F69D428466}"/>
              </a:ext>
            </a:extLst>
          </p:cNvPr>
          <p:cNvSpPr/>
          <p:nvPr/>
        </p:nvSpPr>
        <p:spPr>
          <a:xfrm>
            <a:off x="2985497" y="4154093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60F01F6-95C0-9F2B-D5E9-3FE7B1D7C287}"/>
              </a:ext>
            </a:extLst>
          </p:cNvPr>
          <p:cNvGrpSpPr/>
          <p:nvPr/>
        </p:nvGrpSpPr>
        <p:grpSpPr>
          <a:xfrm>
            <a:off x="3161797" y="4257480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2DE2B7B7-01D7-16CD-8B17-DA6AA1F3215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BAE83E2-CD4A-7763-9848-A023E0ED5104}"/>
                </a:ext>
              </a:extLst>
            </p:cNvPr>
            <p:cNvCxnSpPr>
              <a:cxnSpLocks/>
              <a:stCxn id="110" idx="0"/>
              <a:endCxn id="11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4E8BB9FF-907D-534C-DBD1-CC5C23EBEA1A}"/>
                </a:ext>
              </a:extLst>
            </p:cNvPr>
            <p:cNvCxnSpPr>
              <a:cxnSpLocks/>
              <a:stCxn id="110" idx="2"/>
              <a:endCxn id="11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0FFF243-C0EC-C2F0-8F7E-B30558B52A02}"/>
              </a:ext>
            </a:extLst>
          </p:cNvPr>
          <p:cNvCxnSpPr>
            <a:stCxn id="65" idx="2"/>
          </p:cNvCxnSpPr>
          <p:nvPr/>
        </p:nvCxnSpPr>
        <p:spPr>
          <a:xfrm flipH="1">
            <a:off x="4244543" y="3629786"/>
            <a:ext cx="1654" cy="2582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EA51BB9E-D07E-A3A7-3B9B-EA360546F746}"/>
              </a:ext>
            </a:extLst>
          </p:cNvPr>
          <p:cNvCxnSpPr>
            <a:cxnSpLocks/>
            <a:stCxn id="108" idx="1"/>
          </p:cNvCxnSpPr>
          <p:nvPr/>
        </p:nvCxnSpPr>
        <p:spPr>
          <a:xfrm rot="5400000" flipH="1" flipV="1">
            <a:off x="3368478" y="3757056"/>
            <a:ext cx="266102" cy="527972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58002B3-137D-BD26-A2DE-EE5714F0AD73}"/>
              </a:ext>
            </a:extLst>
          </p:cNvPr>
          <p:cNvCxnSpPr>
            <a:cxnSpLocks/>
          </p:cNvCxnSpPr>
          <p:nvPr/>
        </p:nvCxnSpPr>
        <p:spPr>
          <a:xfrm flipV="1">
            <a:off x="3908174" y="3887991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43DCB12-CDDD-1F97-EC75-ECAFC2565D36}"/>
              </a:ext>
            </a:extLst>
          </p:cNvPr>
          <p:cNvCxnSpPr/>
          <p:nvPr/>
        </p:nvCxnSpPr>
        <p:spPr>
          <a:xfrm flipV="1">
            <a:off x="4570265" y="3887991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B1451319-618B-71EB-0608-D76127FB7A45}"/>
              </a:ext>
            </a:extLst>
          </p:cNvPr>
          <p:cNvCxnSpPr>
            <a:cxnSpLocks/>
          </p:cNvCxnSpPr>
          <p:nvPr/>
        </p:nvCxnSpPr>
        <p:spPr>
          <a:xfrm>
            <a:off x="7249731" y="3891350"/>
            <a:ext cx="84797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1B87F2FE-24A6-D34C-9EBA-45EBA5EAC836}"/>
              </a:ext>
            </a:extLst>
          </p:cNvPr>
          <p:cNvCxnSpPr/>
          <p:nvPr/>
        </p:nvCxnSpPr>
        <p:spPr>
          <a:xfrm flipH="1">
            <a:off x="7586100" y="3633144"/>
            <a:ext cx="1654" cy="2582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Elbow Connector 166">
            <a:extLst>
              <a:ext uri="{FF2B5EF4-FFF2-40B4-BE49-F238E27FC236}">
                <a16:creationId xmlns:a16="http://schemas.microsoft.com/office/drawing/2014/main" id="{50A40DAF-350E-8CE8-92C4-5AA182E23E62}"/>
              </a:ext>
            </a:extLst>
          </p:cNvPr>
          <p:cNvCxnSpPr>
            <a:cxnSpLocks/>
          </p:cNvCxnSpPr>
          <p:nvPr/>
        </p:nvCxnSpPr>
        <p:spPr>
          <a:xfrm rot="16200000" flipV="1">
            <a:off x="8193511" y="3795543"/>
            <a:ext cx="280564" cy="472178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633F3D77-0246-9074-833D-2D0C26FFDAD4}"/>
              </a:ext>
            </a:extLst>
          </p:cNvPr>
          <p:cNvCxnSpPr/>
          <p:nvPr/>
        </p:nvCxnSpPr>
        <p:spPr>
          <a:xfrm flipV="1">
            <a:off x="7249731" y="3891349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7FA49EB2-42DF-3B7B-0898-EB648D1D21D3}"/>
              </a:ext>
            </a:extLst>
          </p:cNvPr>
          <p:cNvCxnSpPr/>
          <p:nvPr/>
        </p:nvCxnSpPr>
        <p:spPr>
          <a:xfrm flipV="1">
            <a:off x="7911822" y="3891349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Magnetic Disk 45">
            <a:extLst>
              <a:ext uri="{FF2B5EF4-FFF2-40B4-BE49-F238E27FC236}">
                <a16:creationId xmlns:a16="http://schemas.microsoft.com/office/drawing/2014/main" id="{8224E25B-8555-4BD2-78C4-A1EF39AA7AD7}"/>
              </a:ext>
            </a:extLst>
          </p:cNvPr>
          <p:cNvSpPr/>
          <p:nvPr/>
        </p:nvSpPr>
        <p:spPr>
          <a:xfrm>
            <a:off x="3653816" y="4162387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F616025F-4382-3E8C-9BEA-29CC342C1D3B}"/>
              </a:ext>
            </a:extLst>
          </p:cNvPr>
          <p:cNvGrpSpPr/>
          <p:nvPr/>
        </p:nvGrpSpPr>
        <p:grpSpPr>
          <a:xfrm>
            <a:off x="3830116" y="42657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090CD1C9-6B89-55D2-98BD-71069021CFE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DE9474A1-9145-9B60-0916-DB30D6C08673}"/>
                </a:ext>
              </a:extLst>
            </p:cNvPr>
            <p:cNvCxnSpPr>
              <a:cxnSpLocks/>
              <a:stCxn id="184" idx="0"/>
              <a:endCxn id="184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D336E50C-59C6-5819-5772-3D3795134637}"/>
                </a:ext>
              </a:extLst>
            </p:cNvPr>
            <p:cNvCxnSpPr>
              <a:cxnSpLocks/>
              <a:stCxn id="184" idx="2"/>
              <a:endCxn id="184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Magnetic Disk 45">
            <a:extLst>
              <a:ext uri="{FF2B5EF4-FFF2-40B4-BE49-F238E27FC236}">
                <a16:creationId xmlns:a16="http://schemas.microsoft.com/office/drawing/2014/main" id="{1AF49D67-8BF3-3124-66D9-E2E58BE0A119}"/>
              </a:ext>
            </a:extLst>
          </p:cNvPr>
          <p:cNvSpPr/>
          <p:nvPr/>
        </p:nvSpPr>
        <p:spPr>
          <a:xfrm>
            <a:off x="4326760" y="4154092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1291A4A-F1C2-0602-118F-42C87BA164C2}"/>
              </a:ext>
            </a:extLst>
          </p:cNvPr>
          <p:cNvGrpSpPr/>
          <p:nvPr/>
        </p:nvGrpSpPr>
        <p:grpSpPr>
          <a:xfrm>
            <a:off x="4503060" y="4257479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7D2CE261-DDE2-590E-645D-874C6A3C65D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9106DC35-968D-0A0D-656E-47F0362BA513}"/>
                </a:ext>
              </a:extLst>
            </p:cNvPr>
            <p:cNvCxnSpPr>
              <a:cxnSpLocks/>
              <a:stCxn id="190" idx="0"/>
              <a:endCxn id="19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7087947F-0965-1420-75DE-01022AB00E24}"/>
                </a:ext>
              </a:extLst>
            </p:cNvPr>
            <p:cNvCxnSpPr>
              <a:cxnSpLocks/>
              <a:stCxn id="190" idx="2"/>
              <a:endCxn id="19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Magnetic Disk 45">
            <a:extLst>
              <a:ext uri="{FF2B5EF4-FFF2-40B4-BE49-F238E27FC236}">
                <a16:creationId xmlns:a16="http://schemas.microsoft.com/office/drawing/2014/main" id="{EFFA9592-33D5-1188-836C-E7476916ED58}"/>
              </a:ext>
            </a:extLst>
          </p:cNvPr>
          <p:cNvSpPr/>
          <p:nvPr/>
        </p:nvSpPr>
        <p:spPr>
          <a:xfrm>
            <a:off x="6991722" y="4162388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06F0B6D3-8B73-E7E6-BEC3-0827FF81F1E9}"/>
              </a:ext>
            </a:extLst>
          </p:cNvPr>
          <p:cNvGrpSpPr/>
          <p:nvPr/>
        </p:nvGrpSpPr>
        <p:grpSpPr>
          <a:xfrm>
            <a:off x="7168022" y="4265775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14CB43E6-2DD4-43CC-A05C-45F076C56118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CC97F60E-4A64-5B76-88E7-49C286D83E21}"/>
                </a:ext>
              </a:extLst>
            </p:cNvPr>
            <p:cNvCxnSpPr>
              <a:cxnSpLocks/>
              <a:stCxn id="220" idx="0"/>
              <a:endCxn id="22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59B392BA-33E4-FE5A-610B-421514B0395B}"/>
                </a:ext>
              </a:extLst>
            </p:cNvPr>
            <p:cNvCxnSpPr>
              <a:cxnSpLocks/>
              <a:stCxn id="220" idx="2"/>
              <a:endCxn id="22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4" name="Magnetic Disk 45">
            <a:extLst>
              <a:ext uri="{FF2B5EF4-FFF2-40B4-BE49-F238E27FC236}">
                <a16:creationId xmlns:a16="http://schemas.microsoft.com/office/drawing/2014/main" id="{67FF81F5-D9C1-B590-0067-D9171F686134}"/>
              </a:ext>
            </a:extLst>
          </p:cNvPr>
          <p:cNvSpPr/>
          <p:nvPr/>
        </p:nvSpPr>
        <p:spPr>
          <a:xfrm>
            <a:off x="7667754" y="4162387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0069C878-279C-AAEA-EB73-B18DB774C0D4}"/>
              </a:ext>
            </a:extLst>
          </p:cNvPr>
          <p:cNvGrpSpPr/>
          <p:nvPr/>
        </p:nvGrpSpPr>
        <p:grpSpPr>
          <a:xfrm>
            <a:off x="7844054" y="42657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D5014D8A-0F17-C6E7-BAEC-A855C658D2F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D04AAE84-8F4B-B706-6215-AE522D4FA861}"/>
                </a:ext>
              </a:extLst>
            </p:cNvPr>
            <p:cNvCxnSpPr>
              <a:cxnSpLocks/>
              <a:stCxn id="226" idx="0"/>
              <a:endCxn id="226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257E99B4-7A6E-DA70-4706-086191E25CAF}"/>
                </a:ext>
              </a:extLst>
            </p:cNvPr>
            <p:cNvCxnSpPr>
              <a:cxnSpLocks/>
              <a:stCxn id="226" idx="2"/>
              <a:endCxn id="226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0" name="Magnetic Disk 45">
            <a:extLst>
              <a:ext uri="{FF2B5EF4-FFF2-40B4-BE49-F238E27FC236}">
                <a16:creationId xmlns:a16="http://schemas.microsoft.com/office/drawing/2014/main" id="{46F47E98-C090-3852-A1E8-EC701E5A0274}"/>
              </a:ext>
            </a:extLst>
          </p:cNvPr>
          <p:cNvSpPr/>
          <p:nvPr/>
        </p:nvSpPr>
        <p:spPr>
          <a:xfrm>
            <a:off x="8317554" y="4162387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82395069-340D-5FAB-F281-76BBBF095870}"/>
              </a:ext>
            </a:extLst>
          </p:cNvPr>
          <p:cNvGrpSpPr/>
          <p:nvPr/>
        </p:nvGrpSpPr>
        <p:grpSpPr>
          <a:xfrm>
            <a:off x="8493854" y="42657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C9D9C11D-5A2E-EEA2-3217-CD334600A8C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7FB601B0-B18E-7DCD-02EC-E63582B0F95F}"/>
                </a:ext>
              </a:extLst>
            </p:cNvPr>
            <p:cNvCxnSpPr>
              <a:cxnSpLocks/>
              <a:stCxn id="232" idx="0"/>
              <a:endCxn id="232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E279A325-DE72-4E18-2C15-ED8CB064B43F}"/>
                </a:ext>
              </a:extLst>
            </p:cNvPr>
            <p:cNvCxnSpPr>
              <a:cxnSpLocks/>
              <a:stCxn id="232" idx="2"/>
              <a:endCxn id="232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5" name="TextBox 234">
            <a:extLst>
              <a:ext uri="{FF2B5EF4-FFF2-40B4-BE49-F238E27FC236}">
                <a16:creationId xmlns:a16="http://schemas.microsoft.com/office/drawing/2014/main" id="{63B0DC6A-B3B8-F41F-127B-EF66A7FA71BA}"/>
              </a:ext>
            </a:extLst>
          </p:cNvPr>
          <p:cNvSpPr txBox="1"/>
          <p:nvPr/>
        </p:nvSpPr>
        <p:spPr>
          <a:xfrm>
            <a:off x="2314216" y="2733061"/>
            <a:ext cx="1509253" cy="953453"/>
          </a:xfrm>
          <a:prstGeom prst="round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NSO nodes, possibly in different data centers, possibly geographically distributed 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CDD5658-5BC1-7B97-24D3-ED066B0ED2B9}"/>
              </a:ext>
            </a:extLst>
          </p:cNvPr>
          <p:cNvSpPr txBox="1"/>
          <p:nvPr/>
        </p:nvSpPr>
        <p:spPr>
          <a:xfrm>
            <a:off x="7996272" y="2875170"/>
            <a:ext cx="1224956" cy="783193"/>
          </a:xfrm>
          <a:prstGeom prst="round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Lower-layer (RFS nodes) /devices tree has actual devices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1826B18B-7D3E-420D-62EE-F0C196C17FE7}"/>
              </a:ext>
            </a:extLst>
          </p:cNvPr>
          <p:cNvSpPr txBox="1"/>
          <p:nvPr/>
        </p:nvSpPr>
        <p:spPr>
          <a:xfrm>
            <a:off x="2985496" y="1137000"/>
            <a:ext cx="5834339" cy="272415"/>
          </a:xfrm>
          <a:prstGeom prst="round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Upper-layer NSO (CFS), has 2 devices in the /devices tree, the two lower layer NSO nodes 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C8A71FD-A669-0D2E-99B9-342802876983}"/>
              </a:ext>
            </a:extLst>
          </p:cNvPr>
          <p:cNvSpPr txBox="1"/>
          <p:nvPr/>
        </p:nvSpPr>
        <p:spPr>
          <a:xfrm>
            <a:off x="2985497" y="4546145"/>
            <a:ext cx="1845356" cy="489109"/>
          </a:xfrm>
          <a:prstGeom prst="leftRightArrow">
            <a:avLst/>
          </a:prstGeom>
          <a:solidFill>
            <a:srgbClr val="3FB4E0">
              <a:alpha val="20101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</a:rPr>
              <a:t>Netsim</a:t>
            </a:r>
            <a:r>
              <a:rPr lang="en-US" sz="1000" dirty="0">
                <a:solidFill>
                  <a:srgbClr val="3FB4E0"/>
                </a:solidFill>
              </a:rPr>
              <a:t> Device ex0 … ex2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A1CFEA8F-4420-0823-75AC-09BFEC9CE3ED}"/>
              </a:ext>
            </a:extLst>
          </p:cNvPr>
          <p:cNvSpPr txBox="1"/>
          <p:nvPr/>
        </p:nvSpPr>
        <p:spPr>
          <a:xfrm>
            <a:off x="6974480" y="4555986"/>
            <a:ext cx="1845355" cy="489109"/>
          </a:xfrm>
          <a:prstGeom prst="leftRightArrow">
            <a:avLst/>
          </a:prstGeom>
          <a:solidFill>
            <a:srgbClr val="3FB4E0">
              <a:alpha val="20101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</a:rPr>
              <a:t>Netsim</a:t>
            </a:r>
            <a:r>
              <a:rPr lang="en-US" sz="1000" dirty="0">
                <a:solidFill>
                  <a:srgbClr val="3FB4E0"/>
                </a:solidFill>
              </a:rPr>
              <a:t> Device ex3 … ex5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7BAC92A4-1D66-C5A3-68F6-385AA70F9044}"/>
              </a:ext>
            </a:extLst>
          </p:cNvPr>
          <p:cNvSpPr txBox="1"/>
          <p:nvPr/>
        </p:nvSpPr>
        <p:spPr>
          <a:xfrm>
            <a:off x="2985496" y="5137094"/>
            <a:ext cx="5834340" cy="272415"/>
          </a:xfrm>
          <a:prstGeom prst="round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Device layer, each RFS node has a subset of the managed devices mounted in the /devices tree</a:t>
            </a:r>
          </a:p>
        </p:txBody>
      </p:sp>
      <p:sp>
        <p:nvSpPr>
          <p:cNvPr id="249" name="Donut 248">
            <a:extLst>
              <a:ext uri="{FF2B5EF4-FFF2-40B4-BE49-F238E27FC236}">
                <a16:creationId xmlns:a16="http://schemas.microsoft.com/office/drawing/2014/main" id="{4C6B4DF3-F4D4-EEB8-08AA-AD4E3F04A50A}"/>
              </a:ext>
            </a:extLst>
          </p:cNvPr>
          <p:cNvSpPr/>
          <p:nvPr/>
        </p:nvSpPr>
        <p:spPr>
          <a:xfrm>
            <a:off x="4157908" y="3266768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1" name="Donut 250">
            <a:extLst>
              <a:ext uri="{FF2B5EF4-FFF2-40B4-BE49-F238E27FC236}">
                <a16:creationId xmlns:a16="http://schemas.microsoft.com/office/drawing/2014/main" id="{2BD00ABD-599B-E275-424C-BDB926C2F96E}"/>
              </a:ext>
            </a:extLst>
          </p:cNvPr>
          <p:cNvSpPr/>
          <p:nvPr/>
        </p:nvSpPr>
        <p:spPr>
          <a:xfrm>
            <a:off x="7503328" y="3266768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6113E-4C24-94FC-24B5-D7D8A5327010}"/>
              </a:ext>
            </a:extLst>
          </p:cNvPr>
          <p:cNvSpPr txBox="1"/>
          <p:nvPr/>
        </p:nvSpPr>
        <p:spPr>
          <a:xfrm>
            <a:off x="5923314" y="2875170"/>
            <a:ext cx="1312011" cy="783193"/>
          </a:xfrm>
          <a:prstGeom prst="round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lower-nso-2,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has three actual (</a:t>
            </a:r>
            <a:r>
              <a:rPr lang="en-US" sz="1000" dirty="0" err="1">
                <a:solidFill>
                  <a:srgbClr val="3FB4E0"/>
                </a:solidFill>
              </a:rPr>
              <a:t>Netsim</a:t>
            </a:r>
            <a:r>
              <a:rPr lang="en-US" sz="1000" dirty="0">
                <a:solidFill>
                  <a:srgbClr val="3FB4E0"/>
                </a:solidFill>
              </a:rPr>
              <a:t>) routers in the /device tree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DFC4FF-BF7A-EF1F-1AD0-FA05EBFC81D4}"/>
              </a:ext>
            </a:extLst>
          </p:cNvPr>
          <p:cNvSpPr txBox="1"/>
          <p:nvPr/>
        </p:nvSpPr>
        <p:spPr>
          <a:xfrm>
            <a:off x="4583072" y="2875171"/>
            <a:ext cx="1264223" cy="783193"/>
          </a:xfrm>
          <a:prstGeom prst="round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lower-nso-1, 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has three actual (</a:t>
            </a:r>
            <a:r>
              <a:rPr lang="en-US" sz="1000" dirty="0" err="1">
                <a:solidFill>
                  <a:srgbClr val="3FB4E0"/>
                </a:solidFill>
              </a:rPr>
              <a:t>Netsim</a:t>
            </a:r>
            <a:r>
              <a:rPr lang="en-US" sz="1000" dirty="0">
                <a:solidFill>
                  <a:srgbClr val="3FB4E0"/>
                </a:solidFill>
              </a:rPr>
              <a:t>) routers in the /device tree</a:t>
            </a:r>
          </a:p>
        </p:txBody>
      </p:sp>
      <p:sp>
        <p:nvSpPr>
          <p:cNvPr id="18" name="Donut 17">
            <a:extLst>
              <a:ext uri="{FF2B5EF4-FFF2-40B4-BE49-F238E27FC236}">
                <a16:creationId xmlns:a16="http://schemas.microsoft.com/office/drawing/2014/main" id="{7982F702-840C-CD1C-796B-78F1A4E28101}"/>
              </a:ext>
            </a:extLst>
          </p:cNvPr>
          <p:cNvSpPr/>
          <p:nvPr/>
        </p:nvSpPr>
        <p:spPr>
          <a:xfrm>
            <a:off x="5826586" y="2056112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346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52FCE-D6B4-6700-5866-47DFFCF24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14CAF34A-A992-C2D2-ACB0-4F5A2D2C6577}"/>
              </a:ext>
            </a:extLst>
          </p:cNvPr>
          <p:cNvSpPr/>
          <p:nvPr/>
        </p:nvSpPr>
        <p:spPr>
          <a:xfrm>
            <a:off x="3592273" y="4054460"/>
            <a:ext cx="1297608" cy="473982"/>
          </a:xfrm>
          <a:prstGeom prst="roundRect">
            <a:avLst/>
          </a:prstGeom>
          <a:solidFill>
            <a:srgbClr val="3FB4E0">
              <a:alpha val="1997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9AEB7CC-AED1-A561-81A5-87E0308C9460}"/>
              </a:ext>
            </a:extLst>
          </p:cNvPr>
          <p:cNvSpPr/>
          <p:nvPr/>
        </p:nvSpPr>
        <p:spPr>
          <a:xfrm>
            <a:off x="2237244" y="4060102"/>
            <a:ext cx="1297608" cy="473982"/>
          </a:xfrm>
          <a:prstGeom prst="roundRect">
            <a:avLst/>
          </a:prstGeom>
          <a:solidFill>
            <a:srgbClr val="3FB4E0">
              <a:alpha val="1997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E8FEFBB-6654-7282-A1D8-9482378929B6}"/>
              </a:ext>
            </a:extLst>
          </p:cNvPr>
          <p:cNvSpPr/>
          <p:nvPr/>
        </p:nvSpPr>
        <p:spPr>
          <a:xfrm>
            <a:off x="4948713" y="4057649"/>
            <a:ext cx="1936771" cy="470793"/>
          </a:xfrm>
          <a:prstGeom prst="roundRect">
            <a:avLst/>
          </a:prstGeom>
          <a:solidFill>
            <a:srgbClr val="3FB4E0">
              <a:alpha val="1997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892602B-90E9-3103-93BD-C5081127F8E4}"/>
              </a:ext>
            </a:extLst>
          </p:cNvPr>
          <p:cNvSpPr/>
          <p:nvPr/>
        </p:nvSpPr>
        <p:spPr>
          <a:xfrm>
            <a:off x="6925484" y="4057649"/>
            <a:ext cx="1949576" cy="465856"/>
          </a:xfrm>
          <a:prstGeom prst="roundRect">
            <a:avLst/>
          </a:prstGeom>
          <a:solidFill>
            <a:srgbClr val="3FB4E0">
              <a:alpha val="1997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9D8221F7-1B44-AC8E-622D-BD2AD6CF62A0}"/>
              </a:ext>
            </a:extLst>
          </p:cNvPr>
          <p:cNvCxnSpPr>
            <a:cxnSpLocks/>
          </p:cNvCxnSpPr>
          <p:nvPr/>
        </p:nvCxnSpPr>
        <p:spPr>
          <a:xfrm flipV="1">
            <a:off x="2573803" y="3875478"/>
            <a:ext cx="683082" cy="279742"/>
          </a:xfrm>
          <a:prstGeom prst="bentConnector3">
            <a:avLst>
              <a:gd name="adj1" fmla="val -1101"/>
            </a:avLst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CCC3656-234A-FE9E-CD82-3CA009822455}"/>
              </a:ext>
            </a:extLst>
          </p:cNvPr>
          <p:cNvSpPr/>
          <p:nvPr/>
        </p:nvSpPr>
        <p:spPr>
          <a:xfrm>
            <a:off x="2094807" y="2074127"/>
            <a:ext cx="6912033" cy="3066284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F9037C1-B99F-B385-E5B3-D0A70A97A429}"/>
              </a:ext>
            </a:extLst>
          </p:cNvPr>
          <p:cNvSpPr/>
          <p:nvPr/>
        </p:nvSpPr>
        <p:spPr>
          <a:xfrm>
            <a:off x="5343445" y="2675889"/>
            <a:ext cx="517907" cy="814095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A743FC-3D64-5FB4-047B-36FC423AB843}"/>
              </a:ext>
            </a:extLst>
          </p:cNvPr>
          <p:cNvCxnSpPr/>
          <p:nvPr/>
        </p:nvCxnSpPr>
        <p:spPr>
          <a:xfrm>
            <a:off x="5384354" y="2760308"/>
            <a:ext cx="15919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5D07C6-5472-1B0A-FE11-34D04B7810E5}"/>
              </a:ext>
            </a:extLst>
          </p:cNvPr>
          <p:cNvCxnSpPr/>
          <p:nvPr/>
        </p:nvCxnSpPr>
        <p:spPr>
          <a:xfrm>
            <a:off x="5451419" y="2819073"/>
            <a:ext cx="15919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D0CE0C2-F86A-52F6-F894-BF249E28A8B5}"/>
              </a:ext>
            </a:extLst>
          </p:cNvPr>
          <p:cNvCxnSpPr/>
          <p:nvPr/>
        </p:nvCxnSpPr>
        <p:spPr>
          <a:xfrm>
            <a:off x="5543544" y="2881015"/>
            <a:ext cx="15919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41649FA-BB0F-EE54-46AD-D441FC8A2E93}"/>
              </a:ext>
            </a:extLst>
          </p:cNvPr>
          <p:cNvCxnSpPr>
            <a:cxnSpLocks/>
          </p:cNvCxnSpPr>
          <p:nvPr/>
        </p:nvCxnSpPr>
        <p:spPr>
          <a:xfrm>
            <a:off x="3722926" y="3874385"/>
            <a:ext cx="3516834" cy="40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Magnetic Disk 45">
            <a:extLst>
              <a:ext uri="{FF2B5EF4-FFF2-40B4-BE49-F238E27FC236}">
                <a16:creationId xmlns:a16="http://schemas.microsoft.com/office/drawing/2014/main" id="{BA024C18-C431-3BEA-012F-485DF0722E6F}"/>
              </a:ext>
            </a:extLst>
          </p:cNvPr>
          <p:cNvSpPr/>
          <p:nvPr/>
        </p:nvSpPr>
        <p:spPr>
          <a:xfrm>
            <a:off x="2985496" y="4140486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B05E1F4-6351-52DE-6630-1E9B0D413D42}"/>
              </a:ext>
            </a:extLst>
          </p:cNvPr>
          <p:cNvGrpSpPr/>
          <p:nvPr/>
        </p:nvGrpSpPr>
        <p:grpSpPr>
          <a:xfrm>
            <a:off x="3161796" y="424387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94CC72E-0101-61D4-82B3-F4141A8A8BD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7A68AA42-DEBE-4ABF-89DB-40D3EA6B2963}"/>
                </a:ext>
              </a:extLst>
            </p:cNvPr>
            <p:cNvCxnSpPr>
              <a:cxnSpLocks/>
              <a:stCxn id="110" idx="0"/>
              <a:endCxn id="11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1C9C0A43-F71E-CEB0-9CB7-E061C7D7ADC6}"/>
                </a:ext>
              </a:extLst>
            </p:cNvPr>
            <p:cNvCxnSpPr>
              <a:cxnSpLocks/>
              <a:stCxn id="110" idx="2"/>
              <a:endCxn id="11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5143C569-90DD-1B9D-A1DD-93F61CFFEF73}"/>
              </a:ext>
            </a:extLst>
          </p:cNvPr>
          <p:cNvCxnSpPr>
            <a:cxnSpLocks/>
            <a:stCxn id="108" idx="1"/>
          </p:cNvCxnSpPr>
          <p:nvPr/>
        </p:nvCxnSpPr>
        <p:spPr>
          <a:xfrm rot="5400000" flipH="1" flipV="1">
            <a:off x="3368477" y="3743449"/>
            <a:ext cx="266102" cy="527972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3F071B29-8B56-FE9D-3439-A596EDF4B0E7}"/>
              </a:ext>
            </a:extLst>
          </p:cNvPr>
          <p:cNvCxnSpPr>
            <a:cxnSpLocks/>
          </p:cNvCxnSpPr>
          <p:nvPr/>
        </p:nvCxnSpPr>
        <p:spPr>
          <a:xfrm flipV="1">
            <a:off x="3908173" y="3874384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1CC8919-E266-5A6D-FDD8-800D7225C91B}"/>
              </a:ext>
            </a:extLst>
          </p:cNvPr>
          <p:cNvCxnSpPr/>
          <p:nvPr/>
        </p:nvCxnSpPr>
        <p:spPr>
          <a:xfrm flipV="1">
            <a:off x="4570264" y="3874384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93FCBCA0-72FF-673D-EA8B-AFEFA14F2E38}"/>
              </a:ext>
            </a:extLst>
          </p:cNvPr>
          <p:cNvCxnSpPr>
            <a:cxnSpLocks/>
          </p:cNvCxnSpPr>
          <p:nvPr/>
        </p:nvCxnSpPr>
        <p:spPr>
          <a:xfrm flipV="1">
            <a:off x="7239760" y="3873449"/>
            <a:ext cx="853936" cy="493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C1806D80-C7C4-C4BA-A39A-71B586EB0DF7}"/>
              </a:ext>
            </a:extLst>
          </p:cNvPr>
          <p:cNvCxnSpPr/>
          <p:nvPr/>
        </p:nvCxnSpPr>
        <p:spPr>
          <a:xfrm flipV="1">
            <a:off x="7239760" y="3878386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F03C09A0-CF63-CEBE-16F7-3C1938932A06}"/>
              </a:ext>
            </a:extLst>
          </p:cNvPr>
          <p:cNvCxnSpPr/>
          <p:nvPr/>
        </p:nvCxnSpPr>
        <p:spPr>
          <a:xfrm flipV="1">
            <a:off x="7907814" y="3873448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Magnetic Disk 45">
            <a:extLst>
              <a:ext uri="{FF2B5EF4-FFF2-40B4-BE49-F238E27FC236}">
                <a16:creationId xmlns:a16="http://schemas.microsoft.com/office/drawing/2014/main" id="{1A941974-869C-D52F-C1CF-73F2B9EF584F}"/>
              </a:ext>
            </a:extLst>
          </p:cNvPr>
          <p:cNvSpPr/>
          <p:nvPr/>
        </p:nvSpPr>
        <p:spPr>
          <a:xfrm>
            <a:off x="3653815" y="4148780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2E09BEA7-B4B4-853D-BDBD-519C26CEEE30}"/>
              </a:ext>
            </a:extLst>
          </p:cNvPr>
          <p:cNvGrpSpPr/>
          <p:nvPr/>
        </p:nvGrpSpPr>
        <p:grpSpPr>
          <a:xfrm>
            <a:off x="3830115" y="4252167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5C90437E-79D7-2154-6D36-0FD38AF1794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7D2A6B57-F4E8-175A-6400-790B5304780A}"/>
                </a:ext>
              </a:extLst>
            </p:cNvPr>
            <p:cNvCxnSpPr>
              <a:cxnSpLocks/>
              <a:stCxn id="184" idx="0"/>
              <a:endCxn id="184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EB811310-E412-41E3-1293-CA267E44A59B}"/>
                </a:ext>
              </a:extLst>
            </p:cNvPr>
            <p:cNvCxnSpPr>
              <a:cxnSpLocks/>
              <a:stCxn id="184" idx="2"/>
              <a:endCxn id="184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Magnetic Disk 45">
            <a:extLst>
              <a:ext uri="{FF2B5EF4-FFF2-40B4-BE49-F238E27FC236}">
                <a16:creationId xmlns:a16="http://schemas.microsoft.com/office/drawing/2014/main" id="{45852071-A5A9-FDD9-9343-EE1B382EDED7}"/>
              </a:ext>
            </a:extLst>
          </p:cNvPr>
          <p:cNvSpPr/>
          <p:nvPr/>
        </p:nvSpPr>
        <p:spPr>
          <a:xfrm>
            <a:off x="4326759" y="4140485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4578DBD7-75D9-A50B-6335-E1829FF58DDE}"/>
              </a:ext>
            </a:extLst>
          </p:cNvPr>
          <p:cNvGrpSpPr/>
          <p:nvPr/>
        </p:nvGrpSpPr>
        <p:grpSpPr>
          <a:xfrm>
            <a:off x="4503059" y="4243872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64FEDB9A-9BF6-3E53-9FB3-B0FA0DA843C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F7B90420-F443-3022-0EC9-EC2552BC05C6}"/>
                </a:ext>
              </a:extLst>
            </p:cNvPr>
            <p:cNvCxnSpPr>
              <a:cxnSpLocks/>
              <a:stCxn id="190" idx="0"/>
              <a:endCxn id="19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C2F88F28-BF62-6EF7-0EFA-7292A7CEE402}"/>
                </a:ext>
              </a:extLst>
            </p:cNvPr>
            <p:cNvCxnSpPr>
              <a:cxnSpLocks/>
              <a:stCxn id="190" idx="2"/>
              <a:endCxn id="19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Magnetic Disk 45">
            <a:extLst>
              <a:ext uri="{FF2B5EF4-FFF2-40B4-BE49-F238E27FC236}">
                <a16:creationId xmlns:a16="http://schemas.microsoft.com/office/drawing/2014/main" id="{4838F98F-5012-F37A-850D-1961FE0BACCD}"/>
              </a:ext>
            </a:extLst>
          </p:cNvPr>
          <p:cNvSpPr/>
          <p:nvPr/>
        </p:nvSpPr>
        <p:spPr>
          <a:xfrm>
            <a:off x="6987714" y="4144487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DE830415-30B3-CB51-1EC3-9CC2AE2C7A86}"/>
              </a:ext>
            </a:extLst>
          </p:cNvPr>
          <p:cNvGrpSpPr/>
          <p:nvPr/>
        </p:nvGrpSpPr>
        <p:grpSpPr>
          <a:xfrm>
            <a:off x="7164014" y="42478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9F87178A-5B0C-BB58-E60B-51F224494E3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FCE697C7-1239-A28D-3EC3-1863B44BD5CF}"/>
                </a:ext>
              </a:extLst>
            </p:cNvPr>
            <p:cNvCxnSpPr>
              <a:cxnSpLocks/>
              <a:stCxn id="220" idx="0"/>
              <a:endCxn id="22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A0E35E2E-8925-81AD-B081-F24AE55A7B3A}"/>
                </a:ext>
              </a:extLst>
            </p:cNvPr>
            <p:cNvCxnSpPr>
              <a:cxnSpLocks/>
              <a:stCxn id="220" idx="2"/>
              <a:endCxn id="22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4" name="Magnetic Disk 45">
            <a:extLst>
              <a:ext uri="{FF2B5EF4-FFF2-40B4-BE49-F238E27FC236}">
                <a16:creationId xmlns:a16="http://schemas.microsoft.com/office/drawing/2014/main" id="{0E733224-0E4B-7744-170A-0FCCB40735FD}"/>
              </a:ext>
            </a:extLst>
          </p:cNvPr>
          <p:cNvSpPr/>
          <p:nvPr/>
        </p:nvSpPr>
        <p:spPr>
          <a:xfrm>
            <a:off x="7663746" y="4144486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45D48212-EF6A-9CF2-7BBA-6C9D6F36AFA0}"/>
              </a:ext>
            </a:extLst>
          </p:cNvPr>
          <p:cNvGrpSpPr/>
          <p:nvPr/>
        </p:nvGrpSpPr>
        <p:grpSpPr>
          <a:xfrm>
            <a:off x="7840046" y="424787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95A84296-5D76-83A9-F161-DED20CA72CB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C9B1C5A0-5137-9976-62FF-7B645759511F}"/>
                </a:ext>
              </a:extLst>
            </p:cNvPr>
            <p:cNvCxnSpPr>
              <a:cxnSpLocks/>
              <a:stCxn id="226" idx="0"/>
              <a:endCxn id="226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25C3169E-33C4-26EF-3B8F-E63E25A8E257}"/>
                </a:ext>
              </a:extLst>
            </p:cNvPr>
            <p:cNvCxnSpPr>
              <a:cxnSpLocks/>
              <a:stCxn id="226" idx="2"/>
              <a:endCxn id="226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0" name="Magnetic Disk 45">
            <a:extLst>
              <a:ext uri="{FF2B5EF4-FFF2-40B4-BE49-F238E27FC236}">
                <a16:creationId xmlns:a16="http://schemas.microsoft.com/office/drawing/2014/main" id="{43E62643-8EE7-E291-0E1C-45EC021D6399}"/>
              </a:ext>
            </a:extLst>
          </p:cNvPr>
          <p:cNvSpPr/>
          <p:nvPr/>
        </p:nvSpPr>
        <p:spPr>
          <a:xfrm>
            <a:off x="8313546" y="4144486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CAFF518A-9D3E-A937-9691-C3412AB780DD}"/>
              </a:ext>
            </a:extLst>
          </p:cNvPr>
          <p:cNvGrpSpPr/>
          <p:nvPr/>
        </p:nvGrpSpPr>
        <p:grpSpPr>
          <a:xfrm>
            <a:off x="8489846" y="424787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9006F2F4-FD48-5B1D-BDE7-84C0AC3089B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EA8D8F2B-EB40-A09B-F9ED-8B0EB03310F5}"/>
                </a:ext>
              </a:extLst>
            </p:cNvPr>
            <p:cNvCxnSpPr>
              <a:cxnSpLocks/>
              <a:stCxn id="232" idx="0"/>
              <a:endCxn id="232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D5634020-10FD-6C89-1938-91B6D1633568}"/>
                </a:ext>
              </a:extLst>
            </p:cNvPr>
            <p:cNvCxnSpPr>
              <a:cxnSpLocks/>
              <a:stCxn id="232" idx="2"/>
              <a:endCxn id="232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TextBox 236">
            <a:extLst>
              <a:ext uri="{FF2B5EF4-FFF2-40B4-BE49-F238E27FC236}">
                <a16:creationId xmlns:a16="http://schemas.microsoft.com/office/drawing/2014/main" id="{8A9A3B0C-1F1C-7A51-0736-E1F851937380}"/>
              </a:ext>
            </a:extLst>
          </p:cNvPr>
          <p:cNvSpPr txBox="1"/>
          <p:nvPr/>
        </p:nvSpPr>
        <p:spPr>
          <a:xfrm>
            <a:off x="2212109" y="2237394"/>
            <a:ext cx="6637809" cy="272415"/>
          </a:xfrm>
          <a:prstGeom prst="round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Standard NSO Node with all managed devices mounted in the /devices tree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26C02D62-A05A-7463-675E-DA18FA5446F7}"/>
              </a:ext>
            </a:extLst>
          </p:cNvPr>
          <p:cNvSpPr txBox="1"/>
          <p:nvPr/>
        </p:nvSpPr>
        <p:spPr>
          <a:xfrm>
            <a:off x="2225749" y="4534084"/>
            <a:ext cx="2664132" cy="489109"/>
          </a:xfrm>
          <a:prstGeom prst="leftRightArrow">
            <a:avLst/>
          </a:prstGeom>
          <a:solidFill>
            <a:srgbClr val="3FB4E0">
              <a:alpha val="20101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CE Routers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84573F8-8D87-D4D9-399B-011C741B617D}"/>
              </a:ext>
            </a:extLst>
          </p:cNvPr>
          <p:cNvSpPr txBox="1"/>
          <p:nvPr/>
        </p:nvSpPr>
        <p:spPr>
          <a:xfrm>
            <a:off x="6938288" y="4538085"/>
            <a:ext cx="1936771" cy="489109"/>
          </a:xfrm>
          <a:prstGeom prst="leftRightArrow">
            <a:avLst/>
          </a:prstGeom>
          <a:solidFill>
            <a:srgbClr val="3FB4E0">
              <a:alpha val="20101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P Routers</a:t>
            </a:r>
          </a:p>
        </p:txBody>
      </p:sp>
      <p:sp>
        <p:nvSpPr>
          <p:cNvPr id="18" name="Donut 17">
            <a:extLst>
              <a:ext uri="{FF2B5EF4-FFF2-40B4-BE49-F238E27FC236}">
                <a16:creationId xmlns:a16="http://schemas.microsoft.com/office/drawing/2014/main" id="{7EEC0130-111F-2485-D09E-326F12909768}"/>
              </a:ext>
            </a:extLst>
          </p:cNvPr>
          <p:cNvSpPr/>
          <p:nvPr/>
        </p:nvSpPr>
        <p:spPr>
          <a:xfrm>
            <a:off x="5510231" y="3151448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Magnetic Disk 45">
            <a:extLst>
              <a:ext uri="{FF2B5EF4-FFF2-40B4-BE49-F238E27FC236}">
                <a16:creationId xmlns:a16="http://schemas.microsoft.com/office/drawing/2014/main" id="{52D2184B-2D66-82A8-ACED-265EABBA2D79}"/>
              </a:ext>
            </a:extLst>
          </p:cNvPr>
          <p:cNvSpPr/>
          <p:nvPr/>
        </p:nvSpPr>
        <p:spPr>
          <a:xfrm>
            <a:off x="5016733" y="4144488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553EB3-E291-C9C8-E11F-6E90A90F9AB7}"/>
              </a:ext>
            </a:extLst>
          </p:cNvPr>
          <p:cNvGrpSpPr/>
          <p:nvPr/>
        </p:nvGrpSpPr>
        <p:grpSpPr>
          <a:xfrm>
            <a:off x="5193033" y="4247875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16336D4-7D0F-3D17-C3EB-8506C1FD3AA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B702DCA-5042-AE1A-C3BC-A78DC638EC88}"/>
                </a:ext>
              </a:extLst>
            </p:cNvPr>
            <p:cNvCxnSpPr>
              <a:cxnSpLocks/>
              <a:stCxn id="13" idx="0"/>
              <a:endCxn id="13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CDFE3E0-A2B4-05F0-69BA-77438E9A5E24}"/>
                </a:ext>
              </a:extLst>
            </p:cNvPr>
            <p:cNvCxnSpPr>
              <a:cxnSpLocks/>
              <a:stCxn id="13" idx="2"/>
              <a:endCxn id="13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E44BFF-8E8D-203E-1B06-5F3C54F1F8CF}"/>
              </a:ext>
            </a:extLst>
          </p:cNvPr>
          <p:cNvCxnSpPr>
            <a:cxnSpLocks/>
          </p:cNvCxnSpPr>
          <p:nvPr/>
        </p:nvCxnSpPr>
        <p:spPr>
          <a:xfrm flipV="1">
            <a:off x="5939410" y="3878386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CDE188-E40E-5791-E562-5DD7080B66D2}"/>
              </a:ext>
            </a:extLst>
          </p:cNvPr>
          <p:cNvCxnSpPr/>
          <p:nvPr/>
        </p:nvCxnSpPr>
        <p:spPr>
          <a:xfrm flipV="1">
            <a:off x="6601501" y="3878386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Magnetic Disk 45">
            <a:extLst>
              <a:ext uri="{FF2B5EF4-FFF2-40B4-BE49-F238E27FC236}">
                <a16:creationId xmlns:a16="http://schemas.microsoft.com/office/drawing/2014/main" id="{B0471850-A930-EF59-A9FE-1B9EBC3A43D8}"/>
              </a:ext>
            </a:extLst>
          </p:cNvPr>
          <p:cNvSpPr/>
          <p:nvPr/>
        </p:nvSpPr>
        <p:spPr>
          <a:xfrm>
            <a:off x="5685052" y="4152782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F796DF5-0AFF-ED4C-7E49-57F03EC3596D}"/>
              </a:ext>
            </a:extLst>
          </p:cNvPr>
          <p:cNvGrpSpPr/>
          <p:nvPr/>
        </p:nvGrpSpPr>
        <p:grpSpPr>
          <a:xfrm>
            <a:off x="5861352" y="4256169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DF582A3-C526-EF72-D7CB-CC21F9CAC38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194B08F-E7B2-AD8A-78F3-AB62E3796EDC}"/>
                </a:ext>
              </a:extLst>
            </p:cNvPr>
            <p:cNvCxnSpPr>
              <a:cxnSpLocks/>
              <a:stCxn id="24" idx="0"/>
              <a:endCxn id="24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359B658-F81E-B06A-D3E2-2569ADE4AB24}"/>
                </a:ext>
              </a:extLst>
            </p:cNvPr>
            <p:cNvCxnSpPr>
              <a:cxnSpLocks/>
              <a:stCxn id="24" idx="2"/>
              <a:endCxn id="24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Magnetic Disk 45">
            <a:extLst>
              <a:ext uri="{FF2B5EF4-FFF2-40B4-BE49-F238E27FC236}">
                <a16:creationId xmlns:a16="http://schemas.microsoft.com/office/drawing/2014/main" id="{8B61D160-4808-CC6C-2164-2BABCD218C82}"/>
              </a:ext>
            </a:extLst>
          </p:cNvPr>
          <p:cNvSpPr/>
          <p:nvPr/>
        </p:nvSpPr>
        <p:spPr>
          <a:xfrm>
            <a:off x="6357996" y="4144487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61704F1-36E9-2694-9B79-71F1FE5516BB}"/>
              </a:ext>
            </a:extLst>
          </p:cNvPr>
          <p:cNvGrpSpPr/>
          <p:nvPr/>
        </p:nvGrpSpPr>
        <p:grpSpPr>
          <a:xfrm>
            <a:off x="6534296" y="42478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BA1373D-3D4D-958C-E455-2485528A3C56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B0AEE69-9566-ED05-DF01-EC6293B6ACC8}"/>
                </a:ext>
              </a:extLst>
            </p:cNvPr>
            <p:cNvCxnSpPr>
              <a:cxnSpLocks/>
              <a:stCxn id="29" idx="0"/>
              <a:endCxn id="29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059B0B7-C6C9-EF06-FC33-37D4408D9A66}"/>
                </a:ext>
              </a:extLst>
            </p:cNvPr>
            <p:cNvCxnSpPr>
              <a:cxnSpLocks/>
              <a:stCxn id="29" idx="2"/>
              <a:endCxn id="29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Magnetic Disk 45">
            <a:extLst>
              <a:ext uri="{FF2B5EF4-FFF2-40B4-BE49-F238E27FC236}">
                <a16:creationId xmlns:a16="http://schemas.microsoft.com/office/drawing/2014/main" id="{DCF73D6D-1146-BC7E-75C9-00273ADA4B09}"/>
              </a:ext>
            </a:extLst>
          </p:cNvPr>
          <p:cNvSpPr/>
          <p:nvPr/>
        </p:nvSpPr>
        <p:spPr>
          <a:xfrm>
            <a:off x="2314865" y="4148780"/>
            <a:ext cx="504092" cy="29021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3ECE60F-B312-E2A2-1EBD-A795328BEC5C}"/>
              </a:ext>
            </a:extLst>
          </p:cNvPr>
          <p:cNvGrpSpPr/>
          <p:nvPr/>
        </p:nvGrpSpPr>
        <p:grpSpPr>
          <a:xfrm>
            <a:off x="2491165" y="4252167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0011E0B-A476-A5E4-9A3B-DA33298ED4DC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8649FFC-4DE9-D1B8-D3D6-EA66C561BA71}"/>
                </a:ext>
              </a:extLst>
            </p:cNvPr>
            <p:cNvCxnSpPr>
              <a:cxnSpLocks/>
              <a:stCxn id="35" idx="0"/>
              <a:endCxn id="35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B1A321D-B25E-632E-2F04-7D72FA7A0493}"/>
                </a:ext>
              </a:extLst>
            </p:cNvPr>
            <p:cNvCxnSpPr>
              <a:cxnSpLocks/>
              <a:stCxn id="35" idx="2"/>
              <a:endCxn id="35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157C58FC-B357-B481-1250-B1B0C4873859}"/>
              </a:ext>
            </a:extLst>
          </p:cNvPr>
          <p:cNvSpPr txBox="1"/>
          <p:nvPr/>
        </p:nvSpPr>
        <p:spPr>
          <a:xfrm>
            <a:off x="4948713" y="4535276"/>
            <a:ext cx="1936771" cy="489109"/>
          </a:xfrm>
          <a:prstGeom prst="leftRightArrow">
            <a:avLst/>
          </a:prstGeom>
          <a:solidFill>
            <a:srgbClr val="3FB4E0">
              <a:alpha val="20101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PE Routers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B7BD9DB-0F47-A539-AA31-12A64CFA7831}"/>
              </a:ext>
            </a:extLst>
          </p:cNvPr>
          <p:cNvCxnSpPr>
            <a:cxnSpLocks/>
          </p:cNvCxnSpPr>
          <p:nvPr/>
        </p:nvCxnSpPr>
        <p:spPr>
          <a:xfrm flipV="1">
            <a:off x="5269233" y="3869719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D20A8F5-F953-405D-849F-4BCDEDED6F96}"/>
              </a:ext>
            </a:extLst>
          </p:cNvPr>
          <p:cNvCxnSpPr>
            <a:cxnSpLocks/>
          </p:cNvCxnSpPr>
          <p:nvPr/>
        </p:nvCxnSpPr>
        <p:spPr>
          <a:xfrm>
            <a:off x="8082736" y="3873210"/>
            <a:ext cx="754035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0F8D1A9-53B3-5261-A43C-21D1B9210BC7}"/>
              </a:ext>
            </a:extLst>
          </p:cNvPr>
          <p:cNvCxnSpPr/>
          <p:nvPr/>
        </p:nvCxnSpPr>
        <p:spPr>
          <a:xfrm flipV="1">
            <a:off x="8565592" y="3869629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7448250-EBF8-7518-82DD-54B01A847B45}"/>
              </a:ext>
            </a:extLst>
          </p:cNvPr>
          <p:cNvCxnSpPr>
            <a:cxnSpLocks/>
          </p:cNvCxnSpPr>
          <p:nvPr/>
        </p:nvCxnSpPr>
        <p:spPr>
          <a:xfrm flipV="1">
            <a:off x="5594224" y="3748018"/>
            <a:ext cx="0" cy="13674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3011CB39-0660-DD32-2603-D8EFB645B54D}"/>
              </a:ext>
            </a:extLst>
          </p:cNvPr>
          <p:cNvSpPr txBox="1"/>
          <p:nvPr/>
        </p:nvSpPr>
        <p:spPr>
          <a:xfrm>
            <a:off x="5367630" y="3495422"/>
            <a:ext cx="5110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08022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C8605-E072-29AD-9BEF-1CF3ACA3E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161FABD8-F02F-F621-8CB3-1D77B5DF41C3}"/>
              </a:ext>
            </a:extLst>
          </p:cNvPr>
          <p:cNvSpPr/>
          <p:nvPr/>
        </p:nvSpPr>
        <p:spPr>
          <a:xfrm rot="5400000">
            <a:off x="5690163" y="1820014"/>
            <a:ext cx="890574" cy="6621811"/>
          </a:xfrm>
          <a:prstGeom prst="roundRect">
            <a:avLst/>
          </a:prstGeom>
          <a:solidFill>
            <a:srgbClr val="3FB4E0">
              <a:alpha val="1981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D542E3-D172-A026-EADA-6C1E55344236}"/>
              </a:ext>
            </a:extLst>
          </p:cNvPr>
          <p:cNvSpPr/>
          <p:nvPr/>
        </p:nvSpPr>
        <p:spPr>
          <a:xfrm>
            <a:off x="2396691" y="1001027"/>
            <a:ext cx="7295950" cy="483188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975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EC9100-EA94-896E-BB3B-82B6D2B8CBC6}"/>
              </a:ext>
            </a:extLst>
          </p:cNvPr>
          <p:cNvSpPr/>
          <p:nvPr/>
        </p:nvSpPr>
        <p:spPr>
          <a:xfrm>
            <a:off x="2643730" y="1281793"/>
            <a:ext cx="1211580" cy="1188720"/>
          </a:xfrm>
          <a:prstGeom prst="rect">
            <a:avLst/>
          </a:prstGeom>
          <a:solidFill>
            <a:srgbClr val="3FB4E0">
              <a:alpha val="20000"/>
            </a:srgbClr>
          </a:solidFill>
          <a:ln w="63500">
            <a:solidFill>
              <a:schemeClr val="accent4">
                <a:lumMod val="60000"/>
                <a:lumOff val="40000"/>
                <a:alpha val="80095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44B178-72D0-7231-46BD-B0BA0869B9C4}"/>
              </a:ext>
            </a:extLst>
          </p:cNvPr>
          <p:cNvCxnSpPr>
            <a:stCxn id="6" idx="0"/>
            <a:endCxn id="6" idx="2"/>
          </p:cNvCxnSpPr>
          <p:nvPr/>
        </p:nvCxnSpPr>
        <p:spPr>
          <a:xfrm>
            <a:off x="3249520" y="1281793"/>
            <a:ext cx="0" cy="1188720"/>
          </a:xfrm>
          <a:prstGeom prst="line">
            <a:avLst/>
          </a:prstGeom>
          <a:ln w="63500">
            <a:solidFill>
              <a:schemeClr val="accent4">
                <a:lumMod val="60000"/>
                <a:lumOff val="40000"/>
                <a:alpha val="80218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D8DA75-2951-D39A-5732-7C4704C7C28C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2643730" y="1876153"/>
            <a:ext cx="1211580" cy="0"/>
          </a:xfrm>
          <a:prstGeom prst="line">
            <a:avLst/>
          </a:prstGeom>
          <a:ln w="63500">
            <a:solidFill>
              <a:schemeClr val="accent4">
                <a:lumMod val="60000"/>
                <a:lumOff val="40000"/>
                <a:alpha val="80218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69F2F06-24B1-0408-AB89-71B7A3BBE890}"/>
              </a:ext>
            </a:extLst>
          </p:cNvPr>
          <p:cNvSpPr/>
          <p:nvPr/>
        </p:nvSpPr>
        <p:spPr>
          <a:xfrm>
            <a:off x="2643730" y="2813414"/>
            <a:ext cx="1211580" cy="1188720"/>
          </a:xfrm>
          <a:prstGeom prst="rect">
            <a:avLst/>
          </a:prstGeom>
          <a:solidFill>
            <a:srgbClr val="3FB4E0">
              <a:alpha val="20000"/>
            </a:srgbClr>
          </a:solidFill>
          <a:ln w="63500">
            <a:solidFill>
              <a:schemeClr val="accent4">
                <a:lumMod val="60000"/>
                <a:lumOff val="40000"/>
                <a:alpha val="80095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2FF8C2-B4E6-CCBF-1B23-148F1DCB9EAC}"/>
              </a:ext>
            </a:extLst>
          </p:cNvPr>
          <p:cNvCxnSpPr>
            <a:stCxn id="9" idx="0"/>
            <a:endCxn id="9" idx="2"/>
          </p:cNvCxnSpPr>
          <p:nvPr/>
        </p:nvCxnSpPr>
        <p:spPr>
          <a:xfrm>
            <a:off x="3249520" y="2813414"/>
            <a:ext cx="0" cy="1188720"/>
          </a:xfrm>
          <a:prstGeom prst="line">
            <a:avLst/>
          </a:prstGeom>
          <a:ln w="63500">
            <a:solidFill>
              <a:schemeClr val="accent4">
                <a:lumMod val="60000"/>
                <a:lumOff val="40000"/>
                <a:alpha val="80218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834785-10DC-F403-9A3F-5F8A811D3CCA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2643730" y="3407774"/>
            <a:ext cx="1211580" cy="0"/>
          </a:xfrm>
          <a:prstGeom prst="line">
            <a:avLst/>
          </a:prstGeom>
          <a:ln w="63500">
            <a:solidFill>
              <a:schemeClr val="accent4">
                <a:lumMod val="60000"/>
                <a:lumOff val="40000"/>
                <a:alpha val="80218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cess 11">
            <a:extLst>
              <a:ext uri="{FF2B5EF4-FFF2-40B4-BE49-F238E27FC236}">
                <a16:creationId xmlns:a16="http://schemas.microsoft.com/office/drawing/2014/main" id="{19BE56C0-7CDD-2F8B-FC7F-08186BDFB1BD}"/>
              </a:ext>
            </a:extLst>
          </p:cNvPr>
          <p:cNvSpPr/>
          <p:nvPr/>
        </p:nvSpPr>
        <p:spPr>
          <a:xfrm>
            <a:off x="4308304" y="1762117"/>
            <a:ext cx="736838" cy="139700"/>
          </a:xfrm>
          <a:prstGeom prst="flowChartProcess">
            <a:avLst/>
          </a:prstGeom>
          <a:solidFill>
            <a:schemeClr val="accent4"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Process 12">
            <a:extLst>
              <a:ext uri="{FF2B5EF4-FFF2-40B4-BE49-F238E27FC236}">
                <a16:creationId xmlns:a16="http://schemas.microsoft.com/office/drawing/2014/main" id="{F2FFB62B-4105-3DB6-E81D-5A79CF49ACE3}"/>
              </a:ext>
            </a:extLst>
          </p:cNvPr>
          <p:cNvSpPr/>
          <p:nvPr/>
        </p:nvSpPr>
        <p:spPr>
          <a:xfrm>
            <a:off x="5043129" y="1762117"/>
            <a:ext cx="1108720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7DE78B-A92F-F9EC-DEEB-DBC51679FD4D}"/>
              </a:ext>
            </a:extLst>
          </p:cNvPr>
          <p:cNvSpPr txBox="1"/>
          <p:nvPr/>
        </p:nvSpPr>
        <p:spPr>
          <a:xfrm>
            <a:off x="4233488" y="1455863"/>
            <a:ext cx="297842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No Commit Queues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7DA67A-FB57-06F7-E36D-50A6AF5E5897}"/>
              </a:ext>
            </a:extLst>
          </p:cNvPr>
          <p:cNvSpPr txBox="1"/>
          <p:nvPr/>
        </p:nvSpPr>
        <p:spPr>
          <a:xfrm>
            <a:off x="2775617" y="1455863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FBB97-68FF-E2AD-E133-543A9F6A2F57}"/>
              </a:ext>
            </a:extLst>
          </p:cNvPr>
          <p:cNvSpPr txBox="1"/>
          <p:nvPr/>
        </p:nvSpPr>
        <p:spPr>
          <a:xfrm>
            <a:off x="2775617" y="3011996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8B0031-872E-985E-7427-6E8976B793FE}"/>
              </a:ext>
            </a:extLst>
          </p:cNvPr>
          <p:cNvSpPr txBox="1"/>
          <p:nvPr/>
        </p:nvSpPr>
        <p:spPr>
          <a:xfrm>
            <a:off x="3381407" y="3011996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2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2129B0-9ED5-2173-9A86-84991148C9C4}"/>
              </a:ext>
            </a:extLst>
          </p:cNvPr>
          <p:cNvSpPr txBox="1"/>
          <p:nvPr/>
        </p:nvSpPr>
        <p:spPr>
          <a:xfrm>
            <a:off x="2775617" y="3601118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3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66B0C4-F6EB-0F3B-80E0-31DACAF43A81}"/>
              </a:ext>
            </a:extLst>
          </p:cNvPr>
          <p:cNvSpPr txBox="1"/>
          <p:nvPr/>
        </p:nvSpPr>
        <p:spPr>
          <a:xfrm>
            <a:off x="3987197" y="1708856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D6C469-4C11-491A-C7DD-6CBE31DF7EB4}"/>
              </a:ext>
            </a:extLst>
          </p:cNvPr>
          <p:cNvSpPr txBox="1"/>
          <p:nvPr/>
        </p:nvSpPr>
        <p:spPr>
          <a:xfrm>
            <a:off x="7067130" y="1713562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59A431-C74F-8EA9-0BBF-8E7ACC04A1AD}"/>
              </a:ext>
            </a:extLst>
          </p:cNvPr>
          <p:cNvSpPr txBox="1"/>
          <p:nvPr/>
        </p:nvSpPr>
        <p:spPr>
          <a:xfrm>
            <a:off x="4233488" y="2939143"/>
            <a:ext cx="297842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Commit Queues</a:t>
            </a: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1F12EC35-5E40-33B5-07A4-F9055F726A17}"/>
              </a:ext>
            </a:extLst>
          </p:cNvPr>
          <p:cNvSpPr/>
          <p:nvPr/>
        </p:nvSpPr>
        <p:spPr>
          <a:xfrm>
            <a:off x="4292791" y="3233172"/>
            <a:ext cx="752351" cy="139700"/>
          </a:xfrm>
          <a:prstGeom prst="flowChartProcess">
            <a:avLst/>
          </a:prstGeom>
          <a:solidFill>
            <a:schemeClr val="accent4"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9D5CAA83-5ED8-A843-5D39-A9BAB564A03B}"/>
              </a:ext>
            </a:extLst>
          </p:cNvPr>
          <p:cNvSpPr/>
          <p:nvPr/>
        </p:nvSpPr>
        <p:spPr>
          <a:xfrm>
            <a:off x="5045142" y="3233172"/>
            <a:ext cx="1106707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7" name="Process 26">
            <a:extLst>
              <a:ext uri="{FF2B5EF4-FFF2-40B4-BE49-F238E27FC236}">
                <a16:creationId xmlns:a16="http://schemas.microsoft.com/office/drawing/2014/main" id="{35A4BBC0-0088-F8F3-10D5-98DBDD5D8C51}"/>
              </a:ext>
            </a:extLst>
          </p:cNvPr>
          <p:cNvSpPr/>
          <p:nvPr/>
        </p:nvSpPr>
        <p:spPr>
          <a:xfrm>
            <a:off x="4292791" y="3463136"/>
            <a:ext cx="752351" cy="139700"/>
          </a:xfrm>
          <a:prstGeom prst="flowChartProcess">
            <a:avLst/>
          </a:prstGeom>
          <a:solidFill>
            <a:schemeClr val="accent4"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8" name="Process 27">
            <a:extLst>
              <a:ext uri="{FF2B5EF4-FFF2-40B4-BE49-F238E27FC236}">
                <a16:creationId xmlns:a16="http://schemas.microsoft.com/office/drawing/2014/main" id="{1E4056C3-C6AD-49CF-4F42-6656D3444524}"/>
              </a:ext>
            </a:extLst>
          </p:cNvPr>
          <p:cNvSpPr/>
          <p:nvPr/>
        </p:nvSpPr>
        <p:spPr>
          <a:xfrm>
            <a:off x="5045142" y="3463136"/>
            <a:ext cx="1106707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A5D585D9-1434-6F6E-B93C-EEA33BF67492}"/>
              </a:ext>
            </a:extLst>
          </p:cNvPr>
          <p:cNvSpPr/>
          <p:nvPr/>
        </p:nvSpPr>
        <p:spPr>
          <a:xfrm>
            <a:off x="6151849" y="3463136"/>
            <a:ext cx="298453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E3CA1016-388A-E21E-1AED-C68EFB0E1B18}"/>
              </a:ext>
            </a:extLst>
          </p:cNvPr>
          <p:cNvSpPr/>
          <p:nvPr/>
        </p:nvSpPr>
        <p:spPr>
          <a:xfrm>
            <a:off x="4292791" y="3679494"/>
            <a:ext cx="752351" cy="139700"/>
          </a:xfrm>
          <a:prstGeom prst="flowChartProcess">
            <a:avLst/>
          </a:prstGeom>
          <a:solidFill>
            <a:schemeClr val="accent4"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59B9D6EC-3EAA-1925-7602-DE3476E4AA75}"/>
              </a:ext>
            </a:extLst>
          </p:cNvPr>
          <p:cNvSpPr/>
          <p:nvPr/>
        </p:nvSpPr>
        <p:spPr>
          <a:xfrm>
            <a:off x="5045142" y="3679494"/>
            <a:ext cx="1106707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Process 31">
            <a:extLst>
              <a:ext uri="{FF2B5EF4-FFF2-40B4-BE49-F238E27FC236}">
                <a16:creationId xmlns:a16="http://schemas.microsoft.com/office/drawing/2014/main" id="{CA26D1D3-AE0A-9D69-EA24-FFDBBEAAA23F}"/>
              </a:ext>
            </a:extLst>
          </p:cNvPr>
          <p:cNvSpPr/>
          <p:nvPr/>
        </p:nvSpPr>
        <p:spPr>
          <a:xfrm>
            <a:off x="6450302" y="3463136"/>
            <a:ext cx="298453" cy="139700"/>
          </a:xfrm>
          <a:prstGeom prst="flowChartProcess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3" name="Process 32">
            <a:extLst>
              <a:ext uri="{FF2B5EF4-FFF2-40B4-BE49-F238E27FC236}">
                <a16:creationId xmlns:a16="http://schemas.microsoft.com/office/drawing/2014/main" id="{C66A7462-8011-D3E5-D754-12DE1FCB540E}"/>
              </a:ext>
            </a:extLst>
          </p:cNvPr>
          <p:cNvSpPr/>
          <p:nvPr/>
        </p:nvSpPr>
        <p:spPr>
          <a:xfrm>
            <a:off x="6748754" y="3676977"/>
            <a:ext cx="298453" cy="139700"/>
          </a:xfrm>
          <a:prstGeom prst="flowChartProcess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4" name="Process 33">
            <a:extLst>
              <a:ext uri="{FF2B5EF4-FFF2-40B4-BE49-F238E27FC236}">
                <a16:creationId xmlns:a16="http://schemas.microsoft.com/office/drawing/2014/main" id="{42E6196D-A8BD-BAA9-72FC-B064731BEE69}"/>
              </a:ext>
            </a:extLst>
          </p:cNvPr>
          <p:cNvSpPr/>
          <p:nvPr/>
        </p:nvSpPr>
        <p:spPr>
          <a:xfrm>
            <a:off x="6151848" y="3676977"/>
            <a:ext cx="596906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C293F6-35C9-387D-0120-DFB0A0CD285F}"/>
              </a:ext>
            </a:extLst>
          </p:cNvPr>
          <p:cNvSpPr txBox="1"/>
          <p:nvPr/>
        </p:nvSpPr>
        <p:spPr>
          <a:xfrm>
            <a:off x="7093545" y="3179911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E6235D-C8D2-94A1-A512-3A90B1FB9375}"/>
              </a:ext>
            </a:extLst>
          </p:cNvPr>
          <p:cNvSpPr txBox="1"/>
          <p:nvPr/>
        </p:nvSpPr>
        <p:spPr>
          <a:xfrm>
            <a:off x="7372980" y="3406989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935095-59EA-C04E-6F5B-52BC5E6A1DB5}"/>
              </a:ext>
            </a:extLst>
          </p:cNvPr>
          <p:cNvSpPr txBox="1"/>
          <p:nvPr/>
        </p:nvSpPr>
        <p:spPr>
          <a:xfrm>
            <a:off x="7650603" y="3623716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B7E192-EDBE-DE02-B45E-4DF96F9844E3}"/>
              </a:ext>
            </a:extLst>
          </p:cNvPr>
          <p:cNvSpPr txBox="1"/>
          <p:nvPr/>
        </p:nvSpPr>
        <p:spPr>
          <a:xfrm>
            <a:off x="3996942" y="3177236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EE9983-23A5-0145-96B6-167A2551D96B}"/>
              </a:ext>
            </a:extLst>
          </p:cNvPr>
          <p:cNvSpPr txBox="1"/>
          <p:nvPr/>
        </p:nvSpPr>
        <p:spPr>
          <a:xfrm>
            <a:off x="3996942" y="3409875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88FEB3-8058-6216-5763-B1A7EE7CE2BE}"/>
              </a:ext>
            </a:extLst>
          </p:cNvPr>
          <p:cNvSpPr txBox="1"/>
          <p:nvPr/>
        </p:nvSpPr>
        <p:spPr>
          <a:xfrm>
            <a:off x="3996942" y="3601117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92E1479-CE16-3D9E-0C18-A8E9E4D63E13}"/>
              </a:ext>
            </a:extLst>
          </p:cNvPr>
          <p:cNvCxnSpPr>
            <a:cxnSpLocks/>
          </p:cNvCxnSpPr>
          <p:nvPr/>
        </p:nvCxnSpPr>
        <p:spPr>
          <a:xfrm>
            <a:off x="4292791" y="4249120"/>
            <a:ext cx="5176440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9748EE5-229E-0B6D-A9BE-C505E739B66F}"/>
              </a:ext>
            </a:extLst>
          </p:cNvPr>
          <p:cNvSpPr txBox="1"/>
          <p:nvPr/>
        </p:nvSpPr>
        <p:spPr>
          <a:xfrm>
            <a:off x="4245325" y="4266592"/>
            <a:ext cx="5110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Time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B49109-88B6-EC93-5596-75260E2426BD}"/>
              </a:ext>
            </a:extLst>
          </p:cNvPr>
          <p:cNvSpPr txBox="1"/>
          <p:nvPr/>
        </p:nvSpPr>
        <p:spPr>
          <a:xfrm>
            <a:off x="3397715" y="1460884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2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E38243E-53C6-3FD8-D527-4F0DF0AF34E7}"/>
              </a:ext>
            </a:extLst>
          </p:cNvPr>
          <p:cNvSpPr txBox="1"/>
          <p:nvPr/>
        </p:nvSpPr>
        <p:spPr>
          <a:xfrm>
            <a:off x="2775617" y="2052424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sp>
        <p:nvSpPr>
          <p:cNvPr id="56" name="Process 55">
            <a:extLst>
              <a:ext uri="{FF2B5EF4-FFF2-40B4-BE49-F238E27FC236}">
                <a16:creationId xmlns:a16="http://schemas.microsoft.com/office/drawing/2014/main" id="{DCB8ED9B-3630-B87A-95B4-99D003FE6B52}"/>
              </a:ext>
            </a:extLst>
          </p:cNvPr>
          <p:cNvSpPr/>
          <p:nvPr/>
        </p:nvSpPr>
        <p:spPr>
          <a:xfrm>
            <a:off x="6151613" y="1762117"/>
            <a:ext cx="298453" cy="139700"/>
          </a:xfrm>
          <a:prstGeom prst="flowChartProcess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7" name="Process 56">
            <a:extLst>
              <a:ext uri="{FF2B5EF4-FFF2-40B4-BE49-F238E27FC236}">
                <a16:creationId xmlns:a16="http://schemas.microsoft.com/office/drawing/2014/main" id="{B07919FC-C003-D33A-19F0-A27C1E164F23}"/>
              </a:ext>
            </a:extLst>
          </p:cNvPr>
          <p:cNvSpPr/>
          <p:nvPr/>
        </p:nvSpPr>
        <p:spPr>
          <a:xfrm>
            <a:off x="4305532" y="2011445"/>
            <a:ext cx="736838" cy="139700"/>
          </a:xfrm>
          <a:prstGeom prst="flowChartProcess">
            <a:avLst/>
          </a:prstGeom>
          <a:solidFill>
            <a:schemeClr val="accent4"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8" name="Process 57">
            <a:extLst>
              <a:ext uri="{FF2B5EF4-FFF2-40B4-BE49-F238E27FC236}">
                <a16:creationId xmlns:a16="http://schemas.microsoft.com/office/drawing/2014/main" id="{73979FFD-86CB-2873-2C2C-6FEA03A48C35}"/>
              </a:ext>
            </a:extLst>
          </p:cNvPr>
          <p:cNvSpPr/>
          <p:nvPr/>
        </p:nvSpPr>
        <p:spPr>
          <a:xfrm>
            <a:off x="5040357" y="2011445"/>
            <a:ext cx="1108720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50E459-44F8-8583-34F6-2876AD354DD8}"/>
              </a:ext>
            </a:extLst>
          </p:cNvPr>
          <p:cNvSpPr txBox="1"/>
          <p:nvPr/>
        </p:nvSpPr>
        <p:spPr>
          <a:xfrm>
            <a:off x="3984425" y="1958184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F232B1-A6D7-58D5-6194-82681767D644}"/>
              </a:ext>
            </a:extLst>
          </p:cNvPr>
          <p:cNvSpPr txBox="1"/>
          <p:nvPr/>
        </p:nvSpPr>
        <p:spPr>
          <a:xfrm>
            <a:off x="8014675" y="1958184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63" name="Process 62">
            <a:extLst>
              <a:ext uri="{FF2B5EF4-FFF2-40B4-BE49-F238E27FC236}">
                <a16:creationId xmlns:a16="http://schemas.microsoft.com/office/drawing/2014/main" id="{07DEA773-5F06-18D8-9DBE-77B624E2A734}"/>
              </a:ext>
            </a:extLst>
          </p:cNvPr>
          <p:cNvSpPr/>
          <p:nvPr/>
        </p:nvSpPr>
        <p:spPr>
          <a:xfrm>
            <a:off x="6149077" y="2011444"/>
            <a:ext cx="951342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4" name="Process 63">
            <a:extLst>
              <a:ext uri="{FF2B5EF4-FFF2-40B4-BE49-F238E27FC236}">
                <a16:creationId xmlns:a16="http://schemas.microsoft.com/office/drawing/2014/main" id="{5F8D6D67-1CFC-92E2-C70F-E3407B52FC4C}"/>
              </a:ext>
            </a:extLst>
          </p:cNvPr>
          <p:cNvSpPr/>
          <p:nvPr/>
        </p:nvSpPr>
        <p:spPr>
          <a:xfrm>
            <a:off x="4305532" y="2250336"/>
            <a:ext cx="736838" cy="139700"/>
          </a:xfrm>
          <a:prstGeom prst="flowChartProcess">
            <a:avLst/>
          </a:prstGeom>
          <a:solidFill>
            <a:schemeClr val="accent4"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5" name="Process 64">
            <a:extLst>
              <a:ext uri="{FF2B5EF4-FFF2-40B4-BE49-F238E27FC236}">
                <a16:creationId xmlns:a16="http://schemas.microsoft.com/office/drawing/2014/main" id="{DCC0A79D-B08B-39B7-607F-3AFFC5B07164}"/>
              </a:ext>
            </a:extLst>
          </p:cNvPr>
          <p:cNvSpPr/>
          <p:nvPr/>
        </p:nvSpPr>
        <p:spPr>
          <a:xfrm>
            <a:off x="5040357" y="2250336"/>
            <a:ext cx="1108720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926D77B-DDB3-857C-F75F-44028DB7B7C2}"/>
              </a:ext>
            </a:extLst>
          </p:cNvPr>
          <p:cNvSpPr txBox="1"/>
          <p:nvPr/>
        </p:nvSpPr>
        <p:spPr>
          <a:xfrm>
            <a:off x="3984425" y="2197075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EC0581-A6A1-A941-F978-1F84CAF5FE95}"/>
              </a:ext>
            </a:extLst>
          </p:cNvPr>
          <p:cNvSpPr txBox="1"/>
          <p:nvPr/>
        </p:nvSpPr>
        <p:spPr>
          <a:xfrm>
            <a:off x="8960089" y="2193029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sp>
        <p:nvSpPr>
          <p:cNvPr id="70" name="Process 69">
            <a:extLst>
              <a:ext uri="{FF2B5EF4-FFF2-40B4-BE49-F238E27FC236}">
                <a16:creationId xmlns:a16="http://schemas.microsoft.com/office/drawing/2014/main" id="{9BF28B11-82A2-FCC5-EADC-74F645948611}"/>
              </a:ext>
            </a:extLst>
          </p:cNvPr>
          <p:cNvSpPr/>
          <p:nvPr/>
        </p:nvSpPr>
        <p:spPr>
          <a:xfrm>
            <a:off x="6149076" y="2250335"/>
            <a:ext cx="1881471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2" name="Process 71">
            <a:extLst>
              <a:ext uri="{FF2B5EF4-FFF2-40B4-BE49-F238E27FC236}">
                <a16:creationId xmlns:a16="http://schemas.microsoft.com/office/drawing/2014/main" id="{D0A0234C-1A7A-68DF-3EDB-85AD248C127E}"/>
              </a:ext>
            </a:extLst>
          </p:cNvPr>
          <p:cNvSpPr/>
          <p:nvPr/>
        </p:nvSpPr>
        <p:spPr>
          <a:xfrm>
            <a:off x="6151849" y="3233172"/>
            <a:ext cx="298453" cy="139700"/>
          </a:xfrm>
          <a:prstGeom prst="flowChartProcess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3" name="Process 72">
            <a:extLst>
              <a:ext uri="{FF2B5EF4-FFF2-40B4-BE49-F238E27FC236}">
                <a16:creationId xmlns:a16="http://schemas.microsoft.com/office/drawing/2014/main" id="{0A09ED24-353A-3578-8FA0-D029C68E102D}"/>
              </a:ext>
            </a:extLst>
          </p:cNvPr>
          <p:cNvSpPr/>
          <p:nvPr/>
        </p:nvSpPr>
        <p:spPr>
          <a:xfrm>
            <a:off x="6748754" y="3465621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4" name="Process 73">
            <a:extLst>
              <a:ext uri="{FF2B5EF4-FFF2-40B4-BE49-F238E27FC236}">
                <a16:creationId xmlns:a16="http://schemas.microsoft.com/office/drawing/2014/main" id="{7E48366D-8B27-F9E5-45B0-7D5754B3458F}"/>
              </a:ext>
            </a:extLst>
          </p:cNvPr>
          <p:cNvSpPr/>
          <p:nvPr/>
        </p:nvSpPr>
        <p:spPr>
          <a:xfrm>
            <a:off x="7038618" y="3676977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25839F3-144C-A9DC-F2CE-6ECA3009204E}"/>
              </a:ext>
            </a:extLst>
          </p:cNvPr>
          <p:cNvSpPr/>
          <p:nvPr/>
        </p:nvSpPr>
        <p:spPr>
          <a:xfrm>
            <a:off x="4538221" y="4789035"/>
            <a:ext cx="238219" cy="230736"/>
          </a:xfrm>
          <a:prstGeom prst="rect">
            <a:avLst/>
          </a:prstGeom>
          <a:solidFill>
            <a:schemeClr val="accent4">
              <a:alpha val="8002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4405792-A61E-87F7-2EBF-9DB439B1D3BD}"/>
              </a:ext>
            </a:extLst>
          </p:cNvPr>
          <p:cNvSpPr txBox="1"/>
          <p:nvPr/>
        </p:nvSpPr>
        <p:spPr>
          <a:xfrm>
            <a:off x="4778493" y="4792647"/>
            <a:ext cx="58627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92CB37A-9B76-804B-A30F-E124F0CA93AA}"/>
              </a:ext>
            </a:extLst>
          </p:cNvPr>
          <p:cNvSpPr/>
          <p:nvPr/>
        </p:nvSpPr>
        <p:spPr>
          <a:xfrm>
            <a:off x="5425733" y="4795350"/>
            <a:ext cx="238219" cy="230736"/>
          </a:xfrm>
          <a:prstGeom prst="rect">
            <a:avLst/>
          </a:prstGeom>
          <a:solidFill>
            <a:schemeClr val="accent6">
              <a:lumMod val="60000"/>
              <a:lumOff val="40000"/>
              <a:alpha val="8002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B2D2C9-24C6-404C-3E7C-1331CC10BD20}"/>
              </a:ext>
            </a:extLst>
          </p:cNvPr>
          <p:cNvSpPr txBox="1"/>
          <p:nvPr/>
        </p:nvSpPr>
        <p:spPr>
          <a:xfrm>
            <a:off x="5666004" y="4798962"/>
            <a:ext cx="76259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Validation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F7FBA70-5FF7-7DAF-B714-2F51262A631A}"/>
              </a:ext>
            </a:extLst>
          </p:cNvPr>
          <p:cNvSpPr/>
          <p:nvPr/>
        </p:nvSpPr>
        <p:spPr>
          <a:xfrm>
            <a:off x="6491615" y="4795350"/>
            <a:ext cx="238219" cy="23073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CFD38CB-AE5F-64F7-4724-A754DE78ADC1}"/>
              </a:ext>
            </a:extLst>
          </p:cNvPr>
          <p:cNvSpPr txBox="1"/>
          <p:nvPr/>
        </p:nvSpPr>
        <p:spPr>
          <a:xfrm>
            <a:off x="6731887" y="4798962"/>
            <a:ext cx="10802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Critical Section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8435F51-97CD-5DD1-5197-E2CB5412BAD7}"/>
              </a:ext>
            </a:extLst>
          </p:cNvPr>
          <p:cNvSpPr/>
          <p:nvPr/>
        </p:nvSpPr>
        <p:spPr>
          <a:xfrm>
            <a:off x="7776456" y="4785214"/>
            <a:ext cx="238219" cy="230736"/>
          </a:xfrm>
          <a:prstGeom prst="rect">
            <a:avLst/>
          </a:prstGeom>
          <a:solidFill>
            <a:schemeClr val="tx1">
              <a:lumMod val="50000"/>
              <a:lumOff val="50000"/>
              <a:alpha val="8002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224E94E-86EB-BF3D-1015-D78914E71C28}"/>
              </a:ext>
            </a:extLst>
          </p:cNvPr>
          <p:cNvSpPr txBox="1"/>
          <p:nvPr/>
        </p:nvSpPr>
        <p:spPr>
          <a:xfrm>
            <a:off x="8016727" y="4788826"/>
            <a:ext cx="142963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Lock Wait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522D0B2-9BC2-445E-274D-C078C1A46F40}"/>
              </a:ext>
            </a:extLst>
          </p:cNvPr>
          <p:cNvSpPr/>
          <p:nvPr/>
        </p:nvSpPr>
        <p:spPr>
          <a:xfrm>
            <a:off x="2956309" y="4792205"/>
            <a:ext cx="238219" cy="230736"/>
          </a:xfrm>
          <a:prstGeom prst="rect">
            <a:avLst/>
          </a:prstGeom>
          <a:solidFill>
            <a:schemeClr val="accent4">
              <a:lumMod val="60000"/>
              <a:lumOff val="40000"/>
              <a:alpha val="8002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4C1331A-8382-8E78-2BC2-43E53935C71A}"/>
              </a:ext>
            </a:extLst>
          </p:cNvPr>
          <p:cNvSpPr txBox="1"/>
          <p:nvPr/>
        </p:nvSpPr>
        <p:spPr>
          <a:xfrm>
            <a:off x="3220783" y="4792646"/>
            <a:ext cx="13216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Multicore Processor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9097150-32E4-667C-81B3-3C47612E77D8}"/>
              </a:ext>
            </a:extLst>
          </p:cNvPr>
          <p:cNvSpPr/>
          <p:nvPr/>
        </p:nvSpPr>
        <p:spPr>
          <a:xfrm>
            <a:off x="5433021" y="5212300"/>
            <a:ext cx="238219" cy="230736"/>
          </a:xfrm>
          <a:prstGeom prst="rect">
            <a:avLst/>
          </a:prstGeom>
          <a:solidFill>
            <a:schemeClr val="accent2">
              <a:lumMod val="75000"/>
              <a:alpha val="8002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AE889D0-E485-A61E-647B-BF4C15F296FD}"/>
              </a:ext>
            </a:extLst>
          </p:cNvPr>
          <p:cNvSpPr txBox="1"/>
          <p:nvPr/>
        </p:nvSpPr>
        <p:spPr>
          <a:xfrm>
            <a:off x="5767936" y="5215700"/>
            <a:ext cx="13128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Config Push</a:t>
            </a:r>
          </a:p>
        </p:txBody>
      </p:sp>
      <p:sp>
        <p:nvSpPr>
          <p:cNvPr id="62" name="Process 61">
            <a:extLst>
              <a:ext uri="{FF2B5EF4-FFF2-40B4-BE49-F238E27FC236}">
                <a16:creationId xmlns:a16="http://schemas.microsoft.com/office/drawing/2014/main" id="{BA2F06D6-3148-5919-BC7F-F6B2B1AB71E0}"/>
              </a:ext>
            </a:extLst>
          </p:cNvPr>
          <p:cNvSpPr/>
          <p:nvPr/>
        </p:nvSpPr>
        <p:spPr>
          <a:xfrm>
            <a:off x="7085134" y="2011444"/>
            <a:ext cx="298453" cy="139700"/>
          </a:xfrm>
          <a:prstGeom prst="flowChartProcess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9" name="Process 68">
            <a:extLst>
              <a:ext uri="{FF2B5EF4-FFF2-40B4-BE49-F238E27FC236}">
                <a16:creationId xmlns:a16="http://schemas.microsoft.com/office/drawing/2014/main" id="{692F4203-F64F-DB07-8D3A-48FCEF7E9152}"/>
              </a:ext>
            </a:extLst>
          </p:cNvPr>
          <p:cNvSpPr/>
          <p:nvPr/>
        </p:nvSpPr>
        <p:spPr>
          <a:xfrm>
            <a:off x="8030547" y="2250335"/>
            <a:ext cx="298453" cy="139700"/>
          </a:xfrm>
          <a:prstGeom prst="flowChartProcess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6" name="Process 65">
            <a:extLst>
              <a:ext uri="{FF2B5EF4-FFF2-40B4-BE49-F238E27FC236}">
                <a16:creationId xmlns:a16="http://schemas.microsoft.com/office/drawing/2014/main" id="{71769489-753A-4947-0B7E-EC69640CE5D6}"/>
              </a:ext>
            </a:extLst>
          </p:cNvPr>
          <p:cNvSpPr/>
          <p:nvPr/>
        </p:nvSpPr>
        <p:spPr>
          <a:xfrm>
            <a:off x="8329000" y="2250335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Process 13">
            <a:extLst>
              <a:ext uri="{FF2B5EF4-FFF2-40B4-BE49-F238E27FC236}">
                <a16:creationId xmlns:a16="http://schemas.microsoft.com/office/drawing/2014/main" id="{799B7B98-E28C-B956-744B-D78B22FA728F}"/>
              </a:ext>
            </a:extLst>
          </p:cNvPr>
          <p:cNvSpPr/>
          <p:nvPr/>
        </p:nvSpPr>
        <p:spPr>
          <a:xfrm>
            <a:off x="6449872" y="1762117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1" name="Process 70">
            <a:extLst>
              <a:ext uri="{FF2B5EF4-FFF2-40B4-BE49-F238E27FC236}">
                <a16:creationId xmlns:a16="http://schemas.microsoft.com/office/drawing/2014/main" id="{6809452E-C95D-1BBD-C82D-1D42C9561007}"/>
              </a:ext>
            </a:extLst>
          </p:cNvPr>
          <p:cNvSpPr/>
          <p:nvPr/>
        </p:nvSpPr>
        <p:spPr>
          <a:xfrm>
            <a:off x="6450302" y="3233172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9" name="Process 58">
            <a:extLst>
              <a:ext uri="{FF2B5EF4-FFF2-40B4-BE49-F238E27FC236}">
                <a16:creationId xmlns:a16="http://schemas.microsoft.com/office/drawing/2014/main" id="{DACCAFAD-C3C7-5BE0-C86E-E856DCC66963}"/>
              </a:ext>
            </a:extLst>
          </p:cNvPr>
          <p:cNvSpPr/>
          <p:nvPr/>
        </p:nvSpPr>
        <p:spPr>
          <a:xfrm>
            <a:off x="7383587" y="2011444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095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6199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A2FA1-8F9A-7839-CB7D-699E1032B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802B1D-DFB8-C5CF-6041-44C4E4A1527C}"/>
              </a:ext>
            </a:extLst>
          </p:cNvPr>
          <p:cNvSpPr/>
          <p:nvPr/>
        </p:nvSpPr>
        <p:spPr>
          <a:xfrm>
            <a:off x="2943922" y="1014761"/>
            <a:ext cx="6038714" cy="436168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276A3AE-EDF9-03EF-EE46-83C782AA7BD0}"/>
              </a:ext>
            </a:extLst>
          </p:cNvPr>
          <p:cNvSpPr/>
          <p:nvPr/>
        </p:nvSpPr>
        <p:spPr>
          <a:xfrm>
            <a:off x="3200945" y="1481559"/>
            <a:ext cx="2932101" cy="2673752"/>
          </a:xfrm>
          <a:prstGeom prst="roundRect">
            <a:avLst/>
          </a:prstGeom>
          <a:solidFill>
            <a:srgbClr val="3FB4E0">
              <a:alpha val="2987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Node</a:t>
            </a:r>
          </a:p>
        </p:txBody>
      </p:sp>
      <p:sp>
        <p:nvSpPr>
          <p:cNvPr id="13" name="Snip Same Side Corner Rectangle 12">
            <a:extLst>
              <a:ext uri="{FF2B5EF4-FFF2-40B4-BE49-F238E27FC236}">
                <a16:creationId xmlns:a16="http://schemas.microsoft.com/office/drawing/2014/main" id="{BE187AEF-759F-4D0A-E756-AAF56C21D738}"/>
              </a:ext>
            </a:extLst>
          </p:cNvPr>
          <p:cNvSpPr/>
          <p:nvPr/>
        </p:nvSpPr>
        <p:spPr>
          <a:xfrm>
            <a:off x="3200945" y="4866245"/>
            <a:ext cx="848710" cy="258291"/>
          </a:xfrm>
          <a:prstGeom prst="snip2SameRect">
            <a:avLst/>
          </a:prstGeom>
          <a:solidFill>
            <a:srgbClr val="3FB4E0">
              <a:alpha val="80185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A16E3E-E9AA-1493-FE0F-11E7889776EE}"/>
              </a:ext>
            </a:extLst>
          </p:cNvPr>
          <p:cNvSpPr/>
          <p:nvPr/>
        </p:nvSpPr>
        <p:spPr>
          <a:xfrm>
            <a:off x="3266985" y="4956108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78D50B-9508-FE1E-950D-43E16A61B427}"/>
              </a:ext>
            </a:extLst>
          </p:cNvPr>
          <p:cNvSpPr/>
          <p:nvPr/>
        </p:nvSpPr>
        <p:spPr>
          <a:xfrm>
            <a:off x="3407123" y="49550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889C8A-4E82-C61A-4A6F-86F6FE94FAF9}"/>
              </a:ext>
            </a:extLst>
          </p:cNvPr>
          <p:cNvSpPr/>
          <p:nvPr/>
        </p:nvSpPr>
        <p:spPr>
          <a:xfrm>
            <a:off x="3541844" y="49550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97992B3-50C9-8B16-9774-0E0E51A3E423}"/>
              </a:ext>
            </a:extLst>
          </p:cNvPr>
          <p:cNvSpPr/>
          <p:nvPr/>
        </p:nvSpPr>
        <p:spPr>
          <a:xfrm>
            <a:off x="3714901" y="493773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E1AD697-A83A-7CBE-2E02-0312FFC0E52C}"/>
              </a:ext>
            </a:extLst>
          </p:cNvPr>
          <p:cNvSpPr/>
          <p:nvPr/>
        </p:nvSpPr>
        <p:spPr>
          <a:xfrm>
            <a:off x="3873364" y="493773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Snip Same Side Corner Rectangle 20">
            <a:extLst>
              <a:ext uri="{FF2B5EF4-FFF2-40B4-BE49-F238E27FC236}">
                <a16:creationId xmlns:a16="http://schemas.microsoft.com/office/drawing/2014/main" id="{4C77541B-A7EF-2477-B374-88EA848F0906}"/>
              </a:ext>
            </a:extLst>
          </p:cNvPr>
          <p:cNvSpPr/>
          <p:nvPr/>
        </p:nvSpPr>
        <p:spPr>
          <a:xfrm>
            <a:off x="5284336" y="4872682"/>
            <a:ext cx="848710" cy="258291"/>
          </a:xfrm>
          <a:prstGeom prst="snip2SameRect">
            <a:avLst/>
          </a:prstGeom>
          <a:solidFill>
            <a:srgbClr val="3FB4E0">
              <a:alpha val="80185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8B3D9E-CC1F-2E41-6178-0D3BAAC2CFFC}"/>
              </a:ext>
            </a:extLst>
          </p:cNvPr>
          <p:cNvSpPr/>
          <p:nvPr/>
        </p:nvSpPr>
        <p:spPr>
          <a:xfrm>
            <a:off x="5350376" y="4962545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C9EE95-EE55-0723-77B1-5393B92EC23E}"/>
              </a:ext>
            </a:extLst>
          </p:cNvPr>
          <p:cNvSpPr/>
          <p:nvPr/>
        </p:nvSpPr>
        <p:spPr>
          <a:xfrm>
            <a:off x="5490514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22B993-96A1-A446-4F41-2B9D3AED1F0F}"/>
              </a:ext>
            </a:extLst>
          </p:cNvPr>
          <p:cNvSpPr/>
          <p:nvPr/>
        </p:nvSpPr>
        <p:spPr>
          <a:xfrm>
            <a:off x="5625235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DEDAE63-0380-DA90-CBD2-C728A8A9FC9B}"/>
              </a:ext>
            </a:extLst>
          </p:cNvPr>
          <p:cNvSpPr/>
          <p:nvPr/>
        </p:nvSpPr>
        <p:spPr>
          <a:xfrm>
            <a:off x="5798292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BF92D24-8317-F019-7338-40B279C2DE60}"/>
              </a:ext>
            </a:extLst>
          </p:cNvPr>
          <p:cNvSpPr/>
          <p:nvPr/>
        </p:nvSpPr>
        <p:spPr>
          <a:xfrm>
            <a:off x="5956755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8" name="Snip Same Side Corner Rectangle 27">
            <a:extLst>
              <a:ext uri="{FF2B5EF4-FFF2-40B4-BE49-F238E27FC236}">
                <a16:creationId xmlns:a16="http://schemas.microsoft.com/office/drawing/2014/main" id="{A8BC58AA-50A3-C292-DCE8-24FB7175CCC8}"/>
              </a:ext>
            </a:extLst>
          </p:cNvPr>
          <p:cNvSpPr/>
          <p:nvPr/>
        </p:nvSpPr>
        <p:spPr>
          <a:xfrm>
            <a:off x="6520045" y="4872682"/>
            <a:ext cx="848710" cy="258291"/>
          </a:xfrm>
          <a:prstGeom prst="snip2SameRect">
            <a:avLst/>
          </a:prstGeom>
          <a:solidFill>
            <a:srgbClr val="3FB4E0">
              <a:alpha val="80185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09E058-347C-7915-F83B-00E6C9590643}"/>
              </a:ext>
            </a:extLst>
          </p:cNvPr>
          <p:cNvSpPr/>
          <p:nvPr/>
        </p:nvSpPr>
        <p:spPr>
          <a:xfrm>
            <a:off x="6586085" y="4962545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27B0F7-129C-4F82-3676-5F6B4A90B4F4}"/>
              </a:ext>
            </a:extLst>
          </p:cNvPr>
          <p:cNvSpPr/>
          <p:nvPr/>
        </p:nvSpPr>
        <p:spPr>
          <a:xfrm>
            <a:off x="6726223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0CC025-9BB6-F727-8BF0-23E62E784BF2}"/>
              </a:ext>
            </a:extLst>
          </p:cNvPr>
          <p:cNvSpPr/>
          <p:nvPr/>
        </p:nvSpPr>
        <p:spPr>
          <a:xfrm>
            <a:off x="6860944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FCF6573-050B-6272-8EB1-480F82DEFA01}"/>
              </a:ext>
            </a:extLst>
          </p:cNvPr>
          <p:cNvSpPr/>
          <p:nvPr/>
        </p:nvSpPr>
        <p:spPr>
          <a:xfrm>
            <a:off x="7034001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81C5408-2CBB-2254-8AC9-412B405AAC5B}"/>
              </a:ext>
            </a:extLst>
          </p:cNvPr>
          <p:cNvSpPr/>
          <p:nvPr/>
        </p:nvSpPr>
        <p:spPr>
          <a:xfrm>
            <a:off x="7192464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F79F9C-906E-9815-839C-7E3FA5512F3D}"/>
              </a:ext>
            </a:extLst>
          </p:cNvPr>
          <p:cNvSpPr/>
          <p:nvPr/>
        </p:nvSpPr>
        <p:spPr>
          <a:xfrm>
            <a:off x="4343383" y="4937735"/>
            <a:ext cx="133969" cy="130129"/>
          </a:xfrm>
          <a:prstGeom prst="rect">
            <a:avLst/>
          </a:prstGeom>
          <a:solidFill>
            <a:srgbClr val="3FB4E0">
              <a:alpha val="8018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95924A-6A86-223B-0145-5D9F7DEE1F92}"/>
              </a:ext>
            </a:extLst>
          </p:cNvPr>
          <p:cNvSpPr/>
          <p:nvPr/>
        </p:nvSpPr>
        <p:spPr>
          <a:xfrm>
            <a:off x="4584176" y="4937735"/>
            <a:ext cx="133969" cy="130129"/>
          </a:xfrm>
          <a:prstGeom prst="rect">
            <a:avLst/>
          </a:prstGeom>
          <a:solidFill>
            <a:srgbClr val="3FB4E0">
              <a:alpha val="8018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A55481-155F-8041-D77F-DB4DE5060F37}"/>
              </a:ext>
            </a:extLst>
          </p:cNvPr>
          <p:cNvSpPr/>
          <p:nvPr/>
        </p:nvSpPr>
        <p:spPr>
          <a:xfrm>
            <a:off x="4823668" y="4937735"/>
            <a:ext cx="133969" cy="130129"/>
          </a:xfrm>
          <a:prstGeom prst="rect">
            <a:avLst/>
          </a:prstGeom>
          <a:solidFill>
            <a:srgbClr val="3FB4E0">
              <a:alpha val="8018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010CD71F-E2D7-5FF5-A026-C34F3F7B17BE}"/>
              </a:ext>
            </a:extLst>
          </p:cNvPr>
          <p:cNvCxnSpPr/>
          <p:nvPr/>
        </p:nvCxnSpPr>
        <p:spPr>
          <a:xfrm rot="5400000">
            <a:off x="2533871" y="2318980"/>
            <a:ext cx="3638694" cy="1455836"/>
          </a:xfrm>
          <a:prstGeom prst="bentConnector3">
            <a:avLst>
              <a:gd name="adj1" fmla="val 89932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B45E1E4B-128F-B378-7F5C-D190A8AABCE1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92448" y="2940598"/>
            <a:ext cx="3645128" cy="219038"/>
          </a:xfrm>
          <a:prstGeom prst="bentConnector3">
            <a:avLst>
              <a:gd name="adj1" fmla="val 89022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056D1243-6C5A-7CE9-7919-95A0CA78244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77066" y="2424839"/>
            <a:ext cx="3645130" cy="1250554"/>
          </a:xfrm>
          <a:prstGeom prst="bentConnector3">
            <a:avLst>
              <a:gd name="adj1" fmla="val 85364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BB50E40-5FB8-5D1E-9E68-A957C92BF794}"/>
              </a:ext>
            </a:extLst>
          </p:cNvPr>
          <p:cNvSpPr/>
          <p:nvPr/>
        </p:nvSpPr>
        <p:spPr>
          <a:xfrm>
            <a:off x="4870087" y="1841326"/>
            <a:ext cx="1059759" cy="676406"/>
          </a:xfrm>
          <a:prstGeom prst="rect">
            <a:avLst/>
          </a:prstGeom>
          <a:solidFill>
            <a:srgbClr val="3FB4E0">
              <a:alpha val="8018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Resource Facing Service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FD4FD0-0EEB-8791-F1C5-49D7E58DF000}"/>
              </a:ext>
            </a:extLst>
          </p:cNvPr>
          <p:cNvSpPr/>
          <p:nvPr/>
        </p:nvSpPr>
        <p:spPr>
          <a:xfrm>
            <a:off x="4870087" y="2975308"/>
            <a:ext cx="1059759" cy="676406"/>
          </a:xfrm>
          <a:prstGeom prst="rect">
            <a:avLst/>
          </a:prstGeom>
          <a:solidFill>
            <a:srgbClr val="3FB4E0">
              <a:alpha val="8018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 Manager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AB5947F-15F1-44F3-48E4-9A1CB8032367}"/>
              </a:ext>
            </a:extLst>
          </p:cNvPr>
          <p:cNvSpPr/>
          <p:nvPr/>
        </p:nvSpPr>
        <p:spPr>
          <a:xfrm flipH="1">
            <a:off x="5167495" y="4254628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21BD5A3-D66F-0899-3EF8-5173C0201857}"/>
              </a:ext>
            </a:extLst>
          </p:cNvPr>
          <p:cNvSpPr/>
          <p:nvPr/>
        </p:nvSpPr>
        <p:spPr>
          <a:xfrm flipH="1">
            <a:off x="5268607" y="4254628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2C2BFE1-F092-FE31-24FA-7AC7216B4F55}"/>
              </a:ext>
            </a:extLst>
          </p:cNvPr>
          <p:cNvSpPr/>
          <p:nvPr/>
        </p:nvSpPr>
        <p:spPr>
          <a:xfrm flipH="1">
            <a:off x="5369719" y="4254628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505F56F-73DE-9E9B-23F6-4EC4998ED945}"/>
              </a:ext>
            </a:extLst>
          </p:cNvPr>
          <p:cNvSpPr/>
          <p:nvPr/>
        </p:nvSpPr>
        <p:spPr>
          <a:xfrm flipH="1">
            <a:off x="5171448" y="2743022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576CAE9-C0C4-CA63-62D7-654E33C50B3D}"/>
              </a:ext>
            </a:extLst>
          </p:cNvPr>
          <p:cNvSpPr/>
          <p:nvPr/>
        </p:nvSpPr>
        <p:spPr>
          <a:xfrm flipH="1">
            <a:off x="5272560" y="2743022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3B6BD87-319B-7AF6-52FB-A48355D71722}"/>
              </a:ext>
            </a:extLst>
          </p:cNvPr>
          <p:cNvSpPr/>
          <p:nvPr/>
        </p:nvSpPr>
        <p:spPr>
          <a:xfrm flipH="1">
            <a:off x="5373672" y="2743022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1FF5BAF-2B38-1CB9-73AA-803F29CF2C6A}"/>
              </a:ext>
            </a:extLst>
          </p:cNvPr>
          <p:cNvSpPr/>
          <p:nvPr/>
        </p:nvSpPr>
        <p:spPr>
          <a:xfrm flipH="1">
            <a:off x="5161422" y="1325368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FA7176F-6852-B625-3B02-C27DFBEEC451}"/>
              </a:ext>
            </a:extLst>
          </p:cNvPr>
          <p:cNvSpPr/>
          <p:nvPr/>
        </p:nvSpPr>
        <p:spPr>
          <a:xfrm flipH="1">
            <a:off x="5262534" y="1325368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9657C8A-9581-460F-BB74-47EC0DA5624A}"/>
              </a:ext>
            </a:extLst>
          </p:cNvPr>
          <p:cNvSpPr/>
          <p:nvPr/>
        </p:nvSpPr>
        <p:spPr>
          <a:xfrm flipH="1">
            <a:off x="5363646" y="1325368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1015CB6-24C1-83B9-9F77-F38798C5BD78}"/>
              </a:ext>
            </a:extLst>
          </p:cNvPr>
          <p:cNvSpPr/>
          <p:nvPr/>
        </p:nvSpPr>
        <p:spPr>
          <a:xfrm>
            <a:off x="6228198" y="1481559"/>
            <a:ext cx="2550042" cy="2170155"/>
          </a:xfrm>
          <a:prstGeom prst="rect">
            <a:avLst/>
          </a:prstGeom>
          <a:noFill/>
          <a:ln w="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list t3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key id;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uses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ncs:service-data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ncs:servicepoint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t3-servicepoint;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leaf id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description “Maps to a device”;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type uint32;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}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…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}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ncs:plan-outline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ne-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cfg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-plan {…}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ncs:service-behavior-tree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t3-servicepoint {…}</a:t>
            </a:r>
          </a:p>
          <a:p>
            <a:endParaRPr lang="en-US" sz="1000" dirty="0">
              <a:solidFill>
                <a:srgbClr val="3FB4E0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0962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6F720-85BD-CAEF-9618-81220CFC0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8F15616A-5B3B-6C7B-FCBC-E79E00C74B7D}"/>
              </a:ext>
            </a:extLst>
          </p:cNvPr>
          <p:cNvSpPr/>
          <p:nvPr/>
        </p:nvSpPr>
        <p:spPr>
          <a:xfrm>
            <a:off x="2824544" y="1530614"/>
            <a:ext cx="3717192" cy="2109082"/>
          </a:xfrm>
          <a:prstGeom prst="rect">
            <a:avLst/>
          </a:prstGeom>
          <a:solidFill>
            <a:srgbClr val="3FB4E0">
              <a:alpha val="4018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nano-plan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5EC157-54E9-FBAD-476D-65830F348AAB}"/>
              </a:ext>
            </a:extLst>
          </p:cNvPr>
          <p:cNvSpPr/>
          <p:nvPr/>
        </p:nvSpPr>
        <p:spPr>
          <a:xfrm>
            <a:off x="3262576" y="2103260"/>
            <a:ext cx="3094592" cy="1399677"/>
          </a:xfrm>
          <a:prstGeom prst="rect">
            <a:avLst/>
          </a:prstGeom>
          <a:solidFill>
            <a:srgbClr val="3FB4E0">
              <a:alpha val="8044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5DD38-6D4B-245B-D4FA-1412D4EDFA4D}"/>
              </a:ext>
            </a:extLst>
          </p:cNvPr>
          <p:cNvSpPr/>
          <p:nvPr/>
        </p:nvSpPr>
        <p:spPr>
          <a:xfrm>
            <a:off x="3143054" y="1961224"/>
            <a:ext cx="3123786" cy="1458122"/>
          </a:xfrm>
          <a:prstGeom prst="rect">
            <a:avLst/>
          </a:prstGeom>
          <a:solidFill>
            <a:srgbClr val="3FB4E0">
              <a:alpha val="8044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C914F836-B793-F5ED-7883-572B0B0FB3FB}"/>
              </a:ext>
            </a:extLst>
          </p:cNvPr>
          <p:cNvSpPr/>
          <p:nvPr/>
        </p:nvSpPr>
        <p:spPr>
          <a:xfrm rot="5400000">
            <a:off x="5690163" y="2402131"/>
            <a:ext cx="890574" cy="6621811"/>
          </a:xfrm>
          <a:prstGeom prst="roundRect">
            <a:avLst/>
          </a:prstGeom>
          <a:solidFill>
            <a:srgbClr val="3FB4E0">
              <a:alpha val="20129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3CD05B-58B9-8963-6B31-5526DC400E45}"/>
              </a:ext>
            </a:extLst>
          </p:cNvPr>
          <p:cNvSpPr/>
          <p:nvPr/>
        </p:nvSpPr>
        <p:spPr>
          <a:xfrm>
            <a:off x="3007070" y="1834892"/>
            <a:ext cx="3167572" cy="1510905"/>
          </a:xfrm>
          <a:prstGeom prst="rect">
            <a:avLst/>
          </a:prstGeom>
          <a:solidFill>
            <a:srgbClr val="3FB4E0">
              <a:alpha val="8044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dk:ne</a:t>
            </a:r>
            <a:r>
              <a:rPr lang="en-US" sz="1000" dirty="0">
                <a:solidFill>
                  <a:schemeClr val="bg1"/>
                </a:solidFill>
              </a:rPr>
              <a:t> component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300C0A-06A3-6CDB-795E-E9AEEBC0AA7B}"/>
              </a:ext>
            </a:extLst>
          </p:cNvPr>
          <p:cNvSpPr/>
          <p:nvPr/>
        </p:nvSpPr>
        <p:spPr>
          <a:xfrm>
            <a:off x="2547991" y="1259933"/>
            <a:ext cx="7161088" cy="510167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B7ABD1-6873-9C4A-CF73-9A04D47B7B1D}"/>
              </a:ext>
            </a:extLst>
          </p:cNvPr>
          <p:cNvSpPr txBox="1"/>
          <p:nvPr/>
        </p:nvSpPr>
        <p:spPr>
          <a:xfrm>
            <a:off x="4773621" y="3745427"/>
            <a:ext cx="297842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Resource Facing Nano Service</a:t>
            </a:r>
          </a:p>
        </p:txBody>
      </p:sp>
      <p:sp>
        <p:nvSpPr>
          <p:cNvPr id="23" name="Process 22">
            <a:extLst>
              <a:ext uri="{FF2B5EF4-FFF2-40B4-BE49-F238E27FC236}">
                <a16:creationId xmlns:a16="http://schemas.microsoft.com/office/drawing/2014/main" id="{AE665048-3961-DBB0-76E7-9C9AB7CF3981}"/>
              </a:ext>
            </a:extLst>
          </p:cNvPr>
          <p:cNvSpPr/>
          <p:nvPr/>
        </p:nvSpPr>
        <p:spPr>
          <a:xfrm>
            <a:off x="4832924" y="4039456"/>
            <a:ext cx="934529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18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721FE9E3-8D96-6035-EA33-763168954D28}"/>
              </a:ext>
            </a:extLst>
          </p:cNvPr>
          <p:cNvSpPr/>
          <p:nvPr/>
        </p:nvSpPr>
        <p:spPr>
          <a:xfrm>
            <a:off x="5767453" y="4039456"/>
            <a:ext cx="518534" cy="139700"/>
          </a:xfrm>
          <a:prstGeom prst="flowChartProcess">
            <a:avLst/>
          </a:prstGeom>
          <a:solidFill>
            <a:schemeClr val="accent4">
              <a:alpha val="8018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D725B112-AAAA-73D9-9262-1A67479E115B}"/>
              </a:ext>
            </a:extLst>
          </p:cNvPr>
          <p:cNvSpPr/>
          <p:nvPr/>
        </p:nvSpPr>
        <p:spPr>
          <a:xfrm>
            <a:off x="4832924" y="4269420"/>
            <a:ext cx="932423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18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6" name="Process 25">
            <a:extLst>
              <a:ext uri="{FF2B5EF4-FFF2-40B4-BE49-F238E27FC236}">
                <a16:creationId xmlns:a16="http://schemas.microsoft.com/office/drawing/2014/main" id="{5767823A-B20C-B036-C4C4-C01F35CE61A8}"/>
              </a:ext>
            </a:extLst>
          </p:cNvPr>
          <p:cNvSpPr/>
          <p:nvPr/>
        </p:nvSpPr>
        <p:spPr>
          <a:xfrm>
            <a:off x="5765348" y="4269420"/>
            <a:ext cx="518534" cy="139700"/>
          </a:xfrm>
          <a:prstGeom prst="flowChartProcess">
            <a:avLst/>
          </a:prstGeom>
          <a:solidFill>
            <a:schemeClr val="accent4">
              <a:alpha val="8018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7" name="Process 26">
            <a:extLst>
              <a:ext uri="{FF2B5EF4-FFF2-40B4-BE49-F238E27FC236}">
                <a16:creationId xmlns:a16="http://schemas.microsoft.com/office/drawing/2014/main" id="{E421A640-3121-1247-C4E5-396F27F7DE2F}"/>
              </a:ext>
            </a:extLst>
          </p:cNvPr>
          <p:cNvSpPr/>
          <p:nvPr/>
        </p:nvSpPr>
        <p:spPr>
          <a:xfrm>
            <a:off x="6280620" y="4269419"/>
            <a:ext cx="298453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18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8" name="Process 27">
            <a:extLst>
              <a:ext uri="{FF2B5EF4-FFF2-40B4-BE49-F238E27FC236}">
                <a16:creationId xmlns:a16="http://schemas.microsoft.com/office/drawing/2014/main" id="{FFD526EB-BE07-AEBD-BFB3-A544D91B47ED}"/>
              </a:ext>
            </a:extLst>
          </p:cNvPr>
          <p:cNvSpPr/>
          <p:nvPr/>
        </p:nvSpPr>
        <p:spPr>
          <a:xfrm>
            <a:off x="4832924" y="4485778"/>
            <a:ext cx="932423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18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36EF4F6B-9404-A4F3-A90F-6A472056BB7B}"/>
              </a:ext>
            </a:extLst>
          </p:cNvPr>
          <p:cNvSpPr/>
          <p:nvPr/>
        </p:nvSpPr>
        <p:spPr>
          <a:xfrm>
            <a:off x="5759559" y="4485778"/>
            <a:ext cx="518535" cy="139700"/>
          </a:xfrm>
          <a:prstGeom prst="flowChartProcess">
            <a:avLst/>
          </a:prstGeom>
          <a:solidFill>
            <a:schemeClr val="accent4">
              <a:alpha val="8018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B0AA77C5-32A6-2720-8FA5-1C96EBECE477}"/>
              </a:ext>
            </a:extLst>
          </p:cNvPr>
          <p:cNvSpPr/>
          <p:nvPr/>
        </p:nvSpPr>
        <p:spPr>
          <a:xfrm>
            <a:off x="6581265" y="4270012"/>
            <a:ext cx="298453" cy="139700"/>
          </a:xfrm>
          <a:prstGeom prst="flowChartProcess">
            <a:avLst/>
          </a:prstGeom>
          <a:solidFill>
            <a:srgbClr val="FFC000">
              <a:alpha val="80181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Process 31">
            <a:extLst>
              <a:ext uri="{FF2B5EF4-FFF2-40B4-BE49-F238E27FC236}">
                <a16:creationId xmlns:a16="http://schemas.microsoft.com/office/drawing/2014/main" id="{29280D1B-7B77-FF58-A93C-BAFBF9E0576D}"/>
              </a:ext>
            </a:extLst>
          </p:cNvPr>
          <p:cNvSpPr/>
          <p:nvPr/>
        </p:nvSpPr>
        <p:spPr>
          <a:xfrm>
            <a:off x="6278094" y="4483261"/>
            <a:ext cx="596906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18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13C458-C09F-5A64-FBA7-B776F7B7DABB}"/>
              </a:ext>
            </a:extLst>
          </p:cNvPr>
          <p:cNvSpPr txBox="1"/>
          <p:nvPr/>
        </p:nvSpPr>
        <p:spPr>
          <a:xfrm>
            <a:off x="7225777" y="3982668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77B398-9308-0F89-E502-99CDF9EA5460}"/>
              </a:ext>
            </a:extLst>
          </p:cNvPr>
          <p:cNvSpPr txBox="1"/>
          <p:nvPr/>
        </p:nvSpPr>
        <p:spPr>
          <a:xfrm>
            <a:off x="7511818" y="4203663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D7CEE1-2E09-3A61-F20C-40406814553E}"/>
              </a:ext>
            </a:extLst>
          </p:cNvPr>
          <p:cNvSpPr txBox="1"/>
          <p:nvPr/>
        </p:nvSpPr>
        <p:spPr>
          <a:xfrm>
            <a:off x="7809947" y="4427160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3BC763-ABFD-1145-F976-6E19CA3D4A72}"/>
              </a:ext>
            </a:extLst>
          </p:cNvPr>
          <p:cNvSpPr txBox="1"/>
          <p:nvPr/>
        </p:nvSpPr>
        <p:spPr>
          <a:xfrm>
            <a:off x="4537075" y="3983520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1BA0ED-0C82-9827-D72B-2AFEBE357B02}"/>
              </a:ext>
            </a:extLst>
          </p:cNvPr>
          <p:cNvSpPr txBox="1"/>
          <p:nvPr/>
        </p:nvSpPr>
        <p:spPr>
          <a:xfrm>
            <a:off x="4537075" y="4216159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DEB5EA-2828-B2F0-34D3-65040E5E0143}"/>
              </a:ext>
            </a:extLst>
          </p:cNvPr>
          <p:cNvSpPr txBox="1"/>
          <p:nvPr/>
        </p:nvSpPr>
        <p:spPr>
          <a:xfrm>
            <a:off x="4537075" y="4407401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0CBA54F-5EDB-A0B4-BC68-E45C2033F9A4}"/>
              </a:ext>
            </a:extLst>
          </p:cNvPr>
          <p:cNvCxnSpPr>
            <a:cxnSpLocks/>
          </p:cNvCxnSpPr>
          <p:nvPr/>
        </p:nvCxnSpPr>
        <p:spPr>
          <a:xfrm>
            <a:off x="4832924" y="4884843"/>
            <a:ext cx="3005610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29BD11A-D6DB-6DFD-88B1-C035FA5FE90A}"/>
              </a:ext>
            </a:extLst>
          </p:cNvPr>
          <p:cNvSpPr txBox="1"/>
          <p:nvPr/>
        </p:nvSpPr>
        <p:spPr>
          <a:xfrm>
            <a:off x="4764135" y="4884843"/>
            <a:ext cx="5110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Time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59" name="Process 58">
            <a:extLst>
              <a:ext uri="{FF2B5EF4-FFF2-40B4-BE49-F238E27FC236}">
                <a16:creationId xmlns:a16="http://schemas.microsoft.com/office/drawing/2014/main" id="{18BAAD8F-3221-601E-9415-F4399007E8E8}"/>
              </a:ext>
            </a:extLst>
          </p:cNvPr>
          <p:cNvSpPr/>
          <p:nvPr/>
        </p:nvSpPr>
        <p:spPr>
          <a:xfrm>
            <a:off x="6285987" y="4039456"/>
            <a:ext cx="298453" cy="139700"/>
          </a:xfrm>
          <a:prstGeom prst="flowChartProcess">
            <a:avLst/>
          </a:prstGeom>
          <a:solidFill>
            <a:srgbClr val="FFC000">
              <a:alpha val="80181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0" name="Process 59">
            <a:extLst>
              <a:ext uri="{FF2B5EF4-FFF2-40B4-BE49-F238E27FC236}">
                <a16:creationId xmlns:a16="http://schemas.microsoft.com/office/drawing/2014/main" id="{4DBCE3E5-85A1-5F68-8A1A-EBD5C086C92B}"/>
              </a:ext>
            </a:extLst>
          </p:cNvPr>
          <p:cNvSpPr/>
          <p:nvPr/>
        </p:nvSpPr>
        <p:spPr>
          <a:xfrm>
            <a:off x="6869535" y="4270012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18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1DD8E47-CCE3-DE0C-CE0C-AD9263D5FFEA}"/>
              </a:ext>
            </a:extLst>
          </p:cNvPr>
          <p:cNvSpPr/>
          <p:nvPr/>
        </p:nvSpPr>
        <p:spPr>
          <a:xfrm>
            <a:off x="4230725" y="5371152"/>
            <a:ext cx="238219" cy="230736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F8725B-96AE-B9F4-D742-1018CC67BAAB}"/>
              </a:ext>
            </a:extLst>
          </p:cNvPr>
          <p:cNvSpPr txBox="1"/>
          <p:nvPr/>
        </p:nvSpPr>
        <p:spPr>
          <a:xfrm>
            <a:off x="4470997" y="5374764"/>
            <a:ext cx="58627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5DB1109-725A-D431-B9A5-A5B7B1702490}"/>
              </a:ext>
            </a:extLst>
          </p:cNvPr>
          <p:cNvSpPr/>
          <p:nvPr/>
        </p:nvSpPr>
        <p:spPr>
          <a:xfrm>
            <a:off x="5118237" y="5377467"/>
            <a:ext cx="238219" cy="230736"/>
          </a:xfrm>
          <a:prstGeom prst="rect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F61656-735A-F32D-2E0B-5CB3C10DF313}"/>
              </a:ext>
            </a:extLst>
          </p:cNvPr>
          <p:cNvSpPr txBox="1"/>
          <p:nvPr/>
        </p:nvSpPr>
        <p:spPr>
          <a:xfrm>
            <a:off x="5358508" y="5381079"/>
            <a:ext cx="76259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Validation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73032F2-DD75-49D0-0899-288F57F76CA4}"/>
              </a:ext>
            </a:extLst>
          </p:cNvPr>
          <p:cNvSpPr/>
          <p:nvPr/>
        </p:nvSpPr>
        <p:spPr>
          <a:xfrm>
            <a:off x="6184119" y="5377467"/>
            <a:ext cx="238219" cy="230736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E053667-0C72-2ED8-D249-5954A44B5539}"/>
              </a:ext>
            </a:extLst>
          </p:cNvPr>
          <p:cNvSpPr txBox="1"/>
          <p:nvPr/>
        </p:nvSpPr>
        <p:spPr>
          <a:xfrm>
            <a:off x="6424391" y="5381079"/>
            <a:ext cx="10802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Critical Section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2900E48-F15F-DF41-CB1B-9DBE9BB501AA}"/>
              </a:ext>
            </a:extLst>
          </p:cNvPr>
          <p:cNvSpPr/>
          <p:nvPr/>
        </p:nvSpPr>
        <p:spPr>
          <a:xfrm>
            <a:off x="7468960" y="5367331"/>
            <a:ext cx="238219" cy="230736"/>
          </a:xfrm>
          <a:prstGeom prst="rect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4EF46CB-DA46-3F5C-0509-3BC03599E34D}"/>
              </a:ext>
            </a:extLst>
          </p:cNvPr>
          <p:cNvSpPr txBox="1"/>
          <p:nvPr/>
        </p:nvSpPr>
        <p:spPr>
          <a:xfrm>
            <a:off x="7709231" y="5370943"/>
            <a:ext cx="142963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Lock Wait</a:t>
            </a:r>
          </a:p>
        </p:txBody>
      </p:sp>
      <p:sp>
        <p:nvSpPr>
          <p:cNvPr id="71" name="Diamond 70">
            <a:extLst>
              <a:ext uri="{FF2B5EF4-FFF2-40B4-BE49-F238E27FC236}">
                <a16:creationId xmlns:a16="http://schemas.microsoft.com/office/drawing/2014/main" id="{F7D31BCA-C8B6-2EA8-46A4-2D08CBECCCBE}"/>
              </a:ext>
            </a:extLst>
          </p:cNvPr>
          <p:cNvSpPr/>
          <p:nvPr/>
        </p:nvSpPr>
        <p:spPr>
          <a:xfrm>
            <a:off x="2956309" y="5374322"/>
            <a:ext cx="238219" cy="230736"/>
          </a:xfrm>
          <a:prstGeom prst="diamond">
            <a:avLst/>
          </a:prstGeom>
          <a:solidFill>
            <a:schemeClr val="accent4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04CE6B7-2A67-44C0-724B-3EDDDCFD62A9}"/>
              </a:ext>
            </a:extLst>
          </p:cNvPr>
          <p:cNvSpPr txBox="1"/>
          <p:nvPr/>
        </p:nvSpPr>
        <p:spPr>
          <a:xfrm>
            <a:off x="3220783" y="5374763"/>
            <a:ext cx="942719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Nano Service Redeploy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306A6B4-72C2-C939-041D-789A5A73257E}"/>
              </a:ext>
            </a:extLst>
          </p:cNvPr>
          <p:cNvSpPr/>
          <p:nvPr/>
        </p:nvSpPr>
        <p:spPr>
          <a:xfrm>
            <a:off x="5125525" y="5794417"/>
            <a:ext cx="238219" cy="230736"/>
          </a:xfrm>
          <a:prstGeom prst="rect">
            <a:avLst/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FADC6B3-282E-2A15-553D-C3DF9C657081}"/>
              </a:ext>
            </a:extLst>
          </p:cNvPr>
          <p:cNvSpPr txBox="1"/>
          <p:nvPr/>
        </p:nvSpPr>
        <p:spPr>
          <a:xfrm>
            <a:off x="5460440" y="5797817"/>
            <a:ext cx="13128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Config Push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F02F9A74-B291-BDA2-F78A-BF31B1D29B4D}"/>
              </a:ext>
            </a:extLst>
          </p:cNvPr>
          <p:cNvSpPr/>
          <p:nvPr/>
        </p:nvSpPr>
        <p:spPr>
          <a:xfrm>
            <a:off x="3275576" y="2196926"/>
            <a:ext cx="278986" cy="286865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BA3D884-0308-1EDF-1ACD-3500A3EF48DF}"/>
              </a:ext>
            </a:extLst>
          </p:cNvPr>
          <p:cNvCxnSpPr>
            <a:cxnSpLocks/>
          </p:cNvCxnSpPr>
          <p:nvPr/>
        </p:nvCxnSpPr>
        <p:spPr>
          <a:xfrm>
            <a:off x="3554562" y="2340358"/>
            <a:ext cx="403546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92C1D466-6281-1076-3B13-50A9E908E685}"/>
              </a:ext>
            </a:extLst>
          </p:cNvPr>
          <p:cNvCxnSpPr>
            <a:cxnSpLocks/>
          </p:cNvCxnSpPr>
          <p:nvPr/>
        </p:nvCxnSpPr>
        <p:spPr>
          <a:xfrm flipV="1">
            <a:off x="4037272" y="4106631"/>
            <a:ext cx="539367" cy="217177"/>
          </a:xfrm>
          <a:prstGeom prst="bentConnector3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D0686966-F7BC-C4D4-1DA5-EDBE541177D7}"/>
              </a:ext>
            </a:extLst>
          </p:cNvPr>
          <p:cNvCxnSpPr>
            <a:cxnSpLocks/>
          </p:cNvCxnSpPr>
          <p:nvPr/>
        </p:nvCxnSpPr>
        <p:spPr>
          <a:xfrm>
            <a:off x="4040447" y="4323808"/>
            <a:ext cx="533017" cy="206704"/>
          </a:xfrm>
          <a:prstGeom prst="bentConnector3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062A876-AD8D-5B15-6B02-97BA330C1D5D}"/>
              </a:ext>
            </a:extLst>
          </p:cNvPr>
          <p:cNvCxnSpPr/>
          <p:nvPr/>
        </p:nvCxnSpPr>
        <p:spPr>
          <a:xfrm>
            <a:off x="4069022" y="4323808"/>
            <a:ext cx="504442" cy="0"/>
          </a:xfrm>
          <a:prstGeom prst="straightConnector1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Diamond 110">
            <a:extLst>
              <a:ext uri="{FF2B5EF4-FFF2-40B4-BE49-F238E27FC236}">
                <a16:creationId xmlns:a16="http://schemas.microsoft.com/office/drawing/2014/main" id="{085FF4E9-486B-F2BB-9250-6A2F334A6E94}"/>
              </a:ext>
            </a:extLst>
          </p:cNvPr>
          <p:cNvSpPr/>
          <p:nvPr/>
        </p:nvSpPr>
        <p:spPr>
          <a:xfrm>
            <a:off x="4256347" y="4269419"/>
            <a:ext cx="104775" cy="114714"/>
          </a:xfrm>
          <a:prstGeom prst="diamond">
            <a:avLst/>
          </a:prstGeom>
          <a:solidFill>
            <a:srgbClr val="3FB4E0"/>
          </a:solidFill>
          <a:ln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CB8B2EB-10BC-BDDB-65D2-6DC673FB5471}"/>
              </a:ext>
            </a:extLst>
          </p:cNvPr>
          <p:cNvSpPr txBox="1"/>
          <p:nvPr/>
        </p:nvSpPr>
        <p:spPr>
          <a:xfrm>
            <a:off x="3821048" y="4165059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0</a:t>
            </a:r>
          </a:p>
        </p:txBody>
      </p:sp>
      <p:sp>
        <p:nvSpPr>
          <p:cNvPr id="58" name="Process 57">
            <a:extLst>
              <a:ext uri="{FF2B5EF4-FFF2-40B4-BE49-F238E27FC236}">
                <a16:creationId xmlns:a16="http://schemas.microsoft.com/office/drawing/2014/main" id="{9684E911-AADA-253C-BE7B-35B6A28E7295}"/>
              </a:ext>
            </a:extLst>
          </p:cNvPr>
          <p:cNvSpPr/>
          <p:nvPr/>
        </p:nvSpPr>
        <p:spPr>
          <a:xfrm>
            <a:off x="6584440" y="4039455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18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7A384AAD-510D-AB16-67C4-CA8BD00E9ADA}"/>
              </a:ext>
            </a:extLst>
          </p:cNvPr>
          <p:cNvSpPr/>
          <p:nvPr/>
        </p:nvSpPr>
        <p:spPr>
          <a:xfrm>
            <a:off x="6869535" y="4483260"/>
            <a:ext cx="298453" cy="139700"/>
          </a:xfrm>
          <a:prstGeom prst="flowChartProcess">
            <a:avLst/>
          </a:prstGeom>
          <a:solidFill>
            <a:srgbClr val="FFC000">
              <a:alpha val="80181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1" name="Process 60">
            <a:extLst>
              <a:ext uri="{FF2B5EF4-FFF2-40B4-BE49-F238E27FC236}">
                <a16:creationId xmlns:a16="http://schemas.microsoft.com/office/drawing/2014/main" id="{BC5D26A2-A46E-F4DD-93BE-E3B920D0F71A}"/>
              </a:ext>
            </a:extLst>
          </p:cNvPr>
          <p:cNvSpPr/>
          <p:nvPr/>
        </p:nvSpPr>
        <p:spPr>
          <a:xfrm>
            <a:off x="7167988" y="4483047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181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0FE7DD3-FCB5-8D2F-2552-A9580638EC48}"/>
              </a:ext>
            </a:extLst>
          </p:cNvPr>
          <p:cNvSpPr txBox="1"/>
          <p:nvPr/>
        </p:nvSpPr>
        <p:spPr>
          <a:xfrm>
            <a:off x="3074603" y="2552374"/>
            <a:ext cx="64478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ncs:init</a:t>
            </a:r>
            <a:endParaRPr lang="en-US" sz="1000" baseline="-25000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8B5916F-1780-E4B3-9559-C551D1974A97}"/>
              </a:ext>
            </a:extLst>
          </p:cNvPr>
          <p:cNvSpPr txBox="1"/>
          <p:nvPr/>
        </p:nvSpPr>
        <p:spPr>
          <a:xfrm>
            <a:off x="4545225" y="2545742"/>
            <a:ext cx="1201642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t3:configured</a:t>
            </a:r>
          </a:p>
          <a:p>
            <a:r>
              <a:rPr lang="en-US" sz="1000" baseline="-25000" dirty="0">
                <a:solidFill>
                  <a:schemeClr val="bg1"/>
                </a:solidFill>
              </a:rPr>
              <a:t>create nano-callback (synched)</a:t>
            </a:r>
          </a:p>
          <a:p>
            <a:r>
              <a:rPr lang="en-US" sz="1000" baseline="-25000" dirty="0">
                <a:solidFill>
                  <a:schemeClr val="bg1"/>
                </a:solidFill>
              </a:rPr>
              <a:t>RFS Service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51374C4-1B37-16D5-02EC-DF703E1C3EBA}"/>
              </a:ext>
            </a:extLst>
          </p:cNvPr>
          <p:cNvSpPr txBox="1"/>
          <p:nvPr/>
        </p:nvSpPr>
        <p:spPr>
          <a:xfrm>
            <a:off x="5368967" y="2541916"/>
            <a:ext cx="92334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ncs:ready</a:t>
            </a:r>
            <a:endParaRPr lang="en-US" sz="1000" baseline="-25000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6325A07-1DA8-FB59-8524-62E7018228E8}"/>
              </a:ext>
            </a:extLst>
          </p:cNvPr>
          <p:cNvSpPr txBox="1"/>
          <p:nvPr/>
        </p:nvSpPr>
        <p:spPr>
          <a:xfrm>
            <a:off x="3657016" y="2547680"/>
            <a:ext cx="1121016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t3:validated</a:t>
            </a:r>
          </a:p>
          <a:p>
            <a:r>
              <a:rPr lang="en-US" sz="1000" baseline="-25000" dirty="0">
                <a:solidFill>
                  <a:schemeClr val="bg1"/>
                </a:solidFill>
              </a:rPr>
              <a:t>create post-action (synched)</a:t>
            </a:r>
          </a:p>
          <a:p>
            <a:r>
              <a:rPr lang="en-US" sz="1000" baseline="-25000" dirty="0">
                <a:solidFill>
                  <a:schemeClr val="bg1"/>
                </a:solidFill>
              </a:rPr>
              <a:t>RFS Validation Code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B51D91-A2F3-04E8-31AF-6FC81065CF25}"/>
              </a:ext>
            </a:extLst>
          </p:cNvPr>
          <p:cNvSpPr/>
          <p:nvPr/>
        </p:nvSpPr>
        <p:spPr>
          <a:xfrm>
            <a:off x="3964511" y="2199146"/>
            <a:ext cx="278986" cy="286865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2049E30-61A0-D555-9E7C-AF55F31C9919}"/>
              </a:ext>
            </a:extLst>
          </p:cNvPr>
          <p:cNvCxnSpPr>
            <a:cxnSpLocks/>
          </p:cNvCxnSpPr>
          <p:nvPr/>
        </p:nvCxnSpPr>
        <p:spPr>
          <a:xfrm>
            <a:off x="4267135" y="2340358"/>
            <a:ext cx="403546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BE6888C3-2D16-1750-6BC4-2D03D62F2024}"/>
              </a:ext>
            </a:extLst>
          </p:cNvPr>
          <p:cNvSpPr/>
          <p:nvPr/>
        </p:nvSpPr>
        <p:spPr>
          <a:xfrm>
            <a:off x="4677789" y="2192232"/>
            <a:ext cx="278986" cy="286865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C37351-ED28-ECC3-AE60-7E29958F62B6}"/>
              </a:ext>
            </a:extLst>
          </p:cNvPr>
          <p:cNvCxnSpPr>
            <a:cxnSpLocks/>
          </p:cNvCxnSpPr>
          <p:nvPr/>
        </p:nvCxnSpPr>
        <p:spPr>
          <a:xfrm>
            <a:off x="4957821" y="2342578"/>
            <a:ext cx="403546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9316CEC8-9C26-511C-DDF8-DE79D1A04CD3}"/>
              </a:ext>
            </a:extLst>
          </p:cNvPr>
          <p:cNvSpPr/>
          <p:nvPr/>
        </p:nvSpPr>
        <p:spPr>
          <a:xfrm>
            <a:off x="5378886" y="2199146"/>
            <a:ext cx="278986" cy="286865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09501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ECC49-F278-AA0B-8678-634C1EB5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046BE47-2528-9D2E-D907-9DE12518FB3F}"/>
              </a:ext>
            </a:extLst>
          </p:cNvPr>
          <p:cNvSpPr/>
          <p:nvPr/>
        </p:nvSpPr>
        <p:spPr>
          <a:xfrm>
            <a:off x="3200945" y="1014760"/>
            <a:ext cx="2932101" cy="3140551"/>
          </a:xfrm>
          <a:prstGeom prst="roundRect">
            <a:avLst/>
          </a:prstGeom>
          <a:solidFill>
            <a:srgbClr val="3FB4E0">
              <a:alpha val="200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Node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032AB76-A6BD-B755-F204-E602A78DED84}"/>
              </a:ext>
            </a:extLst>
          </p:cNvPr>
          <p:cNvCxnSpPr>
            <a:cxnSpLocks/>
          </p:cNvCxnSpPr>
          <p:nvPr/>
        </p:nvCxnSpPr>
        <p:spPr>
          <a:xfrm flipV="1">
            <a:off x="5409365" y="1303943"/>
            <a:ext cx="0" cy="115974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EC82350-DD0E-BA1F-6459-C7DDADCC84F7}"/>
              </a:ext>
            </a:extLst>
          </p:cNvPr>
          <p:cNvSpPr/>
          <p:nvPr/>
        </p:nvSpPr>
        <p:spPr>
          <a:xfrm>
            <a:off x="2996698" y="794657"/>
            <a:ext cx="6019286" cy="4581784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13" name="Snip Same Side Corner Rectangle 12">
            <a:extLst>
              <a:ext uri="{FF2B5EF4-FFF2-40B4-BE49-F238E27FC236}">
                <a16:creationId xmlns:a16="http://schemas.microsoft.com/office/drawing/2014/main" id="{61A8E6FD-0336-B443-36C7-9179A1E55130}"/>
              </a:ext>
            </a:extLst>
          </p:cNvPr>
          <p:cNvSpPr/>
          <p:nvPr/>
        </p:nvSpPr>
        <p:spPr>
          <a:xfrm>
            <a:off x="3200945" y="4866245"/>
            <a:ext cx="848710" cy="258291"/>
          </a:xfrm>
          <a:prstGeom prst="snip2SameRect">
            <a:avLst/>
          </a:prstGeom>
          <a:solidFill>
            <a:srgbClr val="3FB4E0">
              <a:alpha val="79893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227813-7838-1D02-AD61-641065D88859}"/>
              </a:ext>
            </a:extLst>
          </p:cNvPr>
          <p:cNvSpPr/>
          <p:nvPr/>
        </p:nvSpPr>
        <p:spPr>
          <a:xfrm>
            <a:off x="3266985" y="4956108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C0290F-E108-5ECA-27D0-B4D19577857D}"/>
              </a:ext>
            </a:extLst>
          </p:cNvPr>
          <p:cNvSpPr/>
          <p:nvPr/>
        </p:nvSpPr>
        <p:spPr>
          <a:xfrm>
            <a:off x="3407123" y="49550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486FD8-3221-21B1-5664-7D698C4FCD50}"/>
              </a:ext>
            </a:extLst>
          </p:cNvPr>
          <p:cNvSpPr/>
          <p:nvPr/>
        </p:nvSpPr>
        <p:spPr>
          <a:xfrm>
            <a:off x="3541844" y="49550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8A3F830-4D2C-F506-DE5B-860B5522D72E}"/>
              </a:ext>
            </a:extLst>
          </p:cNvPr>
          <p:cNvSpPr/>
          <p:nvPr/>
        </p:nvSpPr>
        <p:spPr>
          <a:xfrm>
            <a:off x="3714901" y="493773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89F613-B4A2-9E06-3BB5-AC0ACF4D2A33}"/>
              </a:ext>
            </a:extLst>
          </p:cNvPr>
          <p:cNvSpPr/>
          <p:nvPr/>
        </p:nvSpPr>
        <p:spPr>
          <a:xfrm>
            <a:off x="3873364" y="493773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Snip Same Side Corner Rectangle 20">
            <a:extLst>
              <a:ext uri="{FF2B5EF4-FFF2-40B4-BE49-F238E27FC236}">
                <a16:creationId xmlns:a16="http://schemas.microsoft.com/office/drawing/2014/main" id="{6080CE44-E353-53E5-0A41-88396639327F}"/>
              </a:ext>
            </a:extLst>
          </p:cNvPr>
          <p:cNvSpPr/>
          <p:nvPr/>
        </p:nvSpPr>
        <p:spPr>
          <a:xfrm>
            <a:off x="5284336" y="4872682"/>
            <a:ext cx="848710" cy="258291"/>
          </a:xfrm>
          <a:prstGeom prst="snip2SameRect">
            <a:avLst/>
          </a:prstGeom>
          <a:solidFill>
            <a:srgbClr val="3FB4E0">
              <a:alpha val="79893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1554C6-E72D-F1E2-4465-65F38F6453F3}"/>
              </a:ext>
            </a:extLst>
          </p:cNvPr>
          <p:cNvSpPr/>
          <p:nvPr/>
        </p:nvSpPr>
        <p:spPr>
          <a:xfrm>
            <a:off x="5350376" y="4962545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811EDB-C66B-C64B-948E-517361F66575}"/>
              </a:ext>
            </a:extLst>
          </p:cNvPr>
          <p:cNvSpPr/>
          <p:nvPr/>
        </p:nvSpPr>
        <p:spPr>
          <a:xfrm>
            <a:off x="5490514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80518F-A6C6-BFC9-C2D1-6D30338616FB}"/>
              </a:ext>
            </a:extLst>
          </p:cNvPr>
          <p:cNvSpPr/>
          <p:nvPr/>
        </p:nvSpPr>
        <p:spPr>
          <a:xfrm>
            <a:off x="5625235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280C868-1EA4-9F88-AE4B-BCDD7E48BB20}"/>
              </a:ext>
            </a:extLst>
          </p:cNvPr>
          <p:cNvSpPr/>
          <p:nvPr/>
        </p:nvSpPr>
        <p:spPr>
          <a:xfrm>
            <a:off x="5798292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46BAD5-007A-FAB6-C259-02D4E478BF28}"/>
              </a:ext>
            </a:extLst>
          </p:cNvPr>
          <p:cNvSpPr/>
          <p:nvPr/>
        </p:nvSpPr>
        <p:spPr>
          <a:xfrm>
            <a:off x="5956755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8" name="Snip Same Side Corner Rectangle 27">
            <a:extLst>
              <a:ext uri="{FF2B5EF4-FFF2-40B4-BE49-F238E27FC236}">
                <a16:creationId xmlns:a16="http://schemas.microsoft.com/office/drawing/2014/main" id="{B54CEC95-F008-22AF-E227-BB190B40C156}"/>
              </a:ext>
            </a:extLst>
          </p:cNvPr>
          <p:cNvSpPr/>
          <p:nvPr/>
        </p:nvSpPr>
        <p:spPr>
          <a:xfrm>
            <a:off x="6520045" y="4872682"/>
            <a:ext cx="848710" cy="258291"/>
          </a:xfrm>
          <a:prstGeom prst="snip2SameRect">
            <a:avLst/>
          </a:prstGeom>
          <a:solidFill>
            <a:srgbClr val="3FB4E0">
              <a:alpha val="79893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8F9CF6-91EB-C17B-2500-EE4972876525}"/>
              </a:ext>
            </a:extLst>
          </p:cNvPr>
          <p:cNvSpPr/>
          <p:nvPr/>
        </p:nvSpPr>
        <p:spPr>
          <a:xfrm>
            <a:off x="6586085" y="4962545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EFE3BB-EA15-80AD-7AD3-4B27C2A945D9}"/>
              </a:ext>
            </a:extLst>
          </p:cNvPr>
          <p:cNvSpPr/>
          <p:nvPr/>
        </p:nvSpPr>
        <p:spPr>
          <a:xfrm>
            <a:off x="6726223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E9F0D0-67BB-EAFA-2F81-2A62209CEBE1}"/>
              </a:ext>
            </a:extLst>
          </p:cNvPr>
          <p:cNvSpPr/>
          <p:nvPr/>
        </p:nvSpPr>
        <p:spPr>
          <a:xfrm>
            <a:off x="6860944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95EEDBA-4F67-34D0-DBB0-178937C2995B}"/>
              </a:ext>
            </a:extLst>
          </p:cNvPr>
          <p:cNvSpPr/>
          <p:nvPr/>
        </p:nvSpPr>
        <p:spPr>
          <a:xfrm>
            <a:off x="7034001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7801B20-D33E-F5A5-12D8-6D62F3A41DB2}"/>
              </a:ext>
            </a:extLst>
          </p:cNvPr>
          <p:cNvSpPr/>
          <p:nvPr/>
        </p:nvSpPr>
        <p:spPr>
          <a:xfrm>
            <a:off x="7192464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474239-29CB-EB85-38EE-EF9E9BE064AB}"/>
              </a:ext>
            </a:extLst>
          </p:cNvPr>
          <p:cNvSpPr/>
          <p:nvPr/>
        </p:nvSpPr>
        <p:spPr>
          <a:xfrm>
            <a:off x="4343383" y="4937735"/>
            <a:ext cx="133969" cy="130129"/>
          </a:xfrm>
          <a:prstGeom prst="rect">
            <a:avLst/>
          </a:prstGeom>
          <a:solidFill>
            <a:srgbClr val="3FB4E0">
              <a:alpha val="7989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2F570BA-8A92-33DA-2CA5-9148A71D832B}"/>
              </a:ext>
            </a:extLst>
          </p:cNvPr>
          <p:cNvSpPr/>
          <p:nvPr/>
        </p:nvSpPr>
        <p:spPr>
          <a:xfrm>
            <a:off x="4584176" y="4937735"/>
            <a:ext cx="133969" cy="130129"/>
          </a:xfrm>
          <a:prstGeom prst="rect">
            <a:avLst/>
          </a:prstGeom>
          <a:solidFill>
            <a:srgbClr val="3FB4E0">
              <a:alpha val="7989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511A0B2-D558-D387-C1AE-F5542CDC56AE}"/>
              </a:ext>
            </a:extLst>
          </p:cNvPr>
          <p:cNvSpPr/>
          <p:nvPr/>
        </p:nvSpPr>
        <p:spPr>
          <a:xfrm>
            <a:off x="4823668" y="4937735"/>
            <a:ext cx="133969" cy="130129"/>
          </a:xfrm>
          <a:prstGeom prst="rect">
            <a:avLst/>
          </a:prstGeom>
          <a:solidFill>
            <a:srgbClr val="3FB4E0">
              <a:alpha val="7989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C52FA9DA-C929-CE1F-E942-9C2FA97E1EF1}"/>
              </a:ext>
            </a:extLst>
          </p:cNvPr>
          <p:cNvCxnSpPr>
            <a:cxnSpLocks/>
          </p:cNvCxnSpPr>
          <p:nvPr/>
        </p:nvCxnSpPr>
        <p:spPr>
          <a:xfrm rot="5400000">
            <a:off x="3498219" y="3267170"/>
            <a:ext cx="1726156" cy="1471994"/>
          </a:xfrm>
          <a:prstGeom prst="bentConnector3">
            <a:avLst>
              <a:gd name="adj1" fmla="val 68409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612B4E8C-F402-0575-ADCA-5CCB8ECAF948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44444" y="3886109"/>
            <a:ext cx="1726156" cy="234017"/>
          </a:xfrm>
          <a:prstGeom prst="bentConnector3">
            <a:avLst>
              <a:gd name="adj1" fmla="val 73668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2F16935A-216E-A217-D774-A831AFE92FC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61641" y="3402928"/>
            <a:ext cx="1726157" cy="1200377"/>
          </a:xfrm>
          <a:prstGeom prst="bentConnector3">
            <a:avLst>
              <a:gd name="adj1" fmla="val 69536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310454E3-B023-5E6E-284A-C48E7F73CD8C}"/>
              </a:ext>
            </a:extLst>
          </p:cNvPr>
          <p:cNvSpPr/>
          <p:nvPr/>
        </p:nvSpPr>
        <p:spPr>
          <a:xfrm>
            <a:off x="4856625" y="1574579"/>
            <a:ext cx="1059759" cy="676406"/>
          </a:xfrm>
          <a:prstGeom prst="rect">
            <a:avLst/>
          </a:prstGeom>
          <a:solidFill>
            <a:srgbClr val="3FB4E0">
              <a:alpha val="7989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Customer Facing Service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8B9BEB-E745-B723-4350-C2F4AB4828C6}"/>
              </a:ext>
            </a:extLst>
          </p:cNvPr>
          <p:cNvSpPr/>
          <p:nvPr/>
        </p:nvSpPr>
        <p:spPr>
          <a:xfrm>
            <a:off x="4856625" y="3385557"/>
            <a:ext cx="1059759" cy="676406"/>
          </a:xfrm>
          <a:prstGeom prst="rect">
            <a:avLst/>
          </a:prstGeom>
          <a:solidFill>
            <a:srgbClr val="3FB4E0">
              <a:alpha val="7989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 Manager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B329AC9-493F-366E-5BDB-55B1211FC673}"/>
              </a:ext>
            </a:extLst>
          </p:cNvPr>
          <p:cNvSpPr/>
          <p:nvPr/>
        </p:nvSpPr>
        <p:spPr>
          <a:xfrm flipH="1">
            <a:off x="5167495" y="4206503"/>
            <a:ext cx="45719" cy="53016"/>
          </a:xfrm>
          <a:prstGeom prst="rect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117F09F-FD2F-6AA0-76C2-9E6522C5AB72}"/>
              </a:ext>
            </a:extLst>
          </p:cNvPr>
          <p:cNvSpPr/>
          <p:nvPr/>
        </p:nvSpPr>
        <p:spPr>
          <a:xfrm flipH="1">
            <a:off x="5268607" y="4206503"/>
            <a:ext cx="45719" cy="53016"/>
          </a:xfrm>
          <a:prstGeom prst="rect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8D0F098-330D-D907-49CF-DACC13BBDA84}"/>
              </a:ext>
            </a:extLst>
          </p:cNvPr>
          <p:cNvSpPr/>
          <p:nvPr/>
        </p:nvSpPr>
        <p:spPr>
          <a:xfrm flipH="1">
            <a:off x="5369719" y="4206503"/>
            <a:ext cx="45719" cy="53016"/>
          </a:xfrm>
          <a:prstGeom prst="rect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777705F-DBB3-7084-C115-A0C03AA75639}"/>
              </a:ext>
            </a:extLst>
          </p:cNvPr>
          <p:cNvSpPr/>
          <p:nvPr/>
        </p:nvSpPr>
        <p:spPr>
          <a:xfrm flipH="1">
            <a:off x="5161422" y="3231712"/>
            <a:ext cx="45719" cy="53016"/>
          </a:xfrm>
          <a:prstGeom prst="rect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8A889EC-981F-4021-23DE-B3E1288B0E8A}"/>
              </a:ext>
            </a:extLst>
          </p:cNvPr>
          <p:cNvSpPr/>
          <p:nvPr/>
        </p:nvSpPr>
        <p:spPr>
          <a:xfrm flipH="1">
            <a:off x="5262534" y="3231712"/>
            <a:ext cx="45719" cy="53016"/>
          </a:xfrm>
          <a:prstGeom prst="rect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9702F76-C5CE-74AE-6634-486144D9F4F2}"/>
              </a:ext>
            </a:extLst>
          </p:cNvPr>
          <p:cNvSpPr/>
          <p:nvPr/>
        </p:nvSpPr>
        <p:spPr>
          <a:xfrm flipH="1">
            <a:off x="5363646" y="3231712"/>
            <a:ext cx="45719" cy="53016"/>
          </a:xfrm>
          <a:prstGeom prst="rect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61A64A8-ED6B-7A5F-69A0-2A19845BE66A}"/>
              </a:ext>
            </a:extLst>
          </p:cNvPr>
          <p:cNvSpPr/>
          <p:nvPr/>
        </p:nvSpPr>
        <p:spPr>
          <a:xfrm>
            <a:off x="6229499" y="1014759"/>
            <a:ext cx="2576173" cy="3140551"/>
          </a:xfrm>
          <a:prstGeom prst="rect">
            <a:avLst/>
          </a:prstGeom>
          <a:noFill/>
          <a:ln w="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container t3-settings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  presence “”;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  uses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ncs:service-data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ncs:servicepoint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cfs-t3-servicepoint;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  description “Maps to t3 RFS instances;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  ...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}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list t3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key id;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uses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ncs:service-data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ncs:servicepoint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t3-servicepoint;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leaf id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  description “Maps to a device”;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  type uint32;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 }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...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}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ncs:plan-outline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ne-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cfg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-plan {...}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ncs:service-behavior-tree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t3-servicepoint {...}</a:t>
            </a:r>
          </a:p>
          <a:p>
            <a:endParaRPr lang="en-US" sz="1000" dirty="0">
              <a:solidFill>
                <a:srgbClr val="3FB4E0"/>
              </a:solidFill>
              <a:latin typeface="Sabon Next LT" panose="02000500000000000000" pitchFamily="2" charset="0"/>
              <a:cs typeface="Secular One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DC43F9-4EDE-2213-3F71-5D0C2CE8E26B}"/>
              </a:ext>
            </a:extLst>
          </p:cNvPr>
          <p:cNvSpPr/>
          <p:nvPr/>
        </p:nvSpPr>
        <p:spPr>
          <a:xfrm>
            <a:off x="4857993" y="2463683"/>
            <a:ext cx="1059759" cy="676406"/>
          </a:xfrm>
          <a:prstGeom prst="rect">
            <a:avLst/>
          </a:prstGeom>
          <a:solidFill>
            <a:srgbClr val="3FB4E0">
              <a:alpha val="7989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Resource Facing Nano Service</a:t>
            </a:r>
          </a:p>
        </p:txBody>
      </p:sp>
    </p:spTree>
    <p:extLst>
      <p:ext uri="{BB962C8B-B14F-4D97-AF65-F5344CB8AC3E}">
        <p14:creationId xmlns:p14="http://schemas.microsoft.com/office/powerpoint/2010/main" val="360217200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4152C-A64F-30B0-12CF-FBA148B6B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557A7C9E-F436-5CCE-41D2-534B23696606}"/>
              </a:ext>
            </a:extLst>
          </p:cNvPr>
          <p:cNvSpPr/>
          <p:nvPr/>
        </p:nvSpPr>
        <p:spPr>
          <a:xfrm rot="5400000">
            <a:off x="5829311" y="752235"/>
            <a:ext cx="890574" cy="6621811"/>
          </a:xfrm>
          <a:prstGeom prst="roundRect">
            <a:avLst/>
          </a:prstGeom>
          <a:solidFill>
            <a:srgbClr val="3FB4E0">
              <a:alpha val="19974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0A887A-90A8-87D7-FF0E-F2E3C51F91D5}"/>
              </a:ext>
            </a:extLst>
          </p:cNvPr>
          <p:cNvSpPr/>
          <p:nvPr/>
        </p:nvSpPr>
        <p:spPr>
          <a:xfrm>
            <a:off x="2687139" y="1903795"/>
            <a:ext cx="7056301" cy="2807919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975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9A309C-A79D-9122-EC14-18B2B3249188}"/>
              </a:ext>
            </a:extLst>
          </p:cNvPr>
          <p:cNvSpPr txBox="1"/>
          <p:nvPr/>
        </p:nvSpPr>
        <p:spPr>
          <a:xfrm>
            <a:off x="4357488" y="2136089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RFS</a:t>
            </a:r>
          </a:p>
        </p:txBody>
      </p:sp>
      <p:sp>
        <p:nvSpPr>
          <p:cNvPr id="23" name="Process 22">
            <a:extLst>
              <a:ext uri="{FF2B5EF4-FFF2-40B4-BE49-F238E27FC236}">
                <a16:creationId xmlns:a16="http://schemas.microsoft.com/office/drawing/2014/main" id="{B521828E-CDAA-742B-D05C-E0942CFA19F9}"/>
              </a:ext>
            </a:extLst>
          </p:cNvPr>
          <p:cNvSpPr/>
          <p:nvPr/>
        </p:nvSpPr>
        <p:spPr>
          <a:xfrm>
            <a:off x="4972072" y="2389560"/>
            <a:ext cx="934529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F1A9230D-FE71-E6D8-D59D-276EDF5B0C28}"/>
              </a:ext>
            </a:extLst>
          </p:cNvPr>
          <p:cNvSpPr/>
          <p:nvPr/>
        </p:nvSpPr>
        <p:spPr>
          <a:xfrm>
            <a:off x="5906601" y="2389560"/>
            <a:ext cx="518534" cy="139700"/>
          </a:xfrm>
          <a:prstGeom prst="flowChartProcess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EAD4E4CE-2074-5C89-210A-D22EC4AC8051}"/>
              </a:ext>
            </a:extLst>
          </p:cNvPr>
          <p:cNvSpPr/>
          <p:nvPr/>
        </p:nvSpPr>
        <p:spPr>
          <a:xfrm>
            <a:off x="4972072" y="2619524"/>
            <a:ext cx="932423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6" name="Process 25">
            <a:extLst>
              <a:ext uri="{FF2B5EF4-FFF2-40B4-BE49-F238E27FC236}">
                <a16:creationId xmlns:a16="http://schemas.microsoft.com/office/drawing/2014/main" id="{C697016C-CBEB-33BC-13EC-9EF6BC2532D1}"/>
              </a:ext>
            </a:extLst>
          </p:cNvPr>
          <p:cNvSpPr/>
          <p:nvPr/>
        </p:nvSpPr>
        <p:spPr>
          <a:xfrm>
            <a:off x="5904496" y="2619524"/>
            <a:ext cx="518534" cy="139700"/>
          </a:xfrm>
          <a:prstGeom prst="flowChartProcess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7" name="Process 26">
            <a:extLst>
              <a:ext uri="{FF2B5EF4-FFF2-40B4-BE49-F238E27FC236}">
                <a16:creationId xmlns:a16="http://schemas.microsoft.com/office/drawing/2014/main" id="{B593518B-DF08-9BD2-2B60-D32C49C00E53}"/>
              </a:ext>
            </a:extLst>
          </p:cNvPr>
          <p:cNvSpPr/>
          <p:nvPr/>
        </p:nvSpPr>
        <p:spPr>
          <a:xfrm>
            <a:off x="6419768" y="2619523"/>
            <a:ext cx="298453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8" name="Process 27">
            <a:extLst>
              <a:ext uri="{FF2B5EF4-FFF2-40B4-BE49-F238E27FC236}">
                <a16:creationId xmlns:a16="http://schemas.microsoft.com/office/drawing/2014/main" id="{3FC004F9-4688-F7BF-933A-59BEB9F1BE87}"/>
              </a:ext>
            </a:extLst>
          </p:cNvPr>
          <p:cNvSpPr/>
          <p:nvPr/>
        </p:nvSpPr>
        <p:spPr>
          <a:xfrm>
            <a:off x="4972072" y="2835882"/>
            <a:ext cx="932423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082B579A-2F72-6F7A-9B81-F0A1B9412B53}"/>
              </a:ext>
            </a:extLst>
          </p:cNvPr>
          <p:cNvSpPr/>
          <p:nvPr/>
        </p:nvSpPr>
        <p:spPr>
          <a:xfrm>
            <a:off x="5898707" y="2835882"/>
            <a:ext cx="518535" cy="139700"/>
          </a:xfrm>
          <a:prstGeom prst="flowChartProcess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0576CF56-C650-9E8F-DD0C-FAE40D01A1CD}"/>
              </a:ext>
            </a:extLst>
          </p:cNvPr>
          <p:cNvSpPr/>
          <p:nvPr/>
        </p:nvSpPr>
        <p:spPr>
          <a:xfrm>
            <a:off x="6720413" y="2620116"/>
            <a:ext cx="298453" cy="139700"/>
          </a:xfrm>
          <a:prstGeom prst="flowChartProcess">
            <a:avLst/>
          </a:prstGeom>
          <a:solidFill>
            <a:srgbClr val="FFC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Process 31">
            <a:extLst>
              <a:ext uri="{FF2B5EF4-FFF2-40B4-BE49-F238E27FC236}">
                <a16:creationId xmlns:a16="http://schemas.microsoft.com/office/drawing/2014/main" id="{D569745C-90B8-A0B4-1BCC-9D75CB25BB40}"/>
              </a:ext>
            </a:extLst>
          </p:cNvPr>
          <p:cNvSpPr/>
          <p:nvPr/>
        </p:nvSpPr>
        <p:spPr>
          <a:xfrm>
            <a:off x="6417242" y="2833365"/>
            <a:ext cx="596906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653E5A-88C4-A784-3C6D-862FF54937E2}"/>
              </a:ext>
            </a:extLst>
          </p:cNvPr>
          <p:cNvSpPr txBox="1"/>
          <p:nvPr/>
        </p:nvSpPr>
        <p:spPr>
          <a:xfrm>
            <a:off x="7364925" y="2332772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1342C1-E86F-DB43-CF01-A68C012A6853}"/>
              </a:ext>
            </a:extLst>
          </p:cNvPr>
          <p:cNvSpPr txBox="1"/>
          <p:nvPr/>
        </p:nvSpPr>
        <p:spPr>
          <a:xfrm>
            <a:off x="7650966" y="2553767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F4571F-C55E-6DFF-0092-E38ED068CE3D}"/>
              </a:ext>
            </a:extLst>
          </p:cNvPr>
          <p:cNvSpPr txBox="1"/>
          <p:nvPr/>
        </p:nvSpPr>
        <p:spPr>
          <a:xfrm>
            <a:off x="7949095" y="2777264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430E7E-81EE-42DE-4ECF-81F1E17915C0}"/>
              </a:ext>
            </a:extLst>
          </p:cNvPr>
          <p:cNvSpPr txBox="1"/>
          <p:nvPr/>
        </p:nvSpPr>
        <p:spPr>
          <a:xfrm>
            <a:off x="4676223" y="2333624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FE2074-B8F6-279F-C3C2-CEF76A826F68}"/>
              </a:ext>
            </a:extLst>
          </p:cNvPr>
          <p:cNvSpPr txBox="1"/>
          <p:nvPr/>
        </p:nvSpPr>
        <p:spPr>
          <a:xfrm>
            <a:off x="4676223" y="2566263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A10B48-F322-7833-BB2D-2F47B8EE6B3A}"/>
              </a:ext>
            </a:extLst>
          </p:cNvPr>
          <p:cNvSpPr txBox="1"/>
          <p:nvPr/>
        </p:nvSpPr>
        <p:spPr>
          <a:xfrm>
            <a:off x="4676223" y="2757505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E79BB19-6B28-8DBB-0E86-92ED418F28D1}"/>
              </a:ext>
            </a:extLst>
          </p:cNvPr>
          <p:cNvCxnSpPr>
            <a:cxnSpLocks/>
          </p:cNvCxnSpPr>
          <p:nvPr/>
        </p:nvCxnSpPr>
        <p:spPr>
          <a:xfrm>
            <a:off x="3464986" y="3234947"/>
            <a:ext cx="5072727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F315383-F7B0-A597-2C33-AD7DE75A1D0B}"/>
              </a:ext>
            </a:extLst>
          </p:cNvPr>
          <p:cNvSpPr txBox="1"/>
          <p:nvPr/>
        </p:nvSpPr>
        <p:spPr>
          <a:xfrm>
            <a:off x="3409117" y="3243328"/>
            <a:ext cx="5110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Time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59" name="Process 58">
            <a:extLst>
              <a:ext uri="{FF2B5EF4-FFF2-40B4-BE49-F238E27FC236}">
                <a16:creationId xmlns:a16="http://schemas.microsoft.com/office/drawing/2014/main" id="{C202CC60-C672-8AFA-66AF-56F80F5D9FCB}"/>
              </a:ext>
            </a:extLst>
          </p:cNvPr>
          <p:cNvSpPr/>
          <p:nvPr/>
        </p:nvSpPr>
        <p:spPr>
          <a:xfrm>
            <a:off x="6425135" y="2389560"/>
            <a:ext cx="298453" cy="139700"/>
          </a:xfrm>
          <a:prstGeom prst="flowChartProcess">
            <a:avLst/>
          </a:prstGeom>
          <a:solidFill>
            <a:srgbClr val="FFC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0" name="Process 59">
            <a:extLst>
              <a:ext uri="{FF2B5EF4-FFF2-40B4-BE49-F238E27FC236}">
                <a16:creationId xmlns:a16="http://schemas.microsoft.com/office/drawing/2014/main" id="{E7C439EB-3980-FE1D-AE5C-940DF7EBF158}"/>
              </a:ext>
            </a:extLst>
          </p:cNvPr>
          <p:cNvSpPr/>
          <p:nvPr/>
        </p:nvSpPr>
        <p:spPr>
          <a:xfrm>
            <a:off x="7008683" y="2620116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0D02385-04AA-1119-71FB-F76850C7005A}"/>
              </a:ext>
            </a:extLst>
          </p:cNvPr>
          <p:cNvSpPr/>
          <p:nvPr/>
        </p:nvSpPr>
        <p:spPr>
          <a:xfrm>
            <a:off x="4369873" y="3721256"/>
            <a:ext cx="238219" cy="230736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8D4FBA1-E1DD-7680-2CAE-B2F5753C6A9A}"/>
              </a:ext>
            </a:extLst>
          </p:cNvPr>
          <p:cNvSpPr txBox="1"/>
          <p:nvPr/>
        </p:nvSpPr>
        <p:spPr>
          <a:xfrm>
            <a:off x="4610145" y="3724868"/>
            <a:ext cx="58627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95F847A-FB4C-9BC4-41CF-1CC2D20A9F34}"/>
              </a:ext>
            </a:extLst>
          </p:cNvPr>
          <p:cNvSpPr/>
          <p:nvPr/>
        </p:nvSpPr>
        <p:spPr>
          <a:xfrm>
            <a:off x="5257385" y="3727571"/>
            <a:ext cx="238219" cy="230736"/>
          </a:xfrm>
          <a:prstGeom prst="rect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ADEF3F8-DFD0-6B9E-C9AA-35DA24664D83}"/>
              </a:ext>
            </a:extLst>
          </p:cNvPr>
          <p:cNvSpPr txBox="1"/>
          <p:nvPr/>
        </p:nvSpPr>
        <p:spPr>
          <a:xfrm>
            <a:off x="5497656" y="3731183"/>
            <a:ext cx="76259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Validation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1563FED-4B62-A355-16D5-89233234BA53}"/>
              </a:ext>
            </a:extLst>
          </p:cNvPr>
          <p:cNvSpPr/>
          <p:nvPr/>
        </p:nvSpPr>
        <p:spPr>
          <a:xfrm>
            <a:off x="6323267" y="3727571"/>
            <a:ext cx="238219" cy="230736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6519BE-9A9E-9D7F-155D-2CA8D9509018}"/>
              </a:ext>
            </a:extLst>
          </p:cNvPr>
          <p:cNvSpPr txBox="1"/>
          <p:nvPr/>
        </p:nvSpPr>
        <p:spPr>
          <a:xfrm>
            <a:off x="6563539" y="3731183"/>
            <a:ext cx="10802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Critical Section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2499000-3E1B-C723-DC53-BB08D2D6342C}"/>
              </a:ext>
            </a:extLst>
          </p:cNvPr>
          <p:cNvSpPr/>
          <p:nvPr/>
        </p:nvSpPr>
        <p:spPr>
          <a:xfrm>
            <a:off x="7608108" y="3717435"/>
            <a:ext cx="238219" cy="230736"/>
          </a:xfrm>
          <a:prstGeom prst="rect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B4C1BA-2C25-C4A9-CD86-3BEA873748CF}"/>
              </a:ext>
            </a:extLst>
          </p:cNvPr>
          <p:cNvSpPr txBox="1"/>
          <p:nvPr/>
        </p:nvSpPr>
        <p:spPr>
          <a:xfrm>
            <a:off x="7848379" y="3721047"/>
            <a:ext cx="142963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Lock Wait</a:t>
            </a:r>
          </a:p>
        </p:txBody>
      </p:sp>
      <p:sp>
        <p:nvSpPr>
          <p:cNvPr id="71" name="Diamond 70">
            <a:extLst>
              <a:ext uri="{FF2B5EF4-FFF2-40B4-BE49-F238E27FC236}">
                <a16:creationId xmlns:a16="http://schemas.microsoft.com/office/drawing/2014/main" id="{9DA00D48-E382-C159-C37F-FD18060CD316}"/>
              </a:ext>
            </a:extLst>
          </p:cNvPr>
          <p:cNvSpPr/>
          <p:nvPr/>
        </p:nvSpPr>
        <p:spPr>
          <a:xfrm>
            <a:off x="3095457" y="3724426"/>
            <a:ext cx="238219" cy="230736"/>
          </a:xfrm>
          <a:prstGeom prst="diamond">
            <a:avLst/>
          </a:prstGeom>
          <a:solidFill>
            <a:schemeClr val="accent4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C4F556-6EB3-E8A7-50D4-599B38F4CEF9}"/>
              </a:ext>
            </a:extLst>
          </p:cNvPr>
          <p:cNvSpPr txBox="1"/>
          <p:nvPr/>
        </p:nvSpPr>
        <p:spPr>
          <a:xfrm>
            <a:off x="3359931" y="3724867"/>
            <a:ext cx="942719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Nano Service Redeploy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11E6506-38B1-8E83-F0E3-08785F2A3501}"/>
              </a:ext>
            </a:extLst>
          </p:cNvPr>
          <p:cNvSpPr/>
          <p:nvPr/>
        </p:nvSpPr>
        <p:spPr>
          <a:xfrm>
            <a:off x="5264673" y="4144521"/>
            <a:ext cx="238219" cy="230736"/>
          </a:xfrm>
          <a:prstGeom prst="rect">
            <a:avLst/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C21ABBB-C9F5-C0A5-BBCC-8D18818AC3FB}"/>
              </a:ext>
            </a:extLst>
          </p:cNvPr>
          <p:cNvSpPr txBox="1"/>
          <p:nvPr/>
        </p:nvSpPr>
        <p:spPr>
          <a:xfrm>
            <a:off x="5495604" y="4148222"/>
            <a:ext cx="13128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Config Push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4A76DCDB-7696-B93C-368B-29F60ACE6DA6}"/>
              </a:ext>
            </a:extLst>
          </p:cNvPr>
          <p:cNvCxnSpPr>
            <a:cxnSpLocks/>
          </p:cNvCxnSpPr>
          <p:nvPr/>
        </p:nvCxnSpPr>
        <p:spPr>
          <a:xfrm flipV="1">
            <a:off x="4176420" y="2456735"/>
            <a:ext cx="539367" cy="217177"/>
          </a:xfrm>
          <a:prstGeom prst="bentConnector3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AFE1429E-3A47-310F-7061-1F7938F4F018}"/>
              </a:ext>
            </a:extLst>
          </p:cNvPr>
          <p:cNvCxnSpPr>
            <a:cxnSpLocks/>
          </p:cNvCxnSpPr>
          <p:nvPr/>
        </p:nvCxnSpPr>
        <p:spPr>
          <a:xfrm>
            <a:off x="4179595" y="2673912"/>
            <a:ext cx="533017" cy="206704"/>
          </a:xfrm>
          <a:prstGeom prst="bentConnector3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81CEC19-4E10-1D4C-839E-654526EB6A23}"/>
              </a:ext>
            </a:extLst>
          </p:cNvPr>
          <p:cNvCxnSpPr/>
          <p:nvPr/>
        </p:nvCxnSpPr>
        <p:spPr>
          <a:xfrm>
            <a:off x="4208170" y="2673912"/>
            <a:ext cx="504442" cy="0"/>
          </a:xfrm>
          <a:prstGeom prst="straightConnector1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Diamond 110">
            <a:extLst>
              <a:ext uri="{FF2B5EF4-FFF2-40B4-BE49-F238E27FC236}">
                <a16:creationId xmlns:a16="http://schemas.microsoft.com/office/drawing/2014/main" id="{2A6B2EA6-6DCE-543C-B2F5-8629FF8D8AE0}"/>
              </a:ext>
            </a:extLst>
          </p:cNvPr>
          <p:cNvSpPr/>
          <p:nvPr/>
        </p:nvSpPr>
        <p:spPr>
          <a:xfrm>
            <a:off x="4395495" y="2619523"/>
            <a:ext cx="104775" cy="114714"/>
          </a:xfrm>
          <a:prstGeom prst="diamond">
            <a:avLst/>
          </a:prstGeom>
          <a:solidFill>
            <a:srgbClr val="3FB4E0"/>
          </a:solidFill>
          <a:ln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3D94AF2-3FDB-818E-9164-E55AE91ABDDC}"/>
              </a:ext>
            </a:extLst>
          </p:cNvPr>
          <p:cNvSpPr txBox="1"/>
          <p:nvPr/>
        </p:nvSpPr>
        <p:spPr>
          <a:xfrm>
            <a:off x="3231165" y="2550323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D70D08-9D7B-700D-6B3F-749D24DB4277}"/>
              </a:ext>
            </a:extLst>
          </p:cNvPr>
          <p:cNvSpPr txBox="1"/>
          <p:nvPr/>
        </p:nvSpPr>
        <p:spPr>
          <a:xfrm>
            <a:off x="3142074" y="2319102"/>
            <a:ext cx="4335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CFS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6F566C-0E25-CD78-B46A-0882CFEEFA82}"/>
              </a:ext>
            </a:extLst>
          </p:cNvPr>
          <p:cNvSpPr txBox="1"/>
          <p:nvPr/>
        </p:nvSpPr>
        <p:spPr>
          <a:xfrm>
            <a:off x="3117868" y="1903389"/>
            <a:ext cx="80226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 Node</a:t>
            </a: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AAAD24BA-C232-3EB1-9CEF-EE12B2154DC2}"/>
              </a:ext>
            </a:extLst>
          </p:cNvPr>
          <p:cNvSpPr/>
          <p:nvPr/>
        </p:nvSpPr>
        <p:spPr>
          <a:xfrm>
            <a:off x="7008683" y="2833364"/>
            <a:ext cx="298453" cy="139700"/>
          </a:xfrm>
          <a:prstGeom prst="flowChartProcess">
            <a:avLst/>
          </a:prstGeom>
          <a:solidFill>
            <a:srgbClr val="FFC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1" name="Process 60">
            <a:extLst>
              <a:ext uri="{FF2B5EF4-FFF2-40B4-BE49-F238E27FC236}">
                <a16:creationId xmlns:a16="http://schemas.microsoft.com/office/drawing/2014/main" id="{0F38F32E-3C0B-B2FC-C62F-C65ED8C9AA4A}"/>
              </a:ext>
            </a:extLst>
          </p:cNvPr>
          <p:cNvSpPr/>
          <p:nvPr/>
        </p:nvSpPr>
        <p:spPr>
          <a:xfrm>
            <a:off x="7307136" y="2833151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A34D47-FE8B-8379-D3DA-331942DD0218}"/>
              </a:ext>
            </a:extLst>
          </p:cNvPr>
          <p:cNvSpPr/>
          <p:nvPr/>
        </p:nvSpPr>
        <p:spPr>
          <a:xfrm>
            <a:off x="3529517" y="2558543"/>
            <a:ext cx="235044" cy="230736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85DCE3-4935-9639-E248-2718E31E1951}"/>
              </a:ext>
            </a:extLst>
          </p:cNvPr>
          <p:cNvSpPr/>
          <p:nvPr/>
        </p:nvSpPr>
        <p:spPr>
          <a:xfrm>
            <a:off x="3770581" y="2558543"/>
            <a:ext cx="170843" cy="230736"/>
          </a:xfrm>
          <a:prstGeom prst="rect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0EBC38-4781-850A-859B-42F4B477F1E6}"/>
              </a:ext>
            </a:extLst>
          </p:cNvPr>
          <p:cNvSpPr/>
          <p:nvPr/>
        </p:nvSpPr>
        <p:spPr>
          <a:xfrm>
            <a:off x="3939184" y="2558543"/>
            <a:ext cx="238219" cy="230736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8" name="Process 57">
            <a:extLst>
              <a:ext uri="{FF2B5EF4-FFF2-40B4-BE49-F238E27FC236}">
                <a16:creationId xmlns:a16="http://schemas.microsoft.com/office/drawing/2014/main" id="{D0883F8E-D11F-8B98-D30C-1AB9520E6856}"/>
              </a:ext>
            </a:extLst>
          </p:cNvPr>
          <p:cNvSpPr/>
          <p:nvPr/>
        </p:nvSpPr>
        <p:spPr>
          <a:xfrm>
            <a:off x="6723588" y="2389559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54854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BA03E-3D72-6B8D-70E5-6502D8304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4CF027F7-0CCB-105C-21F3-4D745DF94FF9}"/>
              </a:ext>
            </a:extLst>
          </p:cNvPr>
          <p:cNvSpPr/>
          <p:nvPr/>
        </p:nvSpPr>
        <p:spPr>
          <a:xfrm>
            <a:off x="3702758" y="567125"/>
            <a:ext cx="1625261" cy="931046"/>
          </a:xfrm>
          <a:prstGeom prst="roundRect">
            <a:avLst/>
          </a:prstGeom>
          <a:solidFill>
            <a:srgbClr val="3FB4E0">
              <a:alpha val="200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CFS </a:t>
            </a:r>
          </a:p>
          <a:p>
            <a:r>
              <a:rPr lang="en-US" sz="1000" dirty="0">
                <a:solidFill>
                  <a:srgbClr val="3FB4E0"/>
                </a:solidFill>
              </a:rPr>
              <a:t>Node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CA01BA5-E249-FD89-8FF8-348F3EDF7AEB}"/>
              </a:ext>
            </a:extLst>
          </p:cNvPr>
          <p:cNvCxnSpPr>
            <a:cxnSpLocks/>
          </p:cNvCxnSpPr>
          <p:nvPr/>
        </p:nvCxnSpPr>
        <p:spPr>
          <a:xfrm flipV="1">
            <a:off x="4724581" y="1197729"/>
            <a:ext cx="0" cy="49770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85A039-1282-FA79-BED0-3B6F52ECEB9A}"/>
              </a:ext>
            </a:extLst>
          </p:cNvPr>
          <p:cNvSpPr/>
          <p:nvPr/>
        </p:nvSpPr>
        <p:spPr>
          <a:xfrm>
            <a:off x="468156" y="2903250"/>
            <a:ext cx="2932101" cy="2118168"/>
          </a:xfrm>
          <a:prstGeom prst="roundRect">
            <a:avLst/>
          </a:prstGeom>
          <a:solidFill>
            <a:srgbClr val="3FB4E0">
              <a:alpha val="200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RFS Node 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7943045-FD54-4228-CB8A-BA693D55D1CF}"/>
              </a:ext>
            </a:extLst>
          </p:cNvPr>
          <p:cNvCxnSpPr>
            <a:cxnSpLocks/>
          </p:cNvCxnSpPr>
          <p:nvPr/>
        </p:nvCxnSpPr>
        <p:spPr>
          <a:xfrm flipV="1">
            <a:off x="2676576" y="1695429"/>
            <a:ext cx="0" cy="163436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DC0E6E9-78C5-5D2A-31A0-E0070B2864A9}"/>
              </a:ext>
            </a:extLst>
          </p:cNvPr>
          <p:cNvSpPr/>
          <p:nvPr/>
        </p:nvSpPr>
        <p:spPr>
          <a:xfrm>
            <a:off x="304800" y="135924"/>
            <a:ext cx="9129475" cy="607569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107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13" name="Snip Same Side Corner Rectangle 12">
            <a:extLst>
              <a:ext uri="{FF2B5EF4-FFF2-40B4-BE49-F238E27FC236}">
                <a16:creationId xmlns:a16="http://schemas.microsoft.com/office/drawing/2014/main" id="{8F02C07B-596D-40A2-046C-967CDAEE3929}"/>
              </a:ext>
            </a:extLst>
          </p:cNvPr>
          <p:cNvSpPr/>
          <p:nvPr/>
        </p:nvSpPr>
        <p:spPr>
          <a:xfrm>
            <a:off x="468156" y="5732351"/>
            <a:ext cx="848710" cy="258291"/>
          </a:xfrm>
          <a:prstGeom prst="snip2SameRect">
            <a:avLst/>
          </a:prstGeom>
          <a:solidFill>
            <a:srgbClr val="3FB4E0">
              <a:alpha val="8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D2BA90-E036-E764-21A5-E9A5A5FD85F3}"/>
              </a:ext>
            </a:extLst>
          </p:cNvPr>
          <p:cNvSpPr/>
          <p:nvPr/>
        </p:nvSpPr>
        <p:spPr>
          <a:xfrm>
            <a:off x="534196" y="582221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CDAE4C-E361-EA17-AE10-B066BA72A941}"/>
              </a:ext>
            </a:extLst>
          </p:cNvPr>
          <p:cNvSpPr/>
          <p:nvPr/>
        </p:nvSpPr>
        <p:spPr>
          <a:xfrm>
            <a:off x="674334" y="5821143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F415DA-0818-09A4-AEEE-55FBF5E4C70E}"/>
              </a:ext>
            </a:extLst>
          </p:cNvPr>
          <p:cNvSpPr/>
          <p:nvPr/>
        </p:nvSpPr>
        <p:spPr>
          <a:xfrm>
            <a:off x="809055" y="5821143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59362A3-5F29-D0C4-E6F5-D0F55B1ADA0D}"/>
              </a:ext>
            </a:extLst>
          </p:cNvPr>
          <p:cNvSpPr/>
          <p:nvPr/>
        </p:nvSpPr>
        <p:spPr>
          <a:xfrm>
            <a:off x="982112" y="5803842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4C1E0D3-0641-D5DB-616C-D151091F6EC0}"/>
              </a:ext>
            </a:extLst>
          </p:cNvPr>
          <p:cNvSpPr/>
          <p:nvPr/>
        </p:nvSpPr>
        <p:spPr>
          <a:xfrm>
            <a:off x="1140575" y="5803842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Snip Same Side Corner Rectangle 20">
            <a:extLst>
              <a:ext uri="{FF2B5EF4-FFF2-40B4-BE49-F238E27FC236}">
                <a16:creationId xmlns:a16="http://schemas.microsoft.com/office/drawing/2014/main" id="{E3BE42CD-D714-5220-B958-BCF5FE02B569}"/>
              </a:ext>
            </a:extLst>
          </p:cNvPr>
          <p:cNvSpPr/>
          <p:nvPr/>
        </p:nvSpPr>
        <p:spPr>
          <a:xfrm>
            <a:off x="2551547" y="5738788"/>
            <a:ext cx="848710" cy="258291"/>
          </a:xfrm>
          <a:prstGeom prst="snip2SameRect">
            <a:avLst/>
          </a:prstGeom>
          <a:solidFill>
            <a:srgbClr val="3FB4E0">
              <a:alpha val="8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4F7D9B-EBD7-1AF9-C421-813CDBE787B1}"/>
              </a:ext>
            </a:extLst>
          </p:cNvPr>
          <p:cNvSpPr/>
          <p:nvPr/>
        </p:nvSpPr>
        <p:spPr>
          <a:xfrm>
            <a:off x="2617587" y="5828651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EA9703-C4A8-F380-8E08-A3F8E1C21CBF}"/>
              </a:ext>
            </a:extLst>
          </p:cNvPr>
          <p:cNvSpPr/>
          <p:nvPr/>
        </p:nvSpPr>
        <p:spPr>
          <a:xfrm>
            <a:off x="2757725" y="582758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086492-73DF-0038-194A-2FE68F2725FD}"/>
              </a:ext>
            </a:extLst>
          </p:cNvPr>
          <p:cNvSpPr/>
          <p:nvPr/>
        </p:nvSpPr>
        <p:spPr>
          <a:xfrm>
            <a:off x="2892446" y="582758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90AC910-D154-112D-DC79-11BEA8C630C9}"/>
              </a:ext>
            </a:extLst>
          </p:cNvPr>
          <p:cNvSpPr/>
          <p:nvPr/>
        </p:nvSpPr>
        <p:spPr>
          <a:xfrm>
            <a:off x="3065503" y="581027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B6B802A-B601-4351-BED5-AE084A03E84B}"/>
              </a:ext>
            </a:extLst>
          </p:cNvPr>
          <p:cNvSpPr/>
          <p:nvPr/>
        </p:nvSpPr>
        <p:spPr>
          <a:xfrm>
            <a:off x="3223966" y="581027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8" name="Snip Same Side Corner Rectangle 27">
            <a:extLst>
              <a:ext uri="{FF2B5EF4-FFF2-40B4-BE49-F238E27FC236}">
                <a16:creationId xmlns:a16="http://schemas.microsoft.com/office/drawing/2014/main" id="{7B95B344-EC9C-2DB1-5291-670F580C226A}"/>
              </a:ext>
            </a:extLst>
          </p:cNvPr>
          <p:cNvSpPr/>
          <p:nvPr/>
        </p:nvSpPr>
        <p:spPr>
          <a:xfrm>
            <a:off x="3787256" y="5738788"/>
            <a:ext cx="848710" cy="258291"/>
          </a:xfrm>
          <a:prstGeom prst="snip2SameRect">
            <a:avLst/>
          </a:prstGeom>
          <a:solidFill>
            <a:srgbClr val="3FB4E0">
              <a:alpha val="8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6F13C8-D479-84B4-0ECF-77EA54FBCA11}"/>
              </a:ext>
            </a:extLst>
          </p:cNvPr>
          <p:cNvSpPr/>
          <p:nvPr/>
        </p:nvSpPr>
        <p:spPr>
          <a:xfrm>
            <a:off x="3853296" y="5828651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A02EAC1-E227-3EF6-2975-013599043BB6}"/>
              </a:ext>
            </a:extLst>
          </p:cNvPr>
          <p:cNvSpPr/>
          <p:nvPr/>
        </p:nvSpPr>
        <p:spPr>
          <a:xfrm>
            <a:off x="3993434" y="582758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7313B16-6FAA-4105-4DFF-6C0B6069F67C}"/>
              </a:ext>
            </a:extLst>
          </p:cNvPr>
          <p:cNvSpPr/>
          <p:nvPr/>
        </p:nvSpPr>
        <p:spPr>
          <a:xfrm>
            <a:off x="4128155" y="582758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3858F74-B72C-92BA-7030-6433CAC7880B}"/>
              </a:ext>
            </a:extLst>
          </p:cNvPr>
          <p:cNvSpPr/>
          <p:nvPr/>
        </p:nvSpPr>
        <p:spPr>
          <a:xfrm>
            <a:off x="4301212" y="581027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FF1BC9B-3F84-4086-5AB8-49289AEAA723}"/>
              </a:ext>
            </a:extLst>
          </p:cNvPr>
          <p:cNvSpPr/>
          <p:nvPr/>
        </p:nvSpPr>
        <p:spPr>
          <a:xfrm>
            <a:off x="4459675" y="581027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9A1093-5C8A-6779-7AD6-63D093C97E8C}"/>
              </a:ext>
            </a:extLst>
          </p:cNvPr>
          <p:cNvSpPr/>
          <p:nvPr/>
        </p:nvSpPr>
        <p:spPr>
          <a:xfrm>
            <a:off x="1610594" y="5803841"/>
            <a:ext cx="133969" cy="130129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624AF5-0383-D16A-00C2-AB625D560D95}"/>
              </a:ext>
            </a:extLst>
          </p:cNvPr>
          <p:cNvSpPr/>
          <p:nvPr/>
        </p:nvSpPr>
        <p:spPr>
          <a:xfrm>
            <a:off x="1851387" y="5803841"/>
            <a:ext cx="133969" cy="130129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9059E02-4AAB-06AB-FDA3-AB42331116BB}"/>
              </a:ext>
            </a:extLst>
          </p:cNvPr>
          <p:cNvSpPr/>
          <p:nvPr/>
        </p:nvSpPr>
        <p:spPr>
          <a:xfrm>
            <a:off x="2090879" y="5803841"/>
            <a:ext cx="133969" cy="130129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F26C6B1C-CA58-523C-3138-2DB51FDCF052}"/>
              </a:ext>
            </a:extLst>
          </p:cNvPr>
          <p:cNvCxnSpPr>
            <a:cxnSpLocks/>
          </p:cNvCxnSpPr>
          <p:nvPr/>
        </p:nvCxnSpPr>
        <p:spPr>
          <a:xfrm rot="5400000">
            <a:off x="765430" y="4133276"/>
            <a:ext cx="1726156" cy="1471994"/>
          </a:xfrm>
          <a:prstGeom prst="bentConnector3">
            <a:avLst>
              <a:gd name="adj1" fmla="val 68409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4DC236AA-D8EF-1383-B790-CBDA0E5D7B0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011655" y="4752215"/>
            <a:ext cx="1726156" cy="234017"/>
          </a:xfrm>
          <a:prstGeom prst="bentConnector3">
            <a:avLst>
              <a:gd name="adj1" fmla="val 73668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FFFFB3B5-9170-FBA7-1E46-074D221DFCA5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28852" y="4269034"/>
            <a:ext cx="1726157" cy="1200377"/>
          </a:xfrm>
          <a:prstGeom prst="bentConnector3">
            <a:avLst>
              <a:gd name="adj1" fmla="val 69536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FE394A1C-50F4-B389-1B66-4D85BC30614F}"/>
              </a:ext>
            </a:extLst>
          </p:cNvPr>
          <p:cNvSpPr/>
          <p:nvPr/>
        </p:nvSpPr>
        <p:spPr>
          <a:xfrm>
            <a:off x="2123836" y="4251663"/>
            <a:ext cx="1059759" cy="67640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 Manager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A6BFBE3-7A5E-D20B-66A1-3254F1DA1CD2}"/>
              </a:ext>
            </a:extLst>
          </p:cNvPr>
          <p:cNvSpPr/>
          <p:nvPr/>
        </p:nvSpPr>
        <p:spPr>
          <a:xfrm flipH="1">
            <a:off x="2434706" y="5072609"/>
            <a:ext cx="45719" cy="5301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1D8F3CC-496C-FAC2-CAA9-451AFCDB8D37}"/>
              </a:ext>
            </a:extLst>
          </p:cNvPr>
          <p:cNvSpPr/>
          <p:nvPr/>
        </p:nvSpPr>
        <p:spPr>
          <a:xfrm flipH="1">
            <a:off x="2535818" y="5072609"/>
            <a:ext cx="45719" cy="5301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87002D8-969A-C2E8-08A4-DA863A1A124F}"/>
              </a:ext>
            </a:extLst>
          </p:cNvPr>
          <p:cNvSpPr/>
          <p:nvPr/>
        </p:nvSpPr>
        <p:spPr>
          <a:xfrm flipH="1">
            <a:off x="2636930" y="5072609"/>
            <a:ext cx="45719" cy="5301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DBDA0E4-8450-AF1C-870F-C4F67613B538}"/>
              </a:ext>
            </a:extLst>
          </p:cNvPr>
          <p:cNvSpPr/>
          <p:nvPr/>
        </p:nvSpPr>
        <p:spPr>
          <a:xfrm flipH="1">
            <a:off x="2428633" y="4097818"/>
            <a:ext cx="45719" cy="5301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1185F70-738C-62B0-E2E5-8AE4D746B842}"/>
              </a:ext>
            </a:extLst>
          </p:cNvPr>
          <p:cNvSpPr/>
          <p:nvPr/>
        </p:nvSpPr>
        <p:spPr>
          <a:xfrm flipH="1">
            <a:off x="2529745" y="4097818"/>
            <a:ext cx="45719" cy="5301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6D5A124-2B24-F6CD-6ECB-6400D2456181}"/>
              </a:ext>
            </a:extLst>
          </p:cNvPr>
          <p:cNvSpPr/>
          <p:nvPr/>
        </p:nvSpPr>
        <p:spPr>
          <a:xfrm flipH="1">
            <a:off x="2630857" y="4097818"/>
            <a:ext cx="45719" cy="5301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7FC982-9B3E-F9FD-8479-A07B4A4E1305}"/>
              </a:ext>
            </a:extLst>
          </p:cNvPr>
          <p:cNvSpPr/>
          <p:nvPr/>
        </p:nvSpPr>
        <p:spPr>
          <a:xfrm>
            <a:off x="2125204" y="3329789"/>
            <a:ext cx="1059759" cy="67640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Resource Facing Nano Service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33632A8-D69D-D62C-2297-68F974317CC3}"/>
              </a:ext>
            </a:extLst>
          </p:cNvPr>
          <p:cNvSpPr/>
          <p:nvPr/>
        </p:nvSpPr>
        <p:spPr>
          <a:xfrm>
            <a:off x="3578356" y="1918728"/>
            <a:ext cx="2932101" cy="2150796"/>
          </a:xfrm>
          <a:prstGeom prst="roundRect">
            <a:avLst/>
          </a:prstGeom>
          <a:solidFill>
            <a:srgbClr val="3FB4E0">
              <a:alpha val="200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RFS Node 2</a:t>
            </a:r>
          </a:p>
        </p:txBody>
      </p:sp>
      <p:sp>
        <p:nvSpPr>
          <p:cNvPr id="8" name="Snip Same Side Corner Rectangle 7">
            <a:extLst>
              <a:ext uri="{FF2B5EF4-FFF2-40B4-BE49-F238E27FC236}">
                <a16:creationId xmlns:a16="http://schemas.microsoft.com/office/drawing/2014/main" id="{1318C585-EF22-CA44-CFC9-7F44B4379857}"/>
              </a:ext>
            </a:extLst>
          </p:cNvPr>
          <p:cNvSpPr/>
          <p:nvPr/>
        </p:nvSpPr>
        <p:spPr>
          <a:xfrm>
            <a:off x="3578356" y="4780457"/>
            <a:ext cx="848710" cy="258291"/>
          </a:xfrm>
          <a:prstGeom prst="snip2SameRect">
            <a:avLst/>
          </a:prstGeom>
          <a:solidFill>
            <a:srgbClr val="3FB4E0">
              <a:alpha val="8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D4EB5E-DB60-6762-DE1C-4E0CDD47B484}"/>
              </a:ext>
            </a:extLst>
          </p:cNvPr>
          <p:cNvSpPr/>
          <p:nvPr/>
        </p:nvSpPr>
        <p:spPr>
          <a:xfrm>
            <a:off x="3644396" y="487032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9DBA29-5A44-2AD6-0199-99B7EDC27DEC}"/>
              </a:ext>
            </a:extLst>
          </p:cNvPr>
          <p:cNvSpPr/>
          <p:nvPr/>
        </p:nvSpPr>
        <p:spPr>
          <a:xfrm>
            <a:off x="3784534" y="4869249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739A84-8E17-C62C-BD90-7E0531DBE9C8}"/>
              </a:ext>
            </a:extLst>
          </p:cNvPr>
          <p:cNvSpPr/>
          <p:nvPr/>
        </p:nvSpPr>
        <p:spPr>
          <a:xfrm>
            <a:off x="3919255" y="4869249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32A278-6494-E787-E1CC-34268C4637E6}"/>
              </a:ext>
            </a:extLst>
          </p:cNvPr>
          <p:cNvSpPr/>
          <p:nvPr/>
        </p:nvSpPr>
        <p:spPr>
          <a:xfrm>
            <a:off x="4092312" y="4851948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2427D5B-F2EC-F5CD-3CFA-DA9649623FAA}"/>
              </a:ext>
            </a:extLst>
          </p:cNvPr>
          <p:cNvSpPr/>
          <p:nvPr/>
        </p:nvSpPr>
        <p:spPr>
          <a:xfrm>
            <a:off x="4250775" y="4851948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4" name="Snip Same Side Corner Rectangle 43">
            <a:extLst>
              <a:ext uri="{FF2B5EF4-FFF2-40B4-BE49-F238E27FC236}">
                <a16:creationId xmlns:a16="http://schemas.microsoft.com/office/drawing/2014/main" id="{D5457842-576D-7631-B227-CC13989E48CC}"/>
              </a:ext>
            </a:extLst>
          </p:cNvPr>
          <p:cNvSpPr/>
          <p:nvPr/>
        </p:nvSpPr>
        <p:spPr>
          <a:xfrm>
            <a:off x="5661747" y="4786894"/>
            <a:ext cx="848710" cy="258291"/>
          </a:xfrm>
          <a:prstGeom prst="snip2SameRect">
            <a:avLst/>
          </a:prstGeom>
          <a:solidFill>
            <a:srgbClr val="3FB4E0">
              <a:alpha val="8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9823802-DC22-9919-4AA0-78EA72E606A0}"/>
              </a:ext>
            </a:extLst>
          </p:cNvPr>
          <p:cNvSpPr/>
          <p:nvPr/>
        </p:nvSpPr>
        <p:spPr>
          <a:xfrm>
            <a:off x="5727787" y="487675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7B8CDCA-A86A-6666-64A3-ED082EC2C02E}"/>
              </a:ext>
            </a:extLst>
          </p:cNvPr>
          <p:cNvSpPr/>
          <p:nvPr/>
        </p:nvSpPr>
        <p:spPr>
          <a:xfrm>
            <a:off x="5867925" y="487568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ED25913-5F02-71DD-A622-8B8E5DAC2073}"/>
              </a:ext>
            </a:extLst>
          </p:cNvPr>
          <p:cNvSpPr/>
          <p:nvPr/>
        </p:nvSpPr>
        <p:spPr>
          <a:xfrm>
            <a:off x="6002646" y="487568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C1B0B50-5CA9-6BBF-697D-F89AD06AF48C}"/>
              </a:ext>
            </a:extLst>
          </p:cNvPr>
          <p:cNvSpPr/>
          <p:nvPr/>
        </p:nvSpPr>
        <p:spPr>
          <a:xfrm>
            <a:off x="6175703" y="485838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CC6FCA8-032C-0BB5-AF06-6339570DF4D5}"/>
              </a:ext>
            </a:extLst>
          </p:cNvPr>
          <p:cNvSpPr/>
          <p:nvPr/>
        </p:nvSpPr>
        <p:spPr>
          <a:xfrm>
            <a:off x="6334166" y="485838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5" name="Snip Same Side Corner Rectangle 54">
            <a:extLst>
              <a:ext uri="{FF2B5EF4-FFF2-40B4-BE49-F238E27FC236}">
                <a16:creationId xmlns:a16="http://schemas.microsoft.com/office/drawing/2014/main" id="{1FCD2F79-7762-88E7-9601-1B9624E30619}"/>
              </a:ext>
            </a:extLst>
          </p:cNvPr>
          <p:cNvSpPr/>
          <p:nvPr/>
        </p:nvSpPr>
        <p:spPr>
          <a:xfrm>
            <a:off x="6897456" y="4786894"/>
            <a:ext cx="848710" cy="258291"/>
          </a:xfrm>
          <a:prstGeom prst="snip2SameRect">
            <a:avLst/>
          </a:prstGeom>
          <a:solidFill>
            <a:srgbClr val="3FB4E0">
              <a:alpha val="8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FE999B0-86ED-3B4C-CA44-1DE4B7C05587}"/>
              </a:ext>
            </a:extLst>
          </p:cNvPr>
          <p:cNvSpPr/>
          <p:nvPr/>
        </p:nvSpPr>
        <p:spPr>
          <a:xfrm>
            <a:off x="6963496" y="487675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30844DF-7623-2C0C-D08A-E3C23063DDF5}"/>
              </a:ext>
            </a:extLst>
          </p:cNvPr>
          <p:cNvSpPr/>
          <p:nvPr/>
        </p:nvSpPr>
        <p:spPr>
          <a:xfrm>
            <a:off x="7103634" y="487568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00B4DC1-C17A-8A10-0714-037EB80122AF}"/>
              </a:ext>
            </a:extLst>
          </p:cNvPr>
          <p:cNvSpPr/>
          <p:nvPr/>
        </p:nvSpPr>
        <p:spPr>
          <a:xfrm>
            <a:off x="7238355" y="487568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3DEB1B1-D67C-FB8B-06D7-DAE7CF2C2B18}"/>
              </a:ext>
            </a:extLst>
          </p:cNvPr>
          <p:cNvSpPr/>
          <p:nvPr/>
        </p:nvSpPr>
        <p:spPr>
          <a:xfrm>
            <a:off x="7411412" y="485838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4DFF02C-CF76-8992-63FA-2FA6D153F4BD}"/>
              </a:ext>
            </a:extLst>
          </p:cNvPr>
          <p:cNvSpPr/>
          <p:nvPr/>
        </p:nvSpPr>
        <p:spPr>
          <a:xfrm>
            <a:off x="7569875" y="485838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6C46067-3E69-FC39-ECC2-026DB5DC8D28}"/>
              </a:ext>
            </a:extLst>
          </p:cNvPr>
          <p:cNvSpPr/>
          <p:nvPr/>
        </p:nvSpPr>
        <p:spPr>
          <a:xfrm>
            <a:off x="4720794" y="4851947"/>
            <a:ext cx="133969" cy="130129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C08D22A-EDBC-46FA-9344-1630FA9C9751}"/>
              </a:ext>
            </a:extLst>
          </p:cNvPr>
          <p:cNvSpPr/>
          <p:nvPr/>
        </p:nvSpPr>
        <p:spPr>
          <a:xfrm>
            <a:off x="4961587" y="4851947"/>
            <a:ext cx="133969" cy="130129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19816C5-C174-DF3E-9CF7-4164C60AD91E}"/>
              </a:ext>
            </a:extLst>
          </p:cNvPr>
          <p:cNvSpPr/>
          <p:nvPr/>
        </p:nvSpPr>
        <p:spPr>
          <a:xfrm>
            <a:off x="5201079" y="4851947"/>
            <a:ext cx="133969" cy="130129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3774B851-AE95-3F9A-4BE3-C7C9A9DFB684}"/>
              </a:ext>
            </a:extLst>
          </p:cNvPr>
          <p:cNvCxnSpPr>
            <a:cxnSpLocks/>
          </p:cNvCxnSpPr>
          <p:nvPr/>
        </p:nvCxnSpPr>
        <p:spPr>
          <a:xfrm rot="5400000">
            <a:off x="3875630" y="3181382"/>
            <a:ext cx="1726156" cy="1471994"/>
          </a:xfrm>
          <a:prstGeom prst="bentConnector3">
            <a:avLst>
              <a:gd name="adj1" fmla="val 68409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A536B1C2-B809-82B0-6536-ADEAAC78DC73}"/>
              </a:ext>
            </a:extLst>
          </p:cNvPr>
          <p:cNvCxnSpPr>
            <a:cxnSpLocks/>
          </p:cNvCxnSpPr>
          <p:nvPr/>
        </p:nvCxnSpPr>
        <p:spPr>
          <a:xfrm rot="16200000" flipH="1">
            <a:off x="5121855" y="3800321"/>
            <a:ext cx="1726156" cy="234017"/>
          </a:xfrm>
          <a:prstGeom prst="bentConnector3">
            <a:avLst>
              <a:gd name="adj1" fmla="val 73668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8B2731B6-1016-43F1-4222-057DECBFAF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39052" y="3317140"/>
            <a:ext cx="1726157" cy="1200377"/>
          </a:xfrm>
          <a:prstGeom prst="bentConnector3">
            <a:avLst>
              <a:gd name="adj1" fmla="val 69536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F32CF81E-DC89-3229-041D-398AA0559E89}"/>
              </a:ext>
            </a:extLst>
          </p:cNvPr>
          <p:cNvSpPr/>
          <p:nvPr/>
        </p:nvSpPr>
        <p:spPr>
          <a:xfrm>
            <a:off x="4192119" y="684825"/>
            <a:ext cx="1059759" cy="67640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Customer Facing Service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FA4C680-E2B9-7884-5486-50262E510887}"/>
              </a:ext>
            </a:extLst>
          </p:cNvPr>
          <p:cNvSpPr/>
          <p:nvPr/>
        </p:nvSpPr>
        <p:spPr>
          <a:xfrm>
            <a:off x="5234036" y="3299769"/>
            <a:ext cx="1059759" cy="67640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 Manager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926F97F-84CB-ECC1-197A-3B25CD723B59}"/>
              </a:ext>
            </a:extLst>
          </p:cNvPr>
          <p:cNvSpPr/>
          <p:nvPr/>
        </p:nvSpPr>
        <p:spPr>
          <a:xfrm flipH="1">
            <a:off x="5544906" y="4120715"/>
            <a:ext cx="45719" cy="5301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B02F859-FB31-79FE-E529-94781408B484}"/>
              </a:ext>
            </a:extLst>
          </p:cNvPr>
          <p:cNvSpPr/>
          <p:nvPr/>
        </p:nvSpPr>
        <p:spPr>
          <a:xfrm flipH="1">
            <a:off x="5646018" y="4120715"/>
            <a:ext cx="45719" cy="5301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BD5FE9A-04E5-450E-7D5D-F6104B46B8C1}"/>
              </a:ext>
            </a:extLst>
          </p:cNvPr>
          <p:cNvSpPr/>
          <p:nvPr/>
        </p:nvSpPr>
        <p:spPr>
          <a:xfrm flipH="1">
            <a:off x="5747130" y="4120715"/>
            <a:ext cx="45719" cy="5301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56D604A-B47B-B987-ABC3-347C46B8E0BB}"/>
              </a:ext>
            </a:extLst>
          </p:cNvPr>
          <p:cNvSpPr/>
          <p:nvPr/>
        </p:nvSpPr>
        <p:spPr>
          <a:xfrm flipH="1">
            <a:off x="5538833" y="3145924"/>
            <a:ext cx="45719" cy="5301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44DCA59-7E63-54B6-B4EC-B2836D47EC76}"/>
              </a:ext>
            </a:extLst>
          </p:cNvPr>
          <p:cNvSpPr/>
          <p:nvPr/>
        </p:nvSpPr>
        <p:spPr>
          <a:xfrm flipH="1">
            <a:off x="5639945" y="3145924"/>
            <a:ext cx="45719" cy="5301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0B3453A-F1A2-01C0-EA47-B18FC1E50F46}"/>
              </a:ext>
            </a:extLst>
          </p:cNvPr>
          <p:cNvSpPr/>
          <p:nvPr/>
        </p:nvSpPr>
        <p:spPr>
          <a:xfrm flipH="1">
            <a:off x="5741057" y="3145924"/>
            <a:ext cx="45719" cy="5301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04F443A-2339-8DB1-503A-0511626F47F5}"/>
              </a:ext>
            </a:extLst>
          </p:cNvPr>
          <p:cNvSpPr/>
          <p:nvPr/>
        </p:nvSpPr>
        <p:spPr>
          <a:xfrm>
            <a:off x="5235404" y="2377895"/>
            <a:ext cx="1059759" cy="676406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Resource Facing Nano Service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EB6337A-8660-595C-87F3-57F65387A059}"/>
              </a:ext>
            </a:extLst>
          </p:cNvPr>
          <p:cNvCxnSpPr>
            <a:cxnSpLocks/>
          </p:cNvCxnSpPr>
          <p:nvPr/>
        </p:nvCxnSpPr>
        <p:spPr>
          <a:xfrm flipV="1">
            <a:off x="5741057" y="1695429"/>
            <a:ext cx="0" cy="68246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078C49E-38C8-FA86-B57F-641E00DC84C2}"/>
              </a:ext>
            </a:extLst>
          </p:cNvPr>
          <p:cNvCxnSpPr>
            <a:cxnSpLocks/>
          </p:cNvCxnSpPr>
          <p:nvPr/>
        </p:nvCxnSpPr>
        <p:spPr>
          <a:xfrm>
            <a:off x="2676576" y="1699547"/>
            <a:ext cx="3064481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6907E23C-7A84-2BFD-6447-04FCD53F5D8B}"/>
              </a:ext>
            </a:extLst>
          </p:cNvPr>
          <p:cNvSpPr/>
          <p:nvPr/>
        </p:nvSpPr>
        <p:spPr>
          <a:xfrm>
            <a:off x="5398424" y="330638"/>
            <a:ext cx="2338660" cy="1264103"/>
          </a:xfrm>
          <a:prstGeom prst="rect">
            <a:avLst/>
          </a:prstGeom>
          <a:noFill/>
          <a:ln w="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container t3-settings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presence””;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uses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ncs:service-data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ncs:servicepoint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cfs-t3-servicepoint;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description “Maps to t3 RFS instances;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...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}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0E15582-E4FC-BB34-6BC2-9178A171583E}"/>
              </a:ext>
            </a:extLst>
          </p:cNvPr>
          <p:cNvSpPr/>
          <p:nvPr/>
        </p:nvSpPr>
        <p:spPr>
          <a:xfrm>
            <a:off x="6607596" y="1806139"/>
            <a:ext cx="2571892" cy="2340101"/>
          </a:xfrm>
          <a:prstGeom prst="rect">
            <a:avLst/>
          </a:prstGeom>
          <a:noFill/>
          <a:ln w="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list t3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 key id;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 uses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ncs:</a:t>
            </a: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  <a:ea typeface="NSimSun" panose="02010609030101010101" pitchFamily="49" charset="-122"/>
                <a:cs typeface="Sabon Next LT" panose="02000500000000000000" pitchFamily="2" charset="0"/>
              </a:rPr>
              <a:t>service-data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ncs:servicepoint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t3-servicepoint;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 leaf id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   description “Maps to a device”;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   type uint32;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  }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...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}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...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ncs:plan-outline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ne-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cfg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-plan {...}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ncs:service-behavior-tree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t3-servicepoint {...}</a:t>
            </a:r>
          </a:p>
        </p:txBody>
      </p:sp>
    </p:spTree>
    <p:extLst>
      <p:ext uri="{BB962C8B-B14F-4D97-AF65-F5344CB8AC3E}">
        <p14:creationId xmlns:p14="http://schemas.microsoft.com/office/powerpoint/2010/main" val="35940535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771D3-7F28-75BD-575F-BA12A37B5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B98D25-7852-98EB-2D93-601AEFF5691D}"/>
              </a:ext>
            </a:extLst>
          </p:cNvPr>
          <p:cNvSpPr/>
          <p:nvPr/>
        </p:nvSpPr>
        <p:spPr>
          <a:xfrm>
            <a:off x="3163833" y="1978191"/>
            <a:ext cx="298245" cy="230736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E571F5-3E0B-2DDE-E3E1-4BFB9688CA88}"/>
              </a:ext>
            </a:extLst>
          </p:cNvPr>
          <p:cNvSpPr/>
          <p:nvPr/>
        </p:nvSpPr>
        <p:spPr>
          <a:xfrm>
            <a:off x="3462078" y="1978191"/>
            <a:ext cx="178193" cy="230736"/>
          </a:xfrm>
          <a:prstGeom prst="rect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7F11CF95-5F34-2768-D1E2-5AE0463A5236}"/>
              </a:ext>
            </a:extLst>
          </p:cNvPr>
          <p:cNvSpPr/>
          <p:nvPr/>
        </p:nvSpPr>
        <p:spPr>
          <a:xfrm rot="10800000">
            <a:off x="2975536" y="3635676"/>
            <a:ext cx="6323960" cy="894563"/>
          </a:xfrm>
          <a:prstGeom prst="roundRect">
            <a:avLst/>
          </a:prstGeom>
          <a:solidFill>
            <a:srgbClr val="3FB4E0">
              <a:alpha val="20077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00E501-C7A4-5DD9-8AEA-F2D80BF1AF22}"/>
              </a:ext>
            </a:extLst>
          </p:cNvPr>
          <p:cNvSpPr/>
          <p:nvPr/>
        </p:nvSpPr>
        <p:spPr>
          <a:xfrm>
            <a:off x="2785730" y="850606"/>
            <a:ext cx="6677247" cy="3848986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766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F26AA4-2BB3-A45B-64E2-7111BA177660}"/>
              </a:ext>
            </a:extLst>
          </p:cNvPr>
          <p:cNvSpPr txBox="1"/>
          <p:nvPr/>
        </p:nvSpPr>
        <p:spPr>
          <a:xfrm>
            <a:off x="4357488" y="939584"/>
            <a:ext cx="15491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 Nano RFS Node 1</a:t>
            </a:r>
          </a:p>
        </p:txBody>
      </p:sp>
      <p:sp>
        <p:nvSpPr>
          <p:cNvPr id="23" name="Process 22">
            <a:extLst>
              <a:ext uri="{FF2B5EF4-FFF2-40B4-BE49-F238E27FC236}">
                <a16:creationId xmlns:a16="http://schemas.microsoft.com/office/drawing/2014/main" id="{3AA47F5E-8AF3-257E-B8DC-76436E7439CF}"/>
              </a:ext>
            </a:extLst>
          </p:cNvPr>
          <p:cNvSpPr/>
          <p:nvPr/>
        </p:nvSpPr>
        <p:spPr>
          <a:xfrm>
            <a:off x="4972072" y="1193055"/>
            <a:ext cx="934529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8B8C448C-CBC1-76D3-C228-737D5EEFE76A}"/>
              </a:ext>
            </a:extLst>
          </p:cNvPr>
          <p:cNvSpPr/>
          <p:nvPr/>
        </p:nvSpPr>
        <p:spPr>
          <a:xfrm>
            <a:off x="5906601" y="1193055"/>
            <a:ext cx="518534" cy="139700"/>
          </a:xfrm>
          <a:prstGeom prst="flowChartProcess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F556756F-34C0-DAC6-B049-78D387BF67D7}"/>
              </a:ext>
            </a:extLst>
          </p:cNvPr>
          <p:cNvSpPr/>
          <p:nvPr/>
        </p:nvSpPr>
        <p:spPr>
          <a:xfrm>
            <a:off x="4972072" y="1423019"/>
            <a:ext cx="932423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6" name="Process 25">
            <a:extLst>
              <a:ext uri="{FF2B5EF4-FFF2-40B4-BE49-F238E27FC236}">
                <a16:creationId xmlns:a16="http://schemas.microsoft.com/office/drawing/2014/main" id="{45CE44BB-FE57-99E6-5C99-EB3509C45D3E}"/>
              </a:ext>
            </a:extLst>
          </p:cNvPr>
          <p:cNvSpPr/>
          <p:nvPr/>
        </p:nvSpPr>
        <p:spPr>
          <a:xfrm>
            <a:off x="5904496" y="1423019"/>
            <a:ext cx="518534" cy="139700"/>
          </a:xfrm>
          <a:prstGeom prst="flowChartProcess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7" name="Process 26">
            <a:extLst>
              <a:ext uri="{FF2B5EF4-FFF2-40B4-BE49-F238E27FC236}">
                <a16:creationId xmlns:a16="http://schemas.microsoft.com/office/drawing/2014/main" id="{643929AB-7BA5-BD9F-5DF8-F3EB7ED83ED0}"/>
              </a:ext>
            </a:extLst>
          </p:cNvPr>
          <p:cNvSpPr/>
          <p:nvPr/>
        </p:nvSpPr>
        <p:spPr>
          <a:xfrm>
            <a:off x="6419768" y="1423018"/>
            <a:ext cx="298453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8" name="Process 27">
            <a:extLst>
              <a:ext uri="{FF2B5EF4-FFF2-40B4-BE49-F238E27FC236}">
                <a16:creationId xmlns:a16="http://schemas.microsoft.com/office/drawing/2014/main" id="{BA3A0B5C-A658-9124-2C1F-4729231EE311}"/>
              </a:ext>
            </a:extLst>
          </p:cNvPr>
          <p:cNvSpPr/>
          <p:nvPr/>
        </p:nvSpPr>
        <p:spPr>
          <a:xfrm>
            <a:off x="4972072" y="1639377"/>
            <a:ext cx="932423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1461FE88-A105-E53D-E7A3-B7C2FBDCE93A}"/>
              </a:ext>
            </a:extLst>
          </p:cNvPr>
          <p:cNvSpPr/>
          <p:nvPr/>
        </p:nvSpPr>
        <p:spPr>
          <a:xfrm>
            <a:off x="5898707" y="1639377"/>
            <a:ext cx="518535" cy="139700"/>
          </a:xfrm>
          <a:prstGeom prst="flowChartProcess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D032CD99-1A7F-0AB6-F643-8077D2436EE7}"/>
              </a:ext>
            </a:extLst>
          </p:cNvPr>
          <p:cNvSpPr/>
          <p:nvPr/>
        </p:nvSpPr>
        <p:spPr>
          <a:xfrm>
            <a:off x="6720413" y="1423611"/>
            <a:ext cx="298453" cy="139700"/>
          </a:xfrm>
          <a:prstGeom prst="flowChartProcess">
            <a:avLst/>
          </a:prstGeom>
          <a:solidFill>
            <a:srgbClr val="FFC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Process 31">
            <a:extLst>
              <a:ext uri="{FF2B5EF4-FFF2-40B4-BE49-F238E27FC236}">
                <a16:creationId xmlns:a16="http://schemas.microsoft.com/office/drawing/2014/main" id="{D8DA813C-74C7-ACD3-4269-16F977937BDB}"/>
              </a:ext>
            </a:extLst>
          </p:cNvPr>
          <p:cNvSpPr/>
          <p:nvPr/>
        </p:nvSpPr>
        <p:spPr>
          <a:xfrm>
            <a:off x="6417242" y="1636860"/>
            <a:ext cx="596906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C77067-9E0E-0FDE-67C9-6FADEFB3C1C8}"/>
              </a:ext>
            </a:extLst>
          </p:cNvPr>
          <p:cNvSpPr txBox="1"/>
          <p:nvPr/>
        </p:nvSpPr>
        <p:spPr>
          <a:xfrm>
            <a:off x="7364925" y="1136267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A94D3B-912C-4280-7D9D-8D9BDDB84778}"/>
              </a:ext>
            </a:extLst>
          </p:cNvPr>
          <p:cNvSpPr txBox="1"/>
          <p:nvPr/>
        </p:nvSpPr>
        <p:spPr>
          <a:xfrm>
            <a:off x="7650966" y="1357262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2988A1-3EB3-AB59-8E97-E6442550A902}"/>
              </a:ext>
            </a:extLst>
          </p:cNvPr>
          <p:cNvSpPr txBox="1"/>
          <p:nvPr/>
        </p:nvSpPr>
        <p:spPr>
          <a:xfrm>
            <a:off x="7949095" y="1580759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401A5E-A087-DC81-25E8-ABEF7CF3851D}"/>
              </a:ext>
            </a:extLst>
          </p:cNvPr>
          <p:cNvSpPr txBox="1"/>
          <p:nvPr/>
        </p:nvSpPr>
        <p:spPr>
          <a:xfrm>
            <a:off x="4676223" y="1137119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474870-7466-3BB3-1822-014F5B11D1B0}"/>
              </a:ext>
            </a:extLst>
          </p:cNvPr>
          <p:cNvSpPr txBox="1"/>
          <p:nvPr/>
        </p:nvSpPr>
        <p:spPr>
          <a:xfrm>
            <a:off x="4676223" y="1369758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68A3EB-DDF9-62E9-8A38-B23858D85AB5}"/>
              </a:ext>
            </a:extLst>
          </p:cNvPr>
          <p:cNvSpPr txBox="1"/>
          <p:nvPr/>
        </p:nvSpPr>
        <p:spPr>
          <a:xfrm>
            <a:off x="4676223" y="1561000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568F1D3-64C4-0730-2015-6665887ABB5A}"/>
              </a:ext>
            </a:extLst>
          </p:cNvPr>
          <p:cNvCxnSpPr>
            <a:cxnSpLocks/>
          </p:cNvCxnSpPr>
          <p:nvPr/>
        </p:nvCxnSpPr>
        <p:spPr>
          <a:xfrm>
            <a:off x="3464986" y="3271657"/>
            <a:ext cx="5072727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9A75CBC-49C4-497C-6EDD-7C62C68B92CE}"/>
              </a:ext>
            </a:extLst>
          </p:cNvPr>
          <p:cNvSpPr txBox="1"/>
          <p:nvPr/>
        </p:nvSpPr>
        <p:spPr>
          <a:xfrm>
            <a:off x="3409117" y="3280038"/>
            <a:ext cx="5110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Time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59" name="Process 58">
            <a:extLst>
              <a:ext uri="{FF2B5EF4-FFF2-40B4-BE49-F238E27FC236}">
                <a16:creationId xmlns:a16="http://schemas.microsoft.com/office/drawing/2014/main" id="{0731103B-BD46-6570-1702-7C4AF21BDAA4}"/>
              </a:ext>
            </a:extLst>
          </p:cNvPr>
          <p:cNvSpPr/>
          <p:nvPr/>
        </p:nvSpPr>
        <p:spPr>
          <a:xfrm>
            <a:off x="6425135" y="1193055"/>
            <a:ext cx="323840" cy="139700"/>
          </a:xfrm>
          <a:prstGeom prst="flowChartProcess">
            <a:avLst/>
          </a:prstGeom>
          <a:solidFill>
            <a:srgbClr val="FFC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0" name="Process 59">
            <a:extLst>
              <a:ext uri="{FF2B5EF4-FFF2-40B4-BE49-F238E27FC236}">
                <a16:creationId xmlns:a16="http://schemas.microsoft.com/office/drawing/2014/main" id="{631FD813-DB82-D79F-E90E-9FC31A755CA0}"/>
              </a:ext>
            </a:extLst>
          </p:cNvPr>
          <p:cNvSpPr/>
          <p:nvPr/>
        </p:nvSpPr>
        <p:spPr>
          <a:xfrm>
            <a:off x="7008683" y="1423611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E536DF3-9811-E567-A39F-E05F50966DDA}"/>
              </a:ext>
            </a:extLst>
          </p:cNvPr>
          <p:cNvSpPr/>
          <p:nvPr/>
        </p:nvSpPr>
        <p:spPr>
          <a:xfrm>
            <a:off x="4369873" y="3767946"/>
            <a:ext cx="238219" cy="230736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4AD00F-8323-A40A-EC9C-26E77DFC533E}"/>
              </a:ext>
            </a:extLst>
          </p:cNvPr>
          <p:cNvSpPr txBox="1"/>
          <p:nvPr/>
        </p:nvSpPr>
        <p:spPr>
          <a:xfrm>
            <a:off x="4610145" y="3771558"/>
            <a:ext cx="58627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4885674-7E16-9EF0-BEBD-05E5FABC0969}"/>
              </a:ext>
            </a:extLst>
          </p:cNvPr>
          <p:cNvSpPr/>
          <p:nvPr/>
        </p:nvSpPr>
        <p:spPr>
          <a:xfrm>
            <a:off x="5257385" y="3774261"/>
            <a:ext cx="238219" cy="230736"/>
          </a:xfrm>
          <a:prstGeom prst="rect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93A32C-7248-8F33-E4B9-72E256F0013F}"/>
              </a:ext>
            </a:extLst>
          </p:cNvPr>
          <p:cNvSpPr txBox="1"/>
          <p:nvPr/>
        </p:nvSpPr>
        <p:spPr>
          <a:xfrm>
            <a:off x="5497656" y="3777873"/>
            <a:ext cx="76259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Validation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CADB405-D000-7CC9-6A12-1C9AE8A7C764}"/>
              </a:ext>
            </a:extLst>
          </p:cNvPr>
          <p:cNvSpPr/>
          <p:nvPr/>
        </p:nvSpPr>
        <p:spPr>
          <a:xfrm>
            <a:off x="6323267" y="3774261"/>
            <a:ext cx="238219" cy="230736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C689CE8-295E-8ABC-D32A-7735FCF1B686}"/>
              </a:ext>
            </a:extLst>
          </p:cNvPr>
          <p:cNvSpPr txBox="1"/>
          <p:nvPr/>
        </p:nvSpPr>
        <p:spPr>
          <a:xfrm>
            <a:off x="6563539" y="3777873"/>
            <a:ext cx="10802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Critical Section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C8A6085-FB3D-5567-DE93-ABCC0EDFA8CF}"/>
              </a:ext>
            </a:extLst>
          </p:cNvPr>
          <p:cNvSpPr/>
          <p:nvPr/>
        </p:nvSpPr>
        <p:spPr>
          <a:xfrm>
            <a:off x="7608108" y="3764125"/>
            <a:ext cx="238219" cy="230736"/>
          </a:xfrm>
          <a:prstGeom prst="rect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C0D2194-80A4-C646-8DD8-5CF293FE1748}"/>
              </a:ext>
            </a:extLst>
          </p:cNvPr>
          <p:cNvSpPr txBox="1"/>
          <p:nvPr/>
        </p:nvSpPr>
        <p:spPr>
          <a:xfrm>
            <a:off x="7848379" y="3767737"/>
            <a:ext cx="142963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Lock Wait</a:t>
            </a:r>
          </a:p>
        </p:txBody>
      </p:sp>
      <p:sp>
        <p:nvSpPr>
          <p:cNvPr id="71" name="Diamond 70">
            <a:extLst>
              <a:ext uri="{FF2B5EF4-FFF2-40B4-BE49-F238E27FC236}">
                <a16:creationId xmlns:a16="http://schemas.microsoft.com/office/drawing/2014/main" id="{7BB0D296-BA28-4CD0-57B1-FB6BCBDBBF4F}"/>
              </a:ext>
            </a:extLst>
          </p:cNvPr>
          <p:cNvSpPr/>
          <p:nvPr/>
        </p:nvSpPr>
        <p:spPr>
          <a:xfrm>
            <a:off x="3095457" y="3771116"/>
            <a:ext cx="238219" cy="230736"/>
          </a:xfrm>
          <a:prstGeom prst="diamond">
            <a:avLst/>
          </a:prstGeom>
          <a:solidFill>
            <a:schemeClr val="accent4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15B23B7-41F3-3123-08F9-0CE6378DBDC8}"/>
              </a:ext>
            </a:extLst>
          </p:cNvPr>
          <p:cNvSpPr txBox="1"/>
          <p:nvPr/>
        </p:nvSpPr>
        <p:spPr>
          <a:xfrm>
            <a:off x="3359931" y="3771557"/>
            <a:ext cx="942719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Nano Service create Component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78CADFC-3F2C-9AE4-7021-AED402793BB1}"/>
              </a:ext>
            </a:extLst>
          </p:cNvPr>
          <p:cNvSpPr/>
          <p:nvPr/>
        </p:nvSpPr>
        <p:spPr>
          <a:xfrm>
            <a:off x="5264673" y="4191211"/>
            <a:ext cx="238219" cy="230736"/>
          </a:xfrm>
          <a:prstGeom prst="rect">
            <a:avLst/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CC64FF2-C326-5AED-2057-372BD9F27E55}"/>
              </a:ext>
            </a:extLst>
          </p:cNvPr>
          <p:cNvSpPr txBox="1"/>
          <p:nvPr/>
        </p:nvSpPr>
        <p:spPr>
          <a:xfrm>
            <a:off x="5599588" y="4194611"/>
            <a:ext cx="13128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Config Push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25447664-7A25-7EF0-CA34-DEF45D5C87DE}"/>
              </a:ext>
            </a:extLst>
          </p:cNvPr>
          <p:cNvCxnSpPr>
            <a:cxnSpLocks/>
            <a:stCxn id="111" idx="1"/>
          </p:cNvCxnSpPr>
          <p:nvPr/>
        </p:nvCxnSpPr>
        <p:spPr>
          <a:xfrm rot="10800000" flipH="1">
            <a:off x="4395495" y="1260233"/>
            <a:ext cx="320292" cy="220143"/>
          </a:xfrm>
          <a:prstGeom prst="bentConnector3">
            <a:avLst>
              <a:gd name="adj1" fmla="val 15861"/>
            </a:avLst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4A7D7E4E-DBB2-472A-0592-769DC833BE6D}"/>
              </a:ext>
            </a:extLst>
          </p:cNvPr>
          <p:cNvCxnSpPr>
            <a:cxnSpLocks/>
            <a:stCxn id="111" idx="1"/>
          </p:cNvCxnSpPr>
          <p:nvPr/>
        </p:nvCxnSpPr>
        <p:spPr>
          <a:xfrm rot="10800000" flipH="1" flipV="1">
            <a:off x="4395494" y="1480375"/>
            <a:ext cx="317115" cy="203736"/>
          </a:xfrm>
          <a:prstGeom prst="bentConnector3">
            <a:avLst>
              <a:gd name="adj1" fmla="val 16020"/>
            </a:avLst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9DBC792-90A9-2558-8395-C8947839A0D7}"/>
              </a:ext>
            </a:extLst>
          </p:cNvPr>
          <p:cNvCxnSpPr>
            <a:cxnSpLocks/>
            <a:stCxn id="111" idx="1"/>
          </p:cNvCxnSpPr>
          <p:nvPr/>
        </p:nvCxnSpPr>
        <p:spPr>
          <a:xfrm flipV="1">
            <a:off x="4395495" y="1477407"/>
            <a:ext cx="317117" cy="2968"/>
          </a:xfrm>
          <a:prstGeom prst="straightConnector1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Diamond 110">
            <a:extLst>
              <a:ext uri="{FF2B5EF4-FFF2-40B4-BE49-F238E27FC236}">
                <a16:creationId xmlns:a16="http://schemas.microsoft.com/office/drawing/2014/main" id="{1C0D85CC-0135-9471-7E92-95A4B4E59DF0}"/>
              </a:ext>
            </a:extLst>
          </p:cNvPr>
          <p:cNvSpPr/>
          <p:nvPr/>
        </p:nvSpPr>
        <p:spPr>
          <a:xfrm>
            <a:off x="4395495" y="1423018"/>
            <a:ext cx="104775" cy="114714"/>
          </a:xfrm>
          <a:prstGeom prst="diamond">
            <a:avLst/>
          </a:prstGeom>
          <a:solidFill>
            <a:srgbClr val="3FB4E0"/>
          </a:solidFill>
          <a:ln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1C0D07B-C115-D00C-A67A-085D6A4A55EC}"/>
              </a:ext>
            </a:extLst>
          </p:cNvPr>
          <p:cNvSpPr txBox="1"/>
          <p:nvPr/>
        </p:nvSpPr>
        <p:spPr>
          <a:xfrm>
            <a:off x="2880985" y="1973415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61E9B5-BC7E-740D-1C03-C6E82DBC1C10}"/>
              </a:ext>
            </a:extLst>
          </p:cNvPr>
          <p:cNvSpPr/>
          <p:nvPr/>
        </p:nvSpPr>
        <p:spPr>
          <a:xfrm>
            <a:off x="3638031" y="1978191"/>
            <a:ext cx="238219" cy="230736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FE8035-119A-C435-4984-24F3377DE3CC}"/>
              </a:ext>
            </a:extLst>
          </p:cNvPr>
          <p:cNvSpPr txBox="1"/>
          <p:nvPr/>
        </p:nvSpPr>
        <p:spPr>
          <a:xfrm>
            <a:off x="2853023" y="1757776"/>
            <a:ext cx="12481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 CFS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D445D-C7FF-510E-0F46-B659734B1BE5}"/>
              </a:ext>
            </a:extLst>
          </p:cNvPr>
          <p:cNvSpPr txBox="1"/>
          <p:nvPr/>
        </p:nvSpPr>
        <p:spPr>
          <a:xfrm>
            <a:off x="4418166" y="2222859"/>
            <a:ext cx="14805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 Nano RFS Node 2</a:t>
            </a: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D6561378-2664-27D9-ACE3-935E21533711}"/>
              </a:ext>
            </a:extLst>
          </p:cNvPr>
          <p:cNvSpPr/>
          <p:nvPr/>
        </p:nvSpPr>
        <p:spPr>
          <a:xfrm>
            <a:off x="5032750" y="2476330"/>
            <a:ext cx="934529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088C1C6C-FF10-F023-6D66-63F5E1B32A12}"/>
              </a:ext>
            </a:extLst>
          </p:cNvPr>
          <p:cNvSpPr/>
          <p:nvPr/>
        </p:nvSpPr>
        <p:spPr>
          <a:xfrm>
            <a:off x="5967279" y="2476330"/>
            <a:ext cx="518534" cy="139700"/>
          </a:xfrm>
          <a:prstGeom prst="flowChartProcess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2" name="Process 11">
            <a:extLst>
              <a:ext uri="{FF2B5EF4-FFF2-40B4-BE49-F238E27FC236}">
                <a16:creationId xmlns:a16="http://schemas.microsoft.com/office/drawing/2014/main" id="{1F529565-7E0E-7DE2-2158-A238431DD9CE}"/>
              </a:ext>
            </a:extLst>
          </p:cNvPr>
          <p:cNvSpPr/>
          <p:nvPr/>
        </p:nvSpPr>
        <p:spPr>
          <a:xfrm>
            <a:off x="5032750" y="2706294"/>
            <a:ext cx="932423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Process 12">
            <a:extLst>
              <a:ext uri="{FF2B5EF4-FFF2-40B4-BE49-F238E27FC236}">
                <a16:creationId xmlns:a16="http://schemas.microsoft.com/office/drawing/2014/main" id="{31E32AE3-A90C-5D08-C98D-23B9DDBE6A02}"/>
              </a:ext>
            </a:extLst>
          </p:cNvPr>
          <p:cNvSpPr/>
          <p:nvPr/>
        </p:nvSpPr>
        <p:spPr>
          <a:xfrm>
            <a:off x="5965174" y="2706294"/>
            <a:ext cx="518534" cy="139700"/>
          </a:xfrm>
          <a:prstGeom prst="flowChartProcess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Process 13">
            <a:extLst>
              <a:ext uri="{FF2B5EF4-FFF2-40B4-BE49-F238E27FC236}">
                <a16:creationId xmlns:a16="http://schemas.microsoft.com/office/drawing/2014/main" id="{7291376E-6B34-52A3-9E70-7163F336D476}"/>
              </a:ext>
            </a:extLst>
          </p:cNvPr>
          <p:cNvSpPr/>
          <p:nvPr/>
        </p:nvSpPr>
        <p:spPr>
          <a:xfrm>
            <a:off x="6480446" y="2706293"/>
            <a:ext cx="298453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Process 14">
            <a:extLst>
              <a:ext uri="{FF2B5EF4-FFF2-40B4-BE49-F238E27FC236}">
                <a16:creationId xmlns:a16="http://schemas.microsoft.com/office/drawing/2014/main" id="{748B541E-BC5F-501C-26EA-48748B257957}"/>
              </a:ext>
            </a:extLst>
          </p:cNvPr>
          <p:cNvSpPr/>
          <p:nvPr/>
        </p:nvSpPr>
        <p:spPr>
          <a:xfrm>
            <a:off x="5032750" y="2922652"/>
            <a:ext cx="932423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Process 15">
            <a:extLst>
              <a:ext uri="{FF2B5EF4-FFF2-40B4-BE49-F238E27FC236}">
                <a16:creationId xmlns:a16="http://schemas.microsoft.com/office/drawing/2014/main" id="{E3D62095-4EC8-1621-A5B0-F62BB9BA30BD}"/>
              </a:ext>
            </a:extLst>
          </p:cNvPr>
          <p:cNvSpPr/>
          <p:nvPr/>
        </p:nvSpPr>
        <p:spPr>
          <a:xfrm>
            <a:off x="5959385" y="2922652"/>
            <a:ext cx="518535" cy="139700"/>
          </a:xfrm>
          <a:prstGeom prst="flowChartProcess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Process 16">
            <a:extLst>
              <a:ext uri="{FF2B5EF4-FFF2-40B4-BE49-F238E27FC236}">
                <a16:creationId xmlns:a16="http://schemas.microsoft.com/office/drawing/2014/main" id="{AF71C8BE-093A-96A9-21E3-ED0D5F21FAD3}"/>
              </a:ext>
            </a:extLst>
          </p:cNvPr>
          <p:cNvSpPr/>
          <p:nvPr/>
        </p:nvSpPr>
        <p:spPr>
          <a:xfrm>
            <a:off x="6777916" y="2706886"/>
            <a:ext cx="298453" cy="139700"/>
          </a:xfrm>
          <a:prstGeom prst="flowChartProcess">
            <a:avLst/>
          </a:prstGeom>
          <a:solidFill>
            <a:srgbClr val="FFC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10D323D9-9206-9BEF-CEF8-4AA33BAEEB45}"/>
              </a:ext>
            </a:extLst>
          </p:cNvPr>
          <p:cNvSpPr/>
          <p:nvPr/>
        </p:nvSpPr>
        <p:spPr>
          <a:xfrm>
            <a:off x="6477920" y="2920135"/>
            <a:ext cx="596906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55B10-A102-7037-4F3B-24D1708B45EB}"/>
              </a:ext>
            </a:extLst>
          </p:cNvPr>
          <p:cNvSpPr txBox="1"/>
          <p:nvPr/>
        </p:nvSpPr>
        <p:spPr>
          <a:xfrm>
            <a:off x="7425603" y="2419542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AF1A77-EBF8-C916-60A1-1C43B881BF79}"/>
              </a:ext>
            </a:extLst>
          </p:cNvPr>
          <p:cNvSpPr txBox="1"/>
          <p:nvPr/>
        </p:nvSpPr>
        <p:spPr>
          <a:xfrm>
            <a:off x="7711644" y="2640537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7D277A-97FD-7A90-A489-098114A8A664}"/>
              </a:ext>
            </a:extLst>
          </p:cNvPr>
          <p:cNvSpPr txBox="1"/>
          <p:nvPr/>
        </p:nvSpPr>
        <p:spPr>
          <a:xfrm>
            <a:off x="8009773" y="2864034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8A72B2-0C83-7A77-6253-56C280446D3B}"/>
              </a:ext>
            </a:extLst>
          </p:cNvPr>
          <p:cNvSpPr txBox="1"/>
          <p:nvPr/>
        </p:nvSpPr>
        <p:spPr>
          <a:xfrm>
            <a:off x="4736901" y="2420394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4BBE58-B319-C8D5-B16F-9729D9F823CE}"/>
              </a:ext>
            </a:extLst>
          </p:cNvPr>
          <p:cNvSpPr txBox="1"/>
          <p:nvPr/>
        </p:nvSpPr>
        <p:spPr>
          <a:xfrm>
            <a:off x="4736901" y="2653033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4FE5AD-1585-D372-401F-C8F08D2D1A9B}"/>
              </a:ext>
            </a:extLst>
          </p:cNvPr>
          <p:cNvSpPr txBox="1"/>
          <p:nvPr/>
        </p:nvSpPr>
        <p:spPr>
          <a:xfrm>
            <a:off x="4736901" y="2844275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sp>
        <p:nvSpPr>
          <p:cNvPr id="46" name="Process 45">
            <a:extLst>
              <a:ext uri="{FF2B5EF4-FFF2-40B4-BE49-F238E27FC236}">
                <a16:creationId xmlns:a16="http://schemas.microsoft.com/office/drawing/2014/main" id="{66F36E71-78AA-3F3C-3DB1-60AFF807A57B}"/>
              </a:ext>
            </a:extLst>
          </p:cNvPr>
          <p:cNvSpPr/>
          <p:nvPr/>
        </p:nvSpPr>
        <p:spPr>
          <a:xfrm>
            <a:off x="6485813" y="2476330"/>
            <a:ext cx="324562" cy="139700"/>
          </a:xfrm>
          <a:prstGeom prst="flowChartProcess">
            <a:avLst/>
          </a:prstGeom>
          <a:solidFill>
            <a:srgbClr val="FFC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7" name="Process 46">
            <a:extLst>
              <a:ext uri="{FF2B5EF4-FFF2-40B4-BE49-F238E27FC236}">
                <a16:creationId xmlns:a16="http://schemas.microsoft.com/office/drawing/2014/main" id="{CD1D9C9D-DC47-88DA-18DE-3CF5D36494FA}"/>
              </a:ext>
            </a:extLst>
          </p:cNvPr>
          <p:cNvSpPr/>
          <p:nvPr/>
        </p:nvSpPr>
        <p:spPr>
          <a:xfrm>
            <a:off x="7069361" y="2706886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A5777D96-0B59-0FEB-9BB0-6C6AB5F4CAEA}"/>
              </a:ext>
            </a:extLst>
          </p:cNvPr>
          <p:cNvCxnSpPr>
            <a:cxnSpLocks/>
            <a:stCxn id="52" idx="1"/>
          </p:cNvCxnSpPr>
          <p:nvPr/>
        </p:nvCxnSpPr>
        <p:spPr>
          <a:xfrm rot="10800000" flipH="1">
            <a:off x="4456173" y="2543508"/>
            <a:ext cx="320292" cy="220143"/>
          </a:xfrm>
          <a:prstGeom prst="bentConnector3">
            <a:avLst>
              <a:gd name="adj1" fmla="val 15861"/>
            </a:avLst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BA297147-867C-96A1-CA5C-8FFFB47E5743}"/>
              </a:ext>
            </a:extLst>
          </p:cNvPr>
          <p:cNvCxnSpPr>
            <a:cxnSpLocks/>
            <a:stCxn id="52" idx="1"/>
          </p:cNvCxnSpPr>
          <p:nvPr/>
        </p:nvCxnSpPr>
        <p:spPr>
          <a:xfrm rot="10800000" flipH="1" flipV="1">
            <a:off x="4456172" y="2763650"/>
            <a:ext cx="317115" cy="203736"/>
          </a:xfrm>
          <a:prstGeom prst="bentConnector3">
            <a:avLst>
              <a:gd name="adj1" fmla="val 17021"/>
            </a:avLst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6608C80-376C-DD0F-4D07-BC7E3CD69473}"/>
              </a:ext>
            </a:extLst>
          </p:cNvPr>
          <p:cNvCxnSpPr>
            <a:cxnSpLocks/>
            <a:stCxn id="52" idx="1"/>
          </p:cNvCxnSpPr>
          <p:nvPr/>
        </p:nvCxnSpPr>
        <p:spPr>
          <a:xfrm flipV="1">
            <a:off x="4456173" y="2760682"/>
            <a:ext cx="317117" cy="2968"/>
          </a:xfrm>
          <a:prstGeom prst="straightConnector1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iamond 51">
            <a:extLst>
              <a:ext uri="{FF2B5EF4-FFF2-40B4-BE49-F238E27FC236}">
                <a16:creationId xmlns:a16="http://schemas.microsoft.com/office/drawing/2014/main" id="{407D88BC-4847-B421-F980-326B550AF296}"/>
              </a:ext>
            </a:extLst>
          </p:cNvPr>
          <p:cNvSpPr/>
          <p:nvPr/>
        </p:nvSpPr>
        <p:spPr>
          <a:xfrm>
            <a:off x="4456173" y="2706293"/>
            <a:ext cx="104775" cy="114714"/>
          </a:xfrm>
          <a:prstGeom prst="diamond">
            <a:avLst/>
          </a:prstGeom>
          <a:solidFill>
            <a:srgbClr val="3FB4E0"/>
          </a:solidFill>
          <a:ln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62644710-450E-EDEE-36C0-35377D8B9F62}"/>
              </a:ext>
            </a:extLst>
          </p:cNvPr>
          <p:cNvCxnSpPr>
            <a:cxnSpLocks/>
            <a:endCxn id="111" idx="1"/>
          </p:cNvCxnSpPr>
          <p:nvPr/>
        </p:nvCxnSpPr>
        <p:spPr>
          <a:xfrm rot="5400000" flipH="1" flipV="1">
            <a:off x="3979363" y="1677428"/>
            <a:ext cx="613184" cy="219079"/>
          </a:xfrm>
          <a:prstGeom prst="bentConnector2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Elbow Connector 84">
            <a:extLst>
              <a:ext uri="{FF2B5EF4-FFF2-40B4-BE49-F238E27FC236}">
                <a16:creationId xmlns:a16="http://schemas.microsoft.com/office/drawing/2014/main" id="{AAA536C1-22D7-646E-3461-45AA3AA3D96B}"/>
              </a:ext>
            </a:extLst>
          </p:cNvPr>
          <p:cNvCxnSpPr>
            <a:cxnSpLocks/>
            <a:endCxn id="52" idx="1"/>
          </p:cNvCxnSpPr>
          <p:nvPr/>
        </p:nvCxnSpPr>
        <p:spPr>
          <a:xfrm rot="16200000" flipH="1">
            <a:off x="3971688" y="2279165"/>
            <a:ext cx="689216" cy="279754"/>
          </a:xfrm>
          <a:prstGeom prst="bentConnector2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22942CD-ECF2-E559-396E-9724500027AC}"/>
              </a:ext>
            </a:extLst>
          </p:cNvPr>
          <p:cNvCxnSpPr>
            <a:stCxn id="6" idx="3"/>
          </p:cNvCxnSpPr>
          <p:nvPr/>
        </p:nvCxnSpPr>
        <p:spPr>
          <a:xfrm>
            <a:off x="3876250" y="2093559"/>
            <a:ext cx="300165" cy="0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8B84DAF1-948F-A43A-7D5C-A6EF95BA0F7C}"/>
              </a:ext>
            </a:extLst>
          </p:cNvPr>
          <p:cNvSpPr/>
          <p:nvPr/>
        </p:nvSpPr>
        <p:spPr>
          <a:xfrm>
            <a:off x="3744927" y="1978191"/>
            <a:ext cx="131320" cy="230736"/>
          </a:xfrm>
          <a:prstGeom prst="rect">
            <a:avLst/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5" name="Process 44">
            <a:extLst>
              <a:ext uri="{FF2B5EF4-FFF2-40B4-BE49-F238E27FC236}">
                <a16:creationId xmlns:a16="http://schemas.microsoft.com/office/drawing/2014/main" id="{D3963067-CD8A-22AD-B667-8B2BAF2EBC60}"/>
              </a:ext>
            </a:extLst>
          </p:cNvPr>
          <p:cNvSpPr/>
          <p:nvPr/>
        </p:nvSpPr>
        <p:spPr>
          <a:xfrm>
            <a:off x="6784266" y="2476329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8" name="Process 57">
            <a:extLst>
              <a:ext uri="{FF2B5EF4-FFF2-40B4-BE49-F238E27FC236}">
                <a16:creationId xmlns:a16="http://schemas.microsoft.com/office/drawing/2014/main" id="{C2635451-F871-9ECF-2FD7-02A80BFAF5FC}"/>
              </a:ext>
            </a:extLst>
          </p:cNvPr>
          <p:cNvSpPr/>
          <p:nvPr/>
        </p:nvSpPr>
        <p:spPr>
          <a:xfrm>
            <a:off x="6723588" y="1193054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BF103DEA-B0D5-D00C-8722-790A34E93F76}"/>
              </a:ext>
            </a:extLst>
          </p:cNvPr>
          <p:cNvSpPr/>
          <p:nvPr/>
        </p:nvSpPr>
        <p:spPr>
          <a:xfrm>
            <a:off x="7008683" y="1636859"/>
            <a:ext cx="298453" cy="139700"/>
          </a:xfrm>
          <a:prstGeom prst="flowChartProcess">
            <a:avLst/>
          </a:prstGeom>
          <a:solidFill>
            <a:srgbClr val="FFC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1" name="Process 60">
            <a:extLst>
              <a:ext uri="{FF2B5EF4-FFF2-40B4-BE49-F238E27FC236}">
                <a16:creationId xmlns:a16="http://schemas.microsoft.com/office/drawing/2014/main" id="{6D505DD9-C84A-F36A-0B2F-3C6CA73D2B48}"/>
              </a:ext>
            </a:extLst>
          </p:cNvPr>
          <p:cNvSpPr/>
          <p:nvPr/>
        </p:nvSpPr>
        <p:spPr>
          <a:xfrm>
            <a:off x="7307136" y="1636646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8" name="Process 17">
            <a:extLst>
              <a:ext uri="{FF2B5EF4-FFF2-40B4-BE49-F238E27FC236}">
                <a16:creationId xmlns:a16="http://schemas.microsoft.com/office/drawing/2014/main" id="{D188A369-3C0F-A65D-C1A9-DE4BC10F1F12}"/>
              </a:ext>
            </a:extLst>
          </p:cNvPr>
          <p:cNvSpPr/>
          <p:nvPr/>
        </p:nvSpPr>
        <p:spPr>
          <a:xfrm>
            <a:off x="7069361" y="2920134"/>
            <a:ext cx="298453" cy="139700"/>
          </a:xfrm>
          <a:prstGeom prst="flowChartProcess">
            <a:avLst/>
          </a:prstGeom>
          <a:solidFill>
            <a:srgbClr val="FFC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8" name="Process 47">
            <a:extLst>
              <a:ext uri="{FF2B5EF4-FFF2-40B4-BE49-F238E27FC236}">
                <a16:creationId xmlns:a16="http://schemas.microsoft.com/office/drawing/2014/main" id="{B6FDD9D0-2078-71D3-6D41-568124576EEE}"/>
              </a:ext>
            </a:extLst>
          </p:cNvPr>
          <p:cNvSpPr/>
          <p:nvPr/>
        </p:nvSpPr>
        <p:spPr>
          <a:xfrm>
            <a:off x="7367814" y="2919921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45732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2F4EB3C-BFD7-7DA2-4264-E1E7EBFDDCAB}"/>
              </a:ext>
            </a:extLst>
          </p:cNvPr>
          <p:cNvSpPr/>
          <p:nvPr/>
        </p:nvSpPr>
        <p:spPr>
          <a:xfrm>
            <a:off x="3454833" y="1935956"/>
            <a:ext cx="5333567" cy="2986088"/>
          </a:xfrm>
          <a:prstGeom prst="rect">
            <a:avLst/>
          </a:prstGeom>
          <a:solidFill>
            <a:srgbClr val="3FB4E0">
              <a:alpha val="204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Regular UNIX Daemon</a:t>
            </a:r>
          </a:p>
          <a:p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0C4011-5F48-5099-B63A-83E7F39F018B}"/>
              </a:ext>
            </a:extLst>
          </p:cNvPr>
          <p:cNvSpPr/>
          <p:nvPr/>
        </p:nvSpPr>
        <p:spPr>
          <a:xfrm>
            <a:off x="3280267" y="1778793"/>
            <a:ext cx="5685933" cy="330041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214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8D7EA25-A1E7-6348-FD7A-629C602312E8}"/>
              </a:ext>
            </a:extLst>
          </p:cNvPr>
          <p:cNvSpPr/>
          <p:nvPr/>
        </p:nvSpPr>
        <p:spPr>
          <a:xfrm>
            <a:off x="3669525" y="3436143"/>
            <a:ext cx="4864876" cy="1289277"/>
          </a:xfrm>
          <a:prstGeom prst="roundRect">
            <a:avLst/>
          </a:prstGeom>
          <a:solidFill>
            <a:srgbClr val="3FB4E0">
              <a:alpha val="2030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Erlang OTP Node</a:t>
            </a:r>
          </a:p>
          <a:p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DA2C46-88EA-E24D-C630-45806EF00E1D}"/>
              </a:ext>
            </a:extLst>
          </p:cNvPr>
          <p:cNvSpPr/>
          <p:nvPr/>
        </p:nvSpPr>
        <p:spPr>
          <a:xfrm>
            <a:off x="4374896" y="3879677"/>
            <a:ext cx="1351721" cy="606597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CDB Client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19ECE7-C2CD-B0BB-4CB8-C6DD13200B63}"/>
              </a:ext>
            </a:extLst>
          </p:cNvPr>
          <p:cNvSpPr/>
          <p:nvPr/>
        </p:nvSpPr>
        <p:spPr>
          <a:xfrm>
            <a:off x="6766913" y="3877476"/>
            <a:ext cx="1351721" cy="606597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EconfD</a:t>
            </a:r>
            <a:br>
              <a:rPr lang="en-US" sz="1000" dirty="0"/>
            </a:br>
            <a:r>
              <a:rPr lang="en-US" sz="1000" dirty="0" err="1"/>
              <a:t>gen_server</a:t>
            </a:r>
            <a:r>
              <a:rPr lang="en-US" sz="1000" dirty="0"/>
              <a:t>(s)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DC56FC-13C4-9729-4474-B37216B029B2}"/>
              </a:ext>
            </a:extLst>
          </p:cNvPr>
          <p:cNvSpPr/>
          <p:nvPr/>
        </p:nvSpPr>
        <p:spPr>
          <a:xfrm>
            <a:off x="5571210" y="2448802"/>
            <a:ext cx="1351721" cy="602976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ConfD</a:t>
            </a:r>
            <a:endParaRPr lang="en-US" sz="1000" dirty="0"/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DF922603-C0A3-9432-3384-386251B65876}"/>
              </a:ext>
            </a:extLst>
          </p:cNvPr>
          <p:cNvCxnSpPr>
            <a:cxnSpLocks/>
            <a:stCxn id="12" idx="1"/>
            <a:endCxn id="9" idx="0"/>
          </p:cNvCxnSpPr>
          <p:nvPr/>
        </p:nvCxnSpPr>
        <p:spPr>
          <a:xfrm rot="10800000" flipV="1">
            <a:off x="5050758" y="2750289"/>
            <a:ext cx="520453" cy="1129387"/>
          </a:xfrm>
          <a:prstGeom prst="bent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81E1F5B0-E0E2-2E1E-F29F-CA851CD029FC}"/>
              </a:ext>
            </a:extLst>
          </p:cNvPr>
          <p:cNvCxnSpPr>
            <a:cxnSpLocks/>
            <a:stCxn id="12" idx="3"/>
            <a:endCxn id="10" idx="0"/>
          </p:cNvCxnSpPr>
          <p:nvPr/>
        </p:nvCxnSpPr>
        <p:spPr>
          <a:xfrm>
            <a:off x="6922931" y="2750290"/>
            <a:ext cx="519843" cy="1127186"/>
          </a:xfrm>
          <a:prstGeom prst="bentConnector2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849A2BA-208E-7F7F-2FE9-FE363EE10EB5}"/>
              </a:ext>
            </a:extLst>
          </p:cNvPr>
          <p:cNvSpPr txBox="1"/>
          <p:nvPr/>
        </p:nvSpPr>
        <p:spPr>
          <a:xfrm>
            <a:off x="7433020" y="2889119"/>
            <a:ext cx="12481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TCP/IP Sockets</a:t>
            </a:r>
          </a:p>
        </p:txBody>
      </p:sp>
    </p:spTree>
    <p:extLst>
      <p:ext uri="{BB962C8B-B14F-4D97-AF65-F5344CB8AC3E}">
        <p14:creationId xmlns:p14="http://schemas.microsoft.com/office/powerpoint/2010/main" val="205622518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673D2-36FF-B225-C432-9E3DFFCA1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41243B-75C7-E0F1-5E81-666C0CD76C47}"/>
              </a:ext>
            </a:extLst>
          </p:cNvPr>
          <p:cNvSpPr/>
          <p:nvPr/>
        </p:nvSpPr>
        <p:spPr>
          <a:xfrm>
            <a:off x="1857829" y="-481262"/>
            <a:ext cx="8369014" cy="794084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1852BD0-334C-A707-B83C-117E82160378}"/>
              </a:ext>
            </a:extLst>
          </p:cNvPr>
          <p:cNvSpPr/>
          <p:nvPr/>
        </p:nvSpPr>
        <p:spPr>
          <a:xfrm>
            <a:off x="5490359" y="-279074"/>
            <a:ext cx="915608" cy="914131"/>
          </a:xfrm>
          <a:prstGeom prst="ellipse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IDLE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786C55-9D03-797B-D5E4-0133EE9119D3}"/>
              </a:ext>
            </a:extLst>
          </p:cNvPr>
          <p:cNvSpPr/>
          <p:nvPr/>
        </p:nvSpPr>
        <p:spPr>
          <a:xfrm>
            <a:off x="5566559" y="-202875"/>
            <a:ext cx="763208" cy="761731"/>
          </a:xfrm>
          <a:prstGeom prst="ellipse">
            <a:avLst/>
          </a:prstGeom>
          <a:noFill/>
          <a:ln>
            <a:solidFill>
              <a:srgbClr val="EDF6FA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F49E94-5FE5-4BA1-0A24-10DBFE0987B0}"/>
              </a:ext>
            </a:extLst>
          </p:cNvPr>
          <p:cNvSpPr/>
          <p:nvPr/>
        </p:nvSpPr>
        <p:spPr>
          <a:xfrm>
            <a:off x="4956745" y="1030825"/>
            <a:ext cx="1982836" cy="914131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INITIALIZE</a:t>
            </a:r>
          </a:p>
          <a:p>
            <a:pPr algn="ctr"/>
            <a:r>
              <a:rPr lang="en-US" sz="1000" dirty="0"/>
              <a:t>[Prepare Transaction]</a:t>
            </a:r>
            <a:br>
              <a:rPr lang="en-US" sz="1000" dirty="0"/>
            </a:br>
            <a:r>
              <a:rPr lang="en-US" sz="1000" dirty="0"/>
              <a:t>CDB Prepare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542C7E-BC56-EEA2-8657-6F71C1BB969D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5948163" y="635057"/>
            <a:ext cx="0" cy="395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0B0D991-8EEF-7559-0465-4B55585169D9}"/>
              </a:ext>
            </a:extLst>
          </p:cNvPr>
          <p:cNvSpPr/>
          <p:nvPr/>
        </p:nvSpPr>
        <p:spPr>
          <a:xfrm>
            <a:off x="4956745" y="2340724"/>
            <a:ext cx="1982836" cy="914131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PREPARE</a:t>
            </a:r>
          </a:p>
          <a:p>
            <a:pPr algn="ctr"/>
            <a:r>
              <a:rPr lang="en-US" sz="1000" dirty="0"/>
              <a:t>[Send data, Validate]</a:t>
            </a:r>
            <a:br>
              <a:rPr lang="en-US" sz="1000" dirty="0"/>
            </a:br>
            <a:r>
              <a:rPr lang="en-US" sz="1000" dirty="0"/>
              <a:t>CDB Prepare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653FF7-C940-27FE-DFC1-AB2EBB72BC40}"/>
              </a:ext>
            </a:extLst>
          </p:cNvPr>
          <p:cNvCxnSpPr>
            <a:cxnSpLocks/>
          </p:cNvCxnSpPr>
          <p:nvPr/>
        </p:nvCxnSpPr>
        <p:spPr>
          <a:xfrm>
            <a:off x="5948163" y="1944956"/>
            <a:ext cx="0" cy="395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196A4CB-69C8-FD66-D687-18E8D447F9F2}"/>
              </a:ext>
            </a:extLst>
          </p:cNvPr>
          <p:cNvSpPr/>
          <p:nvPr/>
        </p:nvSpPr>
        <p:spPr>
          <a:xfrm>
            <a:off x="4956745" y="3650623"/>
            <a:ext cx="1982836" cy="914131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COMMIT</a:t>
            </a:r>
          </a:p>
          <a:p>
            <a:pPr algn="ctr"/>
            <a:r>
              <a:rPr lang="en-US" sz="1000" dirty="0"/>
              <a:t>[Activate Data]</a:t>
            </a:r>
            <a:br>
              <a:rPr lang="en-US" sz="1000" dirty="0"/>
            </a:br>
            <a:r>
              <a:rPr lang="en-US" sz="1000" dirty="0"/>
              <a:t>CDB Prepare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CEB6E7-802B-3AD0-CFC3-8F290A6FCB87}"/>
              </a:ext>
            </a:extLst>
          </p:cNvPr>
          <p:cNvCxnSpPr>
            <a:cxnSpLocks/>
          </p:cNvCxnSpPr>
          <p:nvPr/>
        </p:nvCxnSpPr>
        <p:spPr>
          <a:xfrm>
            <a:off x="5948163" y="3254855"/>
            <a:ext cx="0" cy="395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C33A507-8153-C708-D3B8-C1AC6F650474}"/>
              </a:ext>
            </a:extLst>
          </p:cNvPr>
          <p:cNvSpPr/>
          <p:nvPr/>
        </p:nvSpPr>
        <p:spPr>
          <a:xfrm>
            <a:off x="4956745" y="4960522"/>
            <a:ext cx="1982836" cy="914131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PERSIST</a:t>
            </a:r>
          </a:p>
          <a:p>
            <a:pPr algn="ctr"/>
            <a:r>
              <a:rPr lang="en-US" sz="1000" dirty="0"/>
              <a:t>[Confirm]</a:t>
            </a:r>
            <a:br>
              <a:rPr lang="en-US" sz="1000" dirty="0"/>
            </a:br>
            <a:r>
              <a:rPr lang="en-US" sz="1000" dirty="0"/>
              <a:t>CDB Commit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0A938F-468F-5297-7561-770023B333E2}"/>
              </a:ext>
            </a:extLst>
          </p:cNvPr>
          <p:cNvCxnSpPr>
            <a:cxnSpLocks/>
          </p:cNvCxnSpPr>
          <p:nvPr/>
        </p:nvCxnSpPr>
        <p:spPr>
          <a:xfrm>
            <a:off x="5948163" y="4564754"/>
            <a:ext cx="0" cy="395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84FDBC76-B7A1-D384-B49C-8DE8E6B07EC7}"/>
              </a:ext>
            </a:extLst>
          </p:cNvPr>
          <p:cNvSpPr/>
          <p:nvPr/>
        </p:nvSpPr>
        <p:spPr>
          <a:xfrm>
            <a:off x="5490359" y="6270421"/>
            <a:ext cx="915608" cy="914131"/>
          </a:xfrm>
          <a:prstGeom prst="ellipse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CLOSE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6FBE523-F02B-9015-3D56-B699543895AD}"/>
              </a:ext>
            </a:extLst>
          </p:cNvPr>
          <p:cNvCxnSpPr>
            <a:cxnSpLocks/>
          </p:cNvCxnSpPr>
          <p:nvPr/>
        </p:nvCxnSpPr>
        <p:spPr>
          <a:xfrm>
            <a:off x="5957893" y="5874653"/>
            <a:ext cx="0" cy="395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C606A11-A12E-F63C-39DF-74A20E27F541}"/>
              </a:ext>
            </a:extLst>
          </p:cNvPr>
          <p:cNvSpPr/>
          <p:nvPr/>
        </p:nvSpPr>
        <p:spPr>
          <a:xfrm>
            <a:off x="7556510" y="1030824"/>
            <a:ext cx="1982836" cy="914131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UNINITIALIZE</a:t>
            </a:r>
          </a:p>
          <a:p>
            <a:pPr algn="ctr"/>
            <a:r>
              <a:rPr lang="en-US" sz="1000" dirty="0"/>
              <a:t>[Undo Preparations]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12A565-16EA-D7A6-FD52-FC209EFB0440}"/>
              </a:ext>
            </a:extLst>
          </p:cNvPr>
          <p:cNvSpPr/>
          <p:nvPr/>
        </p:nvSpPr>
        <p:spPr>
          <a:xfrm>
            <a:off x="7556510" y="4960521"/>
            <a:ext cx="1982836" cy="914131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REVERT</a:t>
            </a:r>
          </a:p>
          <a:p>
            <a:pPr algn="ctr"/>
            <a:r>
              <a:rPr lang="en-US" sz="1000" dirty="0"/>
              <a:t>[Send Reverse Diff]</a:t>
            </a:r>
            <a:br>
              <a:rPr lang="en-US" sz="1000" dirty="0"/>
            </a:br>
            <a:endParaRPr lang="en-US" sz="1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7EACDD-D066-36DF-6BF8-D524654F107A}"/>
              </a:ext>
            </a:extLst>
          </p:cNvPr>
          <p:cNvSpPr/>
          <p:nvPr/>
        </p:nvSpPr>
        <p:spPr>
          <a:xfrm>
            <a:off x="2478200" y="3650623"/>
            <a:ext cx="1982836" cy="914131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ABORT</a:t>
            </a:r>
          </a:p>
          <a:p>
            <a:pPr algn="ctr"/>
            <a:r>
              <a:rPr lang="en-US" sz="1000" dirty="0"/>
              <a:t>[Send Reverse Diff]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7F5EA30-6851-C163-1A26-7FEF5EE26D1E}"/>
              </a:ext>
            </a:extLst>
          </p:cNvPr>
          <p:cNvSpPr/>
          <p:nvPr/>
        </p:nvSpPr>
        <p:spPr>
          <a:xfrm>
            <a:off x="8090124" y="3650623"/>
            <a:ext cx="915608" cy="914131"/>
          </a:xfrm>
          <a:prstGeom prst="ellipse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REVERT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9463387-059F-193F-6C0E-0A66BCD56CDA}"/>
              </a:ext>
            </a:extLst>
          </p:cNvPr>
          <p:cNvSpPr/>
          <p:nvPr/>
        </p:nvSpPr>
        <p:spPr>
          <a:xfrm>
            <a:off x="3011814" y="2340724"/>
            <a:ext cx="915608" cy="914131"/>
          </a:xfrm>
          <a:prstGeom prst="ellipse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ABORT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E6FF6F6-2008-0FC3-6BCE-F710B68AFD27}"/>
              </a:ext>
            </a:extLst>
          </p:cNvPr>
          <p:cNvCxnSpPr>
            <a:endCxn id="30" idx="2"/>
          </p:cNvCxnSpPr>
          <p:nvPr/>
        </p:nvCxnSpPr>
        <p:spPr>
          <a:xfrm>
            <a:off x="6939581" y="4107689"/>
            <a:ext cx="115054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7EC405-E8F1-E0C5-6751-4B44AB36E64E}"/>
              </a:ext>
            </a:extLst>
          </p:cNvPr>
          <p:cNvCxnSpPr>
            <a:cxnSpLocks/>
          </p:cNvCxnSpPr>
          <p:nvPr/>
        </p:nvCxnSpPr>
        <p:spPr>
          <a:xfrm>
            <a:off x="8547928" y="4564754"/>
            <a:ext cx="0" cy="395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86CE1E7-5B88-A1C7-62A5-BE5343727B9A}"/>
              </a:ext>
            </a:extLst>
          </p:cNvPr>
          <p:cNvCxnSpPr/>
          <p:nvPr/>
        </p:nvCxnSpPr>
        <p:spPr>
          <a:xfrm flipV="1">
            <a:off x="6939581" y="1487890"/>
            <a:ext cx="616929" cy="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EB302EA5-E9DB-97A9-46FF-35587141E5E6}"/>
              </a:ext>
            </a:extLst>
          </p:cNvPr>
          <p:cNvCxnSpPr>
            <a:endCxn id="21" idx="6"/>
          </p:cNvCxnSpPr>
          <p:nvPr/>
        </p:nvCxnSpPr>
        <p:spPr>
          <a:xfrm flipH="1">
            <a:off x="6405967" y="1487890"/>
            <a:ext cx="3133379" cy="5239597"/>
          </a:xfrm>
          <a:prstGeom prst="bentConnector3">
            <a:avLst>
              <a:gd name="adj1" fmla="val -7296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A3AB9246-0966-D757-6026-E7B64C04944C}"/>
              </a:ext>
            </a:extLst>
          </p:cNvPr>
          <p:cNvCxnSpPr>
            <a:endCxn id="3" idx="6"/>
          </p:cNvCxnSpPr>
          <p:nvPr/>
        </p:nvCxnSpPr>
        <p:spPr>
          <a:xfrm flipH="1" flipV="1">
            <a:off x="6405967" y="177992"/>
            <a:ext cx="3133379" cy="5239595"/>
          </a:xfrm>
          <a:prstGeom prst="bentConnector3">
            <a:avLst>
              <a:gd name="adj1" fmla="val -13781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420F70DC-5189-CC6D-997D-3ADFD0A2F74F}"/>
              </a:ext>
            </a:extLst>
          </p:cNvPr>
          <p:cNvCxnSpPr>
            <a:cxnSpLocks/>
            <a:endCxn id="3" idx="2"/>
          </p:cNvCxnSpPr>
          <p:nvPr/>
        </p:nvCxnSpPr>
        <p:spPr>
          <a:xfrm rot="10800000" flipH="1">
            <a:off x="2478199" y="177993"/>
            <a:ext cx="3012159" cy="3929697"/>
          </a:xfrm>
          <a:prstGeom prst="bentConnector3">
            <a:avLst>
              <a:gd name="adj1" fmla="val -11432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C6D4ECB9-8F35-B96F-9705-1CDB16E18D8F}"/>
              </a:ext>
            </a:extLst>
          </p:cNvPr>
          <p:cNvCxnSpPr>
            <a:stCxn id="31" idx="2"/>
            <a:endCxn id="21" idx="2"/>
          </p:cNvCxnSpPr>
          <p:nvPr/>
        </p:nvCxnSpPr>
        <p:spPr>
          <a:xfrm rot="10800000" flipH="1" flipV="1">
            <a:off x="3011813" y="2797789"/>
            <a:ext cx="2478545" cy="3929697"/>
          </a:xfrm>
          <a:prstGeom prst="bentConnector3">
            <a:avLst>
              <a:gd name="adj1" fmla="val -27436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D5917C70-A023-D6D2-1B25-ED0C3DD3AFC4}"/>
              </a:ext>
            </a:extLst>
          </p:cNvPr>
          <p:cNvCxnSpPr/>
          <p:nvPr/>
        </p:nvCxnSpPr>
        <p:spPr>
          <a:xfrm rot="10800000">
            <a:off x="4780345" y="177990"/>
            <a:ext cx="176401" cy="5239598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CFAD99E-128C-8A75-A11B-079A4F963389}"/>
              </a:ext>
            </a:extLst>
          </p:cNvPr>
          <p:cNvCxnSpPr>
            <a:endCxn id="31" idx="6"/>
          </p:cNvCxnSpPr>
          <p:nvPr/>
        </p:nvCxnSpPr>
        <p:spPr>
          <a:xfrm flipH="1">
            <a:off x="3927422" y="2797790"/>
            <a:ext cx="102932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FEC79E7-B203-C9C1-15DF-1C26702B475F}"/>
              </a:ext>
            </a:extLst>
          </p:cNvPr>
          <p:cNvCxnSpPr>
            <a:stCxn id="31" idx="0"/>
          </p:cNvCxnSpPr>
          <p:nvPr/>
        </p:nvCxnSpPr>
        <p:spPr>
          <a:xfrm flipV="1">
            <a:off x="3469618" y="177990"/>
            <a:ext cx="0" cy="216273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DD42E91-0A2A-6518-9BF1-D209B78EF87E}"/>
              </a:ext>
            </a:extLst>
          </p:cNvPr>
          <p:cNvCxnSpPr/>
          <p:nvPr/>
        </p:nvCxnSpPr>
        <p:spPr>
          <a:xfrm>
            <a:off x="3469618" y="4564754"/>
            <a:ext cx="0" cy="2162732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FCB56D9-F152-13B6-019D-B4A8BE73646B}"/>
              </a:ext>
            </a:extLst>
          </p:cNvPr>
          <p:cNvCxnSpPr>
            <a:cxnSpLocks/>
            <a:stCxn id="30" idx="6"/>
          </p:cNvCxnSpPr>
          <p:nvPr/>
        </p:nvCxnSpPr>
        <p:spPr>
          <a:xfrm>
            <a:off x="9005732" y="4107689"/>
            <a:ext cx="75739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CA5957D-D9DB-38C7-59EA-C6AF76CB556E}"/>
              </a:ext>
            </a:extLst>
          </p:cNvPr>
          <p:cNvCxnSpPr/>
          <p:nvPr/>
        </p:nvCxnSpPr>
        <p:spPr>
          <a:xfrm>
            <a:off x="8547928" y="5874652"/>
            <a:ext cx="0" cy="85283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0626D40-0F53-1788-8A5D-201FD34DA305}"/>
              </a:ext>
            </a:extLst>
          </p:cNvPr>
          <p:cNvCxnSpPr/>
          <p:nvPr/>
        </p:nvCxnSpPr>
        <p:spPr>
          <a:xfrm flipV="1">
            <a:off x="8547928" y="177990"/>
            <a:ext cx="0" cy="85283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429279F4-2492-1E80-835B-B908BEB252B7}"/>
              </a:ext>
            </a:extLst>
          </p:cNvPr>
          <p:cNvCxnSpPr>
            <a:cxnSpLocks/>
            <a:stCxn id="30" idx="0"/>
          </p:cNvCxnSpPr>
          <p:nvPr/>
        </p:nvCxnSpPr>
        <p:spPr>
          <a:xfrm rot="5400000" flipH="1" flipV="1">
            <a:off x="8901710" y="2576619"/>
            <a:ext cx="720223" cy="1427787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F19125B-A7EE-8B18-0A99-314B8C0AC009}"/>
              </a:ext>
            </a:extLst>
          </p:cNvPr>
          <p:cNvCxnSpPr>
            <a:cxnSpLocks/>
          </p:cNvCxnSpPr>
          <p:nvPr/>
        </p:nvCxnSpPr>
        <p:spPr>
          <a:xfrm>
            <a:off x="3469618" y="3254855"/>
            <a:ext cx="0" cy="395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1DC78E5-9C56-4BD0-B7F9-959CF2B7BDC1}"/>
              </a:ext>
            </a:extLst>
          </p:cNvPr>
          <p:cNvSpPr txBox="1"/>
          <p:nvPr/>
        </p:nvSpPr>
        <p:spPr>
          <a:xfrm>
            <a:off x="2087688" y="1136248"/>
            <a:ext cx="39050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EDA128D-1441-CD66-53D5-A1F073848964}"/>
              </a:ext>
            </a:extLst>
          </p:cNvPr>
          <p:cNvSpPr txBox="1"/>
          <p:nvPr/>
        </p:nvSpPr>
        <p:spPr>
          <a:xfrm>
            <a:off x="3433485" y="1136248"/>
            <a:ext cx="98964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ok, no-</a:t>
            </a:r>
            <a:r>
              <a:rPr lang="en-US" sz="1000" dirty="0" err="1">
                <a:solidFill>
                  <a:srgbClr val="3FB4E0"/>
                </a:solidFill>
              </a:rPr>
              <a:t>revdiff</a:t>
            </a:r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984B00-2FFF-8DC1-B4AB-27589C8AC549}"/>
              </a:ext>
            </a:extLst>
          </p:cNvPr>
          <p:cNvSpPr txBox="1"/>
          <p:nvPr/>
        </p:nvSpPr>
        <p:spPr>
          <a:xfrm>
            <a:off x="3432598" y="3281290"/>
            <a:ext cx="112396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ok, want-</a:t>
            </a:r>
            <a:r>
              <a:rPr lang="en-US" sz="1000" dirty="0" err="1">
                <a:solidFill>
                  <a:srgbClr val="3FB4E0"/>
                </a:solidFill>
              </a:rPr>
              <a:t>revdiff</a:t>
            </a:r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815910D-A098-89E1-7764-A41EB5DDC959}"/>
              </a:ext>
            </a:extLst>
          </p:cNvPr>
          <p:cNvSpPr txBox="1"/>
          <p:nvPr/>
        </p:nvSpPr>
        <p:spPr>
          <a:xfrm>
            <a:off x="3422297" y="5381575"/>
            <a:ext cx="57461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error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6386C8E-9A9D-36FD-7078-DF1E5DB35A71}"/>
              </a:ext>
            </a:extLst>
          </p:cNvPr>
          <p:cNvSpPr txBox="1"/>
          <p:nvPr/>
        </p:nvSpPr>
        <p:spPr>
          <a:xfrm>
            <a:off x="2304036" y="5381575"/>
            <a:ext cx="57461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error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1DDA7E-2400-95DC-9813-23F628EFB67C}"/>
              </a:ext>
            </a:extLst>
          </p:cNvPr>
          <p:cNvSpPr txBox="1"/>
          <p:nvPr/>
        </p:nvSpPr>
        <p:spPr>
          <a:xfrm>
            <a:off x="5919487" y="5908187"/>
            <a:ext cx="57461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error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93EBEF3-10C4-5515-ECCE-1123AF455978}"/>
              </a:ext>
            </a:extLst>
          </p:cNvPr>
          <p:cNvSpPr txBox="1"/>
          <p:nvPr/>
        </p:nvSpPr>
        <p:spPr>
          <a:xfrm>
            <a:off x="8268588" y="316431"/>
            <a:ext cx="39050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A51BDDF-1B36-0CE4-944B-1BA620171293}"/>
              </a:ext>
            </a:extLst>
          </p:cNvPr>
          <p:cNvSpPr txBox="1"/>
          <p:nvPr/>
        </p:nvSpPr>
        <p:spPr>
          <a:xfrm>
            <a:off x="9684503" y="316430"/>
            <a:ext cx="39050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8ECC41D-B499-37A6-E4F4-8DEA252D6FEF}"/>
              </a:ext>
            </a:extLst>
          </p:cNvPr>
          <p:cNvSpPr txBox="1"/>
          <p:nvPr/>
        </p:nvSpPr>
        <p:spPr>
          <a:xfrm>
            <a:off x="9140243" y="3861089"/>
            <a:ext cx="54426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error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C9D055D-AB0F-6898-461C-A379611CD5AA}"/>
              </a:ext>
            </a:extLst>
          </p:cNvPr>
          <p:cNvSpPr txBox="1"/>
          <p:nvPr/>
        </p:nvSpPr>
        <p:spPr>
          <a:xfrm>
            <a:off x="9339795" y="3285842"/>
            <a:ext cx="54426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error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3497C4A-C789-34FC-AD6B-10615D53CD64}"/>
              </a:ext>
            </a:extLst>
          </p:cNvPr>
          <p:cNvSpPr txBox="1"/>
          <p:nvPr/>
        </p:nvSpPr>
        <p:spPr>
          <a:xfrm>
            <a:off x="7625626" y="3254854"/>
            <a:ext cx="98964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ok, no-</a:t>
            </a:r>
            <a:r>
              <a:rPr lang="en-US" sz="1000" dirty="0" err="1">
                <a:solidFill>
                  <a:srgbClr val="3FB4E0"/>
                </a:solidFill>
              </a:rPr>
              <a:t>revdiff</a:t>
            </a:r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91FCAC-A872-FCB6-371A-F6454753829C}"/>
              </a:ext>
            </a:extLst>
          </p:cNvPr>
          <p:cNvSpPr txBox="1"/>
          <p:nvPr/>
        </p:nvSpPr>
        <p:spPr>
          <a:xfrm>
            <a:off x="8139402" y="6146416"/>
            <a:ext cx="57461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error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73B429F-C636-A83D-B7FC-DC2944FF1BB6}"/>
              </a:ext>
            </a:extLst>
          </p:cNvPr>
          <p:cNvSpPr txBox="1"/>
          <p:nvPr/>
        </p:nvSpPr>
        <p:spPr>
          <a:xfrm>
            <a:off x="7528142" y="4591191"/>
            <a:ext cx="112396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ok, want-</a:t>
            </a:r>
            <a:r>
              <a:rPr lang="en-US" sz="1000" dirty="0" err="1">
                <a:solidFill>
                  <a:srgbClr val="3FB4E0"/>
                </a:solidFill>
              </a:rPr>
              <a:t>revdiff</a:t>
            </a:r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B5711AA-368F-A07F-CF0A-22B594BCFED9}"/>
              </a:ext>
            </a:extLst>
          </p:cNvPr>
          <p:cNvSpPr txBox="1"/>
          <p:nvPr/>
        </p:nvSpPr>
        <p:spPr>
          <a:xfrm>
            <a:off x="4723568" y="3341242"/>
            <a:ext cx="39050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357343813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59CF6-ED6B-5537-26EA-3FCFDA064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968CBA-2570-4223-5AD0-D90A767BA3A0}"/>
              </a:ext>
            </a:extLst>
          </p:cNvPr>
          <p:cNvSpPr/>
          <p:nvPr/>
        </p:nvSpPr>
        <p:spPr>
          <a:xfrm>
            <a:off x="3563007" y="749152"/>
            <a:ext cx="5801710" cy="562011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819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2C55123-3E9E-75A4-30EF-90D4365EEF04}"/>
              </a:ext>
            </a:extLst>
          </p:cNvPr>
          <p:cNvSpPr/>
          <p:nvPr/>
        </p:nvSpPr>
        <p:spPr>
          <a:xfrm>
            <a:off x="5948433" y="938463"/>
            <a:ext cx="915608" cy="914131"/>
          </a:xfrm>
          <a:prstGeom prst="ellipse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IDLE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92198D2-60BE-0CCB-66E1-2542603F3734}"/>
              </a:ext>
            </a:extLst>
          </p:cNvPr>
          <p:cNvSpPr/>
          <p:nvPr/>
        </p:nvSpPr>
        <p:spPr>
          <a:xfrm>
            <a:off x="6024633" y="1014662"/>
            <a:ext cx="763208" cy="761731"/>
          </a:xfrm>
          <a:prstGeom prst="ellipse">
            <a:avLst/>
          </a:prstGeom>
          <a:noFill/>
          <a:ln>
            <a:solidFill>
              <a:srgbClr val="EDF6FA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21" name="Off-page Connector 20">
            <a:extLst>
              <a:ext uri="{FF2B5EF4-FFF2-40B4-BE49-F238E27FC236}">
                <a16:creationId xmlns:a16="http://schemas.microsoft.com/office/drawing/2014/main" id="{B6E64458-AD85-85F1-29BC-0CBE07977D53}"/>
              </a:ext>
            </a:extLst>
          </p:cNvPr>
          <p:cNvSpPr/>
          <p:nvPr/>
        </p:nvSpPr>
        <p:spPr>
          <a:xfrm>
            <a:off x="4368216" y="5194717"/>
            <a:ext cx="915608" cy="914131"/>
          </a:xfrm>
          <a:prstGeom prst="flowChartOffpageConnector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Other callbacks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22D50E-B4BD-605E-B144-2011510BEFE1}"/>
              </a:ext>
            </a:extLst>
          </p:cNvPr>
          <p:cNvSpPr/>
          <p:nvPr/>
        </p:nvSpPr>
        <p:spPr>
          <a:xfrm>
            <a:off x="6978998" y="2365055"/>
            <a:ext cx="1982836" cy="914131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NOCONNECT</a:t>
            </a:r>
          </a:p>
          <a:p>
            <a:pPr algn="ctr"/>
            <a:r>
              <a:rPr lang="en-US" sz="1000" dirty="0"/>
              <a:t>[Instantiate NED without establishing a connection]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35BC8D-DFC5-BE58-5EFF-4A50C8FCFDA8}"/>
              </a:ext>
            </a:extLst>
          </p:cNvPr>
          <p:cNvSpPr/>
          <p:nvPr/>
        </p:nvSpPr>
        <p:spPr>
          <a:xfrm>
            <a:off x="6978998" y="3781623"/>
            <a:ext cx="1982836" cy="914131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b="1" dirty="0"/>
              <a:t>PREPARE DRY</a:t>
            </a:r>
          </a:p>
          <a:p>
            <a:pPr algn="ctr"/>
            <a:r>
              <a:rPr lang="en-US" sz="1000" dirty="0"/>
              <a:t>[Calculate payload, but do not send]</a:t>
            </a:r>
            <a:br>
              <a:rPr lang="en-US" sz="1000" dirty="0"/>
            </a:br>
            <a:endParaRPr lang="en-US" sz="10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4DD8C04-F079-591A-7E08-9D64B00D5815}"/>
              </a:ext>
            </a:extLst>
          </p:cNvPr>
          <p:cNvSpPr/>
          <p:nvPr/>
        </p:nvSpPr>
        <p:spPr>
          <a:xfrm>
            <a:off x="7512612" y="5194717"/>
            <a:ext cx="915608" cy="914131"/>
          </a:xfrm>
          <a:prstGeom prst="ellipse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CLOSE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A62AE9-90F9-AF8E-12F9-E02DEDA72A38}"/>
              </a:ext>
            </a:extLst>
          </p:cNvPr>
          <p:cNvSpPr/>
          <p:nvPr/>
        </p:nvSpPr>
        <p:spPr>
          <a:xfrm>
            <a:off x="3834602" y="2365055"/>
            <a:ext cx="1982836" cy="914131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CONNECT</a:t>
            </a:r>
          </a:p>
          <a:p>
            <a:pPr algn="ctr"/>
            <a:r>
              <a:rPr lang="en-US" sz="1000" dirty="0"/>
              <a:t>[Establish connection]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55FAD77A-A846-DDA7-EE83-94E8B2192AB4}"/>
              </a:ext>
            </a:extLst>
          </p:cNvPr>
          <p:cNvCxnSpPr>
            <a:stCxn id="2" idx="0"/>
            <a:endCxn id="27" idx="0"/>
          </p:cNvCxnSpPr>
          <p:nvPr/>
        </p:nvCxnSpPr>
        <p:spPr>
          <a:xfrm rot="5400000" flipH="1" flipV="1">
            <a:off x="6398218" y="792857"/>
            <a:ext cx="12700" cy="3144396"/>
          </a:xfrm>
          <a:prstGeom prst="bentConnector3">
            <a:avLst>
              <a:gd name="adj1" fmla="val 1800000"/>
            </a:avLst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33B5726-5FB0-2DFA-C143-65DFAF8FCE5B}"/>
              </a:ext>
            </a:extLst>
          </p:cNvPr>
          <p:cNvCxnSpPr>
            <a:stCxn id="3" idx="4"/>
          </p:cNvCxnSpPr>
          <p:nvPr/>
        </p:nvCxnSpPr>
        <p:spPr>
          <a:xfrm flipH="1">
            <a:off x="6405994" y="1852594"/>
            <a:ext cx="243" cy="278175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0ED6D99C-9C18-7A56-FF2C-C5DDA8BDF486}"/>
              </a:ext>
            </a:extLst>
          </p:cNvPr>
          <p:cNvCxnSpPr>
            <a:stCxn id="2" idx="3"/>
            <a:endCxn id="28" idx="1"/>
          </p:cNvCxnSpPr>
          <p:nvPr/>
        </p:nvCxnSpPr>
        <p:spPr>
          <a:xfrm>
            <a:off x="5817438" y="2822121"/>
            <a:ext cx="1161560" cy="1416568"/>
          </a:xfrm>
          <a:prstGeom prst="bentConnector3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2D2E861-E88F-1EFF-61DC-D32C8C74570B}"/>
              </a:ext>
            </a:extLst>
          </p:cNvPr>
          <p:cNvCxnSpPr>
            <a:endCxn id="21" idx="0"/>
          </p:cNvCxnSpPr>
          <p:nvPr/>
        </p:nvCxnSpPr>
        <p:spPr>
          <a:xfrm flipH="1">
            <a:off x="4826020" y="3279186"/>
            <a:ext cx="6350" cy="191553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441E5A1-AB92-50BC-3EAB-89438C53BC70}"/>
              </a:ext>
            </a:extLst>
          </p:cNvPr>
          <p:cNvCxnSpPr>
            <a:endCxn id="28" idx="0"/>
          </p:cNvCxnSpPr>
          <p:nvPr/>
        </p:nvCxnSpPr>
        <p:spPr>
          <a:xfrm flipH="1">
            <a:off x="7970416" y="3279186"/>
            <a:ext cx="6350" cy="50243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9D51440-D3CF-5AE0-7071-CCFCD2AD318F}"/>
              </a:ext>
            </a:extLst>
          </p:cNvPr>
          <p:cNvCxnSpPr>
            <a:endCxn id="30" idx="0"/>
          </p:cNvCxnSpPr>
          <p:nvPr/>
        </p:nvCxnSpPr>
        <p:spPr>
          <a:xfrm flipH="1">
            <a:off x="7970416" y="4695754"/>
            <a:ext cx="6350" cy="498963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AF42C6D5-EA83-E3CB-DCAA-AE561C67DB8A}"/>
              </a:ext>
            </a:extLst>
          </p:cNvPr>
          <p:cNvCxnSpPr/>
          <p:nvPr/>
        </p:nvCxnSpPr>
        <p:spPr>
          <a:xfrm rot="10800000">
            <a:off x="6864042" y="1422557"/>
            <a:ext cx="2097793" cy="1399564"/>
          </a:xfrm>
          <a:prstGeom prst="bentConnector3">
            <a:avLst>
              <a:gd name="adj1" fmla="val -6409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812525A-EF0B-4EB2-ADF5-BAD25372C5F0}"/>
              </a:ext>
            </a:extLst>
          </p:cNvPr>
          <p:cNvSpPr txBox="1"/>
          <p:nvPr/>
        </p:nvSpPr>
        <p:spPr>
          <a:xfrm>
            <a:off x="6939344" y="1434870"/>
            <a:ext cx="227649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Not enough data / not implemented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E723E1-ABA4-2616-C9B0-8667E10A2F80}"/>
              </a:ext>
            </a:extLst>
          </p:cNvPr>
          <p:cNvSpPr txBox="1"/>
          <p:nvPr/>
        </p:nvSpPr>
        <p:spPr>
          <a:xfrm>
            <a:off x="7933258" y="3372416"/>
            <a:ext cx="39050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92218153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1DC13-A63C-2F5B-B2CD-E35A837A3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69EC7340-701B-E4F1-8A93-AD3636546740}"/>
              </a:ext>
            </a:extLst>
          </p:cNvPr>
          <p:cNvSpPr/>
          <p:nvPr/>
        </p:nvSpPr>
        <p:spPr>
          <a:xfrm>
            <a:off x="3485474" y="1341406"/>
            <a:ext cx="4495299" cy="2905416"/>
          </a:xfrm>
          <a:prstGeom prst="roundRect">
            <a:avLst/>
          </a:prstGeom>
          <a:solidFill>
            <a:srgbClr val="3FB4E0">
              <a:alpha val="1985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$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ncsc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- -compile-mib-bundle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38F7A6-0F0D-74C8-351E-EC7A3FA9ABBA}"/>
              </a:ext>
            </a:extLst>
          </p:cNvPr>
          <p:cNvSpPr/>
          <p:nvPr/>
        </p:nvSpPr>
        <p:spPr>
          <a:xfrm>
            <a:off x="3300249" y="59376"/>
            <a:ext cx="5659050" cy="6533741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63E3DD-A3D5-FDAE-959B-71C7B5C53993}"/>
              </a:ext>
            </a:extLst>
          </p:cNvPr>
          <p:cNvSpPr/>
          <p:nvPr/>
        </p:nvSpPr>
        <p:spPr>
          <a:xfrm>
            <a:off x="6096000" y="264883"/>
            <a:ext cx="715296" cy="871015"/>
          </a:xfrm>
          <a:prstGeom prst="rect">
            <a:avLst/>
          </a:prstGeom>
          <a:solidFill>
            <a:srgbClr val="3FB4E0">
              <a:alpha val="79963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Original MIB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22D776-B6B4-4DD9-F1DE-355D66C48D2C}"/>
              </a:ext>
            </a:extLst>
          </p:cNvPr>
          <p:cNvSpPr/>
          <p:nvPr/>
        </p:nvSpPr>
        <p:spPr>
          <a:xfrm>
            <a:off x="6096000" y="1764236"/>
            <a:ext cx="715296" cy="870154"/>
          </a:xfrm>
          <a:prstGeom prst="rect">
            <a:avLst/>
          </a:prstGeom>
          <a:solidFill>
            <a:srgbClr val="3FB4E0">
              <a:alpha val="79963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Read-only YANG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DB8193-777E-A87E-207C-2D2508D80BB3}"/>
              </a:ext>
            </a:extLst>
          </p:cNvPr>
          <p:cNvSpPr/>
          <p:nvPr/>
        </p:nvSpPr>
        <p:spPr>
          <a:xfrm>
            <a:off x="6087278" y="3175046"/>
            <a:ext cx="715296" cy="870154"/>
          </a:xfrm>
          <a:prstGeom prst="rect">
            <a:avLst/>
          </a:prstGeom>
          <a:solidFill>
            <a:srgbClr val="3FB4E0">
              <a:alpha val="79963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Final YANG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7BE25A-DAE7-E3A0-8CD0-31424DC073C9}"/>
              </a:ext>
            </a:extLst>
          </p:cNvPr>
          <p:cNvSpPr/>
          <p:nvPr/>
        </p:nvSpPr>
        <p:spPr>
          <a:xfrm>
            <a:off x="6096000" y="4535752"/>
            <a:ext cx="715296" cy="870154"/>
          </a:xfrm>
          <a:prstGeom prst="rect">
            <a:avLst/>
          </a:prstGeom>
          <a:solidFill>
            <a:srgbClr val="3FB4E0">
              <a:alpha val="79963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.</a:t>
            </a:r>
            <a:r>
              <a:rPr lang="en-US" sz="1000" dirty="0" err="1">
                <a:solidFill>
                  <a:schemeClr val="bg1"/>
                </a:solidFill>
              </a:rPr>
              <a:t>fxs</a:t>
            </a:r>
            <a:endParaRPr lang="en-US" sz="1000" dirty="0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F299D7-06A7-F177-7FFE-FA27189C40F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6453648" y="1135898"/>
            <a:ext cx="0" cy="62833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663E4EC-F046-2537-8C91-54993F908C13}"/>
              </a:ext>
            </a:extLst>
          </p:cNvPr>
          <p:cNvSpPr/>
          <p:nvPr/>
        </p:nvSpPr>
        <p:spPr>
          <a:xfrm>
            <a:off x="4818580" y="1764236"/>
            <a:ext cx="772153" cy="870154"/>
          </a:xfrm>
          <a:prstGeom prst="rect">
            <a:avLst/>
          </a:prstGeom>
          <a:solidFill>
            <a:srgbClr val="3FB4E0">
              <a:alpha val="79963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YANG Deviations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695906-CC78-AB12-219F-96C313956DEF}"/>
              </a:ext>
            </a:extLst>
          </p:cNvPr>
          <p:cNvSpPr/>
          <p:nvPr/>
        </p:nvSpPr>
        <p:spPr>
          <a:xfrm>
            <a:off x="5633983" y="5895597"/>
            <a:ext cx="1639329" cy="487950"/>
          </a:xfrm>
          <a:prstGeom prst="rect">
            <a:avLst/>
          </a:prstGeom>
          <a:solidFill>
            <a:srgbClr val="3FB4E0">
              <a:alpha val="79963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NCS Device Manager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BBC13CF-7632-2C45-BF60-D70B5EDF8ABF}"/>
              </a:ext>
            </a:extLst>
          </p:cNvPr>
          <p:cNvCxnSpPr>
            <a:cxnSpLocks/>
            <a:stCxn id="26" idx="0"/>
            <a:endCxn id="15" idx="2"/>
          </p:cNvCxnSpPr>
          <p:nvPr/>
        </p:nvCxnSpPr>
        <p:spPr>
          <a:xfrm flipV="1">
            <a:off x="6453648" y="5405906"/>
            <a:ext cx="0" cy="48969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2B8564C-49FA-35A3-C506-A15FAB45881A}"/>
              </a:ext>
            </a:extLst>
          </p:cNvPr>
          <p:cNvCxnSpPr>
            <a:cxnSpLocks/>
          </p:cNvCxnSpPr>
          <p:nvPr/>
        </p:nvCxnSpPr>
        <p:spPr>
          <a:xfrm flipH="1">
            <a:off x="5590733" y="1135898"/>
            <a:ext cx="505267" cy="626616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D05E183-F3E2-DF7C-82D3-DB51A9AD1558}"/>
              </a:ext>
            </a:extLst>
          </p:cNvPr>
          <p:cNvCxnSpPr>
            <a:cxnSpLocks/>
          </p:cNvCxnSpPr>
          <p:nvPr/>
        </p:nvCxnSpPr>
        <p:spPr>
          <a:xfrm>
            <a:off x="5590732" y="2633529"/>
            <a:ext cx="505267" cy="53979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ocument 49">
            <a:extLst>
              <a:ext uri="{FF2B5EF4-FFF2-40B4-BE49-F238E27FC236}">
                <a16:creationId xmlns:a16="http://schemas.microsoft.com/office/drawing/2014/main" id="{1D4A8FCB-C6DE-36F7-421D-B516DF8D44C7}"/>
              </a:ext>
            </a:extLst>
          </p:cNvPr>
          <p:cNvSpPr/>
          <p:nvPr/>
        </p:nvSpPr>
        <p:spPr>
          <a:xfrm>
            <a:off x="7122228" y="264883"/>
            <a:ext cx="858555" cy="871015"/>
          </a:xfrm>
          <a:prstGeom prst="flowChartDocument">
            <a:avLst/>
          </a:prstGeom>
          <a:solidFill>
            <a:srgbClr val="3FB4E0">
              <a:alpha val="79963"/>
            </a:srgbClr>
          </a:solidFill>
          <a:ln w="12700" cmpd="sng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MIB Annotations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9EEE857-5926-0E8E-A2EE-D9085A42F6F5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6444926" y="2634390"/>
            <a:ext cx="8722" cy="540656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C56CC1F-63D9-F104-4667-8C3368D8673C}"/>
              </a:ext>
            </a:extLst>
          </p:cNvPr>
          <p:cNvCxnSpPr>
            <a:cxnSpLocks/>
          </p:cNvCxnSpPr>
          <p:nvPr/>
        </p:nvCxnSpPr>
        <p:spPr>
          <a:xfrm>
            <a:off x="6451598" y="4045200"/>
            <a:ext cx="0" cy="490552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A1CBCFF-80CE-2722-6A45-C110551B6A25}"/>
              </a:ext>
            </a:extLst>
          </p:cNvPr>
          <p:cNvCxnSpPr>
            <a:cxnSpLocks/>
          </p:cNvCxnSpPr>
          <p:nvPr/>
        </p:nvCxnSpPr>
        <p:spPr>
          <a:xfrm flipH="1">
            <a:off x="6981872" y="1135898"/>
            <a:ext cx="140357" cy="205507"/>
          </a:xfrm>
          <a:prstGeom prst="straightConnector1">
            <a:avLst/>
          </a:prstGeom>
          <a:ln w="12700">
            <a:solidFill>
              <a:schemeClr val="accent2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6" name="Graphic 75" descr="User with solid fill">
            <a:extLst>
              <a:ext uri="{FF2B5EF4-FFF2-40B4-BE49-F238E27FC236}">
                <a16:creationId xmlns:a16="http://schemas.microsoft.com/office/drawing/2014/main" id="{0F6BDA2A-C72E-2FF8-8582-0CD3C3C8E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1715" y="415689"/>
            <a:ext cx="569401" cy="569401"/>
          </a:xfrm>
          <a:prstGeom prst="rect">
            <a:avLst/>
          </a:prstGeom>
          <a:effectLst/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B9DCB0BF-FCA5-40F4-0280-29EB0E57BA54}"/>
              </a:ext>
            </a:extLst>
          </p:cNvPr>
          <p:cNvSpPr txBox="1"/>
          <p:nvPr/>
        </p:nvSpPr>
        <p:spPr>
          <a:xfrm>
            <a:off x="4779400" y="5536242"/>
            <a:ext cx="344446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&lt;device-model-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dir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&gt;./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-device-model-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dir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&lt;/device-model-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dir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&gt;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F009E7E-5484-3A71-097F-2ED5F7D4B567}"/>
              </a:ext>
            </a:extLst>
          </p:cNvPr>
          <p:cNvSpPr txBox="1"/>
          <p:nvPr/>
        </p:nvSpPr>
        <p:spPr>
          <a:xfrm>
            <a:off x="6811296" y="1895823"/>
            <a:ext cx="808704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IETF SMI to YANG r-o Mapping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B7685E-7AF0-7B17-4FBF-450EFE0AB83D}"/>
              </a:ext>
            </a:extLst>
          </p:cNvPr>
          <p:cNvSpPr txBox="1"/>
          <p:nvPr/>
        </p:nvSpPr>
        <p:spPr>
          <a:xfrm>
            <a:off x="3792351" y="1945927"/>
            <a:ext cx="1044580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SMI Read-Write to YANG Config True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2F3107D-8BF3-D9D3-1CD4-24EFEA8AC779}"/>
              </a:ext>
            </a:extLst>
          </p:cNvPr>
          <p:cNvSpPr txBox="1"/>
          <p:nvPr/>
        </p:nvSpPr>
        <p:spPr>
          <a:xfrm>
            <a:off x="8193532" y="938177"/>
            <a:ext cx="765766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Analyzing Agent Behavior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1D5B1A5-B853-523C-6FE0-45BCEE5AE92C}"/>
              </a:ext>
            </a:extLst>
          </p:cNvPr>
          <p:cNvCxnSpPr>
            <a:cxnSpLocks/>
          </p:cNvCxnSpPr>
          <p:nvPr/>
        </p:nvCxnSpPr>
        <p:spPr>
          <a:xfrm flipH="1">
            <a:off x="8045468" y="686494"/>
            <a:ext cx="356786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27107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42B360-3129-57DB-D78E-5A3602E7FBBF}"/>
              </a:ext>
            </a:extLst>
          </p:cNvPr>
          <p:cNvSpPr/>
          <p:nvPr/>
        </p:nvSpPr>
        <p:spPr>
          <a:xfrm>
            <a:off x="4773168" y="1426464"/>
            <a:ext cx="3122235" cy="336499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905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4D682C-F857-72D2-526E-8418C7245A91}"/>
              </a:ext>
            </a:extLst>
          </p:cNvPr>
          <p:cNvSpPr/>
          <p:nvPr/>
        </p:nvSpPr>
        <p:spPr>
          <a:xfrm>
            <a:off x="4965698" y="1635760"/>
            <a:ext cx="1521117" cy="325120"/>
          </a:xfrm>
          <a:prstGeom prst="rect">
            <a:avLst/>
          </a:prstGeom>
          <a:solidFill>
            <a:schemeClr val="bg1">
              <a:lumMod val="6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Perform Changes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9BCEB0-2308-C6A1-B5C6-5B97B5F6E20A}"/>
              </a:ext>
            </a:extLst>
          </p:cNvPr>
          <p:cNvSpPr/>
          <p:nvPr/>
        </p:nvSpPr>
        <p:spPr>
          <a:xfrm>
            <a:off x="4965698" y="2300941"/>
            <a:ext cx="1521117" cy="325120"/>
          </a:xfrm>
          <a:prstGeom prst="rect">
            <a:avLst/>
          </a:prstGeom>
          <a:solidFill>
            <a:schemeClr val="accent6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Validation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7BB42E-2B29-FCCE-62AF-4AE76C140EFF}"/>
              </a:ext>
            </a:extLst>
          </p:cNvPr>
          <p:cNvSpPr/>
          <p:nvPr/>
        </p:nvSpPr>
        <p:spPr>
          <a:xfrm>
            <a:off x="4965698" y="2966122"/>
            <a:ext cx="1521117" cy="32512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Write-start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57A989-B09B-A715-65D8-D77BCD307610}"/>
              </a:ext>
            </a:extLst>
          </p:cNvPr>
          <p:cNvSpPr/>
          <p:nvPr/>
        </p:nvSpPr>
        <p:spPr>
          <a:xfrm>
            <a:off x="4965699" y="3631303"/>
            <a:ext cx="1521116" cy="32512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Prepare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9C78FD-F525-71F4-FBF0-F58DFC928AE3}"/>
              </a:ext>
            </a:extLst>
          </p:cNvPr>
          <p:cNvSpPr/>
          <p:nvPr/>
        </p:nvSpPr>
        <p:spPr>
          <a:xfrm>
            <a:off x="4972565" y="4290507"/>
            <a:ext cx="1521116" cy="32512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Commit / Abort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13E641-78EB-DD5D-B6E6-4EF592E3DDC0}"/>
              </a:ext>
            </a:extLst>
          </p:cNvPr>
          <p:cNvCxnSpPr/>
          <p:nvPr/>
        </p:nvCxnSpPr>
        <p:spPr>
          <a:xfrm>
            <a:off x="5726256" y="1960880"/>
            <a:ext cx="1" cy="340061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76C2DC9-4D0D-9F7D-3440-EFEF9FC1A659}"/>
              </a:ext>
            </a:extLst>
          </p:cNvPr>
          <p:cNvCxnSpPr/>
          <p:nvPr/>
        </p:nvCxnSpPr>
        <p:spPr>
          <a:xfrm>
            <a:off x="5726255" y="2626061"/>
            <a:ext cx="1" cy="34006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8431F6-D7E7-F0D2-96F6-38E1FAF0E0C4}"/>
              </a:ext>
            </a:extLst>
          </p:cNvPr>
          <p:cNvCxnSpPr/>
          <p:nvPr/>
        </p:nvCxnSpPr>
        <p:spPr>
          <a:xfrm>
            <a:off x="5726254" y="3288254"/>
            <a:ext cx="1" cy="34006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03BA9B-9B1E-2F6C-A7AC-09E359E54746}"/>
              </a:ext>
            </a:extLst>
          </p:cNvPr>
          <p:cNvCxnSpPr/>
          <p:nvPr/>
        </p:nvCxnSpPr>
        <p:spPr>
          <a:xfrm>
            <a:off x="5733123" y="3953435"/>
            <a:ext cx="1" cy="34006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15E312E-7586-73AC-D610-2771F65A727C}"/>
              </a:ext>
            </a:extLst>
          </p:cNvPr>
          <p:cNvCxnSpPr/>
          <p:nvPr/>
        </p:nvCxnSpPr>
        <p:spPr>
          <a:xfrm>
            <a:off x="6750205" y="2300941"/>
            <a:ext cx="0" cy="2314686"/>
          </a:xfrm>
          <a:prstGeom prst="straightConnector1">
            <a:avLst/>
          </a:prstGeom>
          <a:ln w="12700">
            <a:solidFill>
              <a:srgbClr val="3FB4E0"/>
            </a:solidFill>
            <a:headEnd type="oval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C293B9-C921-B1B4-4194-7E02D52EC308}"/>
              </a:ext>
            </a:extLst>
          </p:cNvPr>
          <p:cNvCxnSpPr>
            <a:cxnSpLocks/>
          </p:cNvCxnSpPr>
          <p:nvPr/>
        </p:nvCxnSpPr>
        <p:spPr>
          <a:xfrm>
            <a:off x="6902605" y="2626061"/>
            <a:ext cx="0" cy="1989566"/>
          </a:xfrm>
          <a:prstGeom prst="straightConnector1">
            <a:avLst/>
          </a:prstGeom>
          <a:ln w="12700">
            <a:solidFill>
              <a:srgbClr val="FF0000"/>
            </a:solidFill>
            <a:headEnd type="oval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90F8DC4-02C6-5B4D-EB74-F6DDADADE998}"/>
              </a:ext>
            </a:extLst>
          </p:cNvPr>
          <p:cNvSpPr txBox="1"/>
          <p:nvPr/>
        </p:nvSpPr>
        <p:spPr>
          <a:xfrm>
            <a:off x="6619676" y="1960880"/>
            <a:ext cx="123077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 Write Lock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8D241E-8FD1-A96B-DD16-0C95E50624B6}"/>
              </a:ext>
            </a:extLst>
          </p:cNvPr>
          <p:cNvSpPr txBox="1"/>
          <p:nvPr/>
        </p:nvSpPr>
        <p:spPr>
          <a:xfrm>
            <a:off x="6750101" y="2332920"/>
            <a:ext cx="123077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Transaction Lock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A5E19B-6826-BA21-AFDB-697A888DB23A}"/>
              </a:ext>
            </a:extLst>
          </p:cNvPr>
          <p:cNvSpPr txBox="1"/>
          <p:nvPr/>
        </p:nvSpPr>
        <p:spPr>
          <a:xfrm>
            <a:off x="5728075" y="1936233"/>
            <a:ext cx="84665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Apply </a:t>
            </a:r>
          </a:p>
          <a:p>
            <a:r>
              <a:rPr lang="en-US" sz="1000" dirty="0">
                <a:solidFill>
                  <a:srgbClr val="3FB4E0"/>
                </a:solidFill>
              </a:rPr>
              <a:t>Transaction</a:t>
            </a:r>
          </a:p>
        </p:txBody>
      </p:sp>
    </p:spTree>
    <p:extLst>
      <p:ext uri="{BB962C8B-B14F-4D97-AF65-F5344CB8AC3E}">
        <p14:creationId xmlns:p14="http://schemas.microsoft.com/office/powerpoint/2010/main" val="15166890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4D9EC-C88A-F463-20F0-0895F3080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DBEC98E-A282-F470-70A7-5B78662A9EF3}"/>
              </a:ext>
            </a:extLst>
          </p:cNvPr>
          <p:cNvSpPr/>
          <p:nvPr/>
        </p:nvSpPr>
        <p:spPr>
          <a:xfrm>
            <a:off x="4553712" y="1088135"/>
            <a:ext cx="3270142" cy="4251961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688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5DD8C9-9A97-81E7-AE82-26F1D2FBE799}"/>
              </a:ext>
            </a:extLst>
          </p:cNvPr>
          <p:cNvSpPr/>
          <p:nvPr/>
        </p:nvSpPr>
        <p:spPr>
          <a:xfrm>
            <a:off x="4965698" y="1635760"/>
            <a:ext cx="1521117" cy="325120"/>
          </a:xfrm>
          <a:prstGeom prst="rect">
            <a:avLst/>
          </a:prstGeom>
          <a:solidFill>
            <a:schemeClr val="accent2">
              <a:alpha val="80049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Rollback Creation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16F8E7-8ADE-761A-9ED0-BDBAA2D6A2DD}"/>
              </a:ext>
            </a:extLst>
          </p:cNvPr>
          <p:cNvSpPr/>
          <p:nvPr/>
        </p:nvSpPr>
        <p:spPr>
          <a:xfrm>
            <a:off x="4965698" y="2300941"/>
            <a:ext cx="1521117" cy="325120"/>
          </a:xfrm>
          <a:prstGeom prst="rect">
            <a:avLst/>
          </a:prstGeom>
          <a:solidFill>
            <a:schemeClr val="accent2">
              <a:alpha val="80049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Pre-transform Validation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8D016C-AE3D-DF5C-81A4-471E8C18915B}"/>
              </a:ext>
            </a:extLst>
          </p:cNvPr>
          <p:cNvSpPr/>
          <p:nvPr/>
        </p:nvSpPr>
        <p:spPr>
          <a:xfrm>
            <a:off x="4965698" y="2966122"/>
            <a:ext cx="1521117" cy="325120"/>
          </a:xfrm>
          <a:prstGeom prst="rect">
            <a:avLst/>
          </a:prstGeom>
          <a:solidFill>
            <a:srgbClr val="3FB4E0">
              <a:alpha val="80049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Transforms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C8A443-CF6C-B665-F3B8-F1A86FB1E765}"/>
              </a:ext>
            </a:extLst>
          </p:cNvPr>
          <p:cNvSpPr/>
          <p:nvPr/>
        </p:nvSpPr>
        <p:spPr>
          <a:xfrm>
            <a:off x="4965699" y="3631303"/>
            <a:ext cx="1521116" cy="325120"/>
          </a:xfrm>
          <a:prstGeom prst="rect">
            <a:avLst/>
          </a:prstGeom>
          <a:solidFill>
            <a:schemeClr val="accent2">
              <a:alpha val="80049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Full Data 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915732-9906-57F9-CFE0-D5FD2B53BC55}"/>
              </a:ext>
            </a:extLst>
          </p:cNvPr>
          <p:cNvSpPr/>
          <p:nvPr/>
        </p:nvSpPr>
        <p:spPr>
          <a:xfrm>
            <a:off x="4972565" y="4290507"/>
            <a:ext cx="1521116" cy="325120"/>
          </a:xfrm>
          <a:prstGeom prst="rect">
            <a:avLst/>
          </a:prstGeom>
          <a:solidFill>
            <a:schemeClr val="accent2">
              <a:alpha val="80049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Conflict Check and Transaction Lock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738640-5348-C501-9CCD-58905B65F9CF}"/>
              </a:ext>
            </a:extLst>
          </p:cNvPr>
          <p:cNvCxnSpPr/>
          <p:nvPr/>
        </p:nvCxnSpPr>
        <p:spPr>
          <a:xfrm>
            <a:off x="5726256" y="1960880"/>
            <a:ext cx="1" cy="34006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6B445E-5CF6-D337-6A53-D3CC1DD5B664}"/>
              </a:ext>
            </a:extLst>
          </p:cNvPr>
          <p:cNvCxnSpPr/>
          <p:nvPr/>
        </p:nvCxnSpPr>
        <p:spPr>
          <a:xfrm>
            <a:off x="5726255" y="2626061"/>
            <a:ext cx="1" cy="34006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81D0B1C-E1BA-2CE7-7A7C-D997B2AA8A60}"/>
              </a:ext>
            </a:extLst>
          </p:cNvPr>
          <p:cNvCxnSpPr/>
          <p:nvPr/>
        </p:nvCxnSpPr>
        <p:spPr>
          <a:xfrm>
            <a:off x="5726254" y="3288254"/>
            <a:ext cx="1" cy="34006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4D3F62-E20C-F7A3-232C-FEABE5D596B7}"/>
              </a:ext>
            </a:extLst>
          </p:cNvPr>
          <p:cNvCxnSpPr/>
          <p:nvPr/>
        </p:nvCxnSpPr>
        <p:spPr>
          <a:xfrm>
            <a:off x="5733123" y="3953435"/>
            <a:ext cx="1" cy="34006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C858A7-C943-330E-BDB3-754E74ED7064}"/>
              </a:ext>
            </a:extLst>
          </p:cNvPr>
          <p:cNvCxnSpPr>
            <a:cxnSpLocks/>
          </p:cNvCxnSpPr>
          <p:nvPr/>
        </p:nvCxnSpPr>
        <p:spPr>
          <a:xfrm>
            <a:off x="6750101" y="2966122"/>
            <a:ext cx="0" cy="2172616"/>
          </a:xfrm>
          <a:prstGeom prst="straightConnector1">
            <a:avLst/>
          </a:prstGeom>
          <a:ln w="12700">
            <a:solidFill>
              <a:srgbClr val="3FB4E0"/>
            </a:solidFill>
            <a:headEnd type="oval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A735069-D5E2-B398-7BE8-400D3A135ADC}"/>
              </a:ext>
            </a:extLst>
          </p:cNvPr>
          <p:cNvCxnSpPr>
            <a:cxnSpLocks/>
          </p:cNvCxnSpPr>
          <p:nvPr/>
        </p:nvCxnSpPr>
        <p:spPr>
          <a:xfrm>
            <a:off x="6902605" y="4379715"/>
            <a:ext cx="0" cy="759023"/>
          </a:xfrm>
          <a:prstGeom prst="straightConnector1">
            <a:avLst/>
          </a:prstGeom>
          <a:ln w="12700">
            <a:solidFill>
              <a:srgbClr val="FF0000"/>
            </a:solidFill>
            <a:headEnd type="oval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A8D2D7C-44DC-489C-23B5-17F3C62F3157}"/>
              </a:ext>
            </a:extLst>
          </p:cNvPr>
          <p:cNvSpPr txBox="1"/>
          <p:nvPr/>
        </p:nvSpPr>
        <p:spPr>
          <a:xfrm>
            <a:off x="6593076" y="2654080"/>
            <a:ext cx="123077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 Write Lock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9D595B-6230-9D74-22E0-D4E97E0945CB}"/>
              </a:ext>
            </a:extLst>
          </p:cNvPr>
          <p:cNvSpPr txBox="1"/>
          <p:nvPr/>
        </p:nvSpPr>
        <p:spPr>
          <a:xfrm>
            <a:off x="6750101" y="3980476"/>
            <a:ext cx="107375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Transaction Lock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7E17A4-331B-D924-5C60-D736957A9145}"/>
              </a:ext>
            </a:extLst>
          </p:cNvPr>
          <p:cNvSpPr txBox="1"/>
          <p:nvPr/>
        </p:nvSpPr>
        <p:spPr>
          <a:xfrm>
            <a:off x="5691056" y="1220104"/>
            <a:ext cx="886443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Apply </a:t>
            </a:r>
          </a:p>
          <a:p>
            <a:r>
              <a:rPr lang="en-US" sz="1000" dirty="0">
                <a:solidFill>
                  <a:srgbClr val="3FB4E0"/>
                </a:solidFill>
              </a:rPr>
              <a:t>Transaction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7C10D6-DAD7-3765-7F5A-E3449B68AD3A}"/>
              </a:ext>
            </a:extLst>
          </p:cNvPr>
          <p:cNvSpPr/>
          <p:nvPr/>
        </p:nvSpPr>
        <p:spPr>
          <a:xfrm>
            <a:off x="4768483" y="1588957"/>
            <a:ext cx="332509" cy="3087974"/>
          </a:xfrm>
          <a:prstGeom prst="rect">
            <a:avLst/>
          </a:prstGeom>
          <a:solidFill>
            <a:schemeClr val="accent6">
              <a:alpha val="60164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Validation Phase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05AA0E-39C5-722F-5EAA-38E7D6069F17}"/>
              </a:ext>
            </a:extLst>
          </p:cNvPr>
          <p:cNvCxnSpPr/>
          <p:nvPr/>
        </p:nvCxnSpPr>
        <p:spPr>
          <a:xfrm>
            <a:off x="5726253" y="1298687"/>
            <a:ext cx="1" cy="340061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567552B-6879-1890-E661-042E2A324A5F}"/>
              </a:ext>
            </a:extLst>
          </p:cNvPr>
          <p:cNvCxnSpPr/>
          <p:nvPr/>
        </p:nvCxnSpPr>
        <p:spPr>
          <a:xfrm>
            <a:off x="5726252" y="4615627"/>
            <a:ext cx="1" cy="34006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6E1C572-16CA-AA0D-3DA2-661ACF57EC1B}"/>
              </a:ext>
            </a:extLst>
          </p:cNvPr>
          <p:cNvSpPr txBox="1"/>
          <p:nvPr/>
        </p:nvSpPr>
        <p:spPr>
          <a:xfrm rot="5400000">
            <a:off x="5621480" y="4956057"/>
            <a:ext cx="27684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8431425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Freeform 88">
            <a:extLst>
              <a:ext uri="{FF2B5EF4-FFF2-40B4-BE49-F238E27FC236}">
                <a16:creationId xmlns:a16="http://schemas.microsoft.com/office/drawing/2014/main" id="{9A25BDCB-4B6E-A0D5-A6E3-5B8CDD30819E}"/>
              </a:ext>
            </a:extLst>
          </p:cNvPr>
          <p:cNvSpPr/>
          <p:nvPr/>
        </p:nvSpPr>
        <p:spPr>
          <a:xfrm>
            <a:off x="5890598" y="1660650"/>
            <a:ext cx="2897651" cy="565113"/>
          </a:xfrm>
          <a:custGeom>
            <a:avLst/>
            <a:gdLst>
              <a:gd name="connsiteX0" fmla="*/ 2934393 w 2934393"/>
              <a:gd name="connsiteY0" fmla="*/ 490724 h 548913"/>
              <a:gd name="connsiteX1" fmla="*/ 1313411 w 2934393"/>
              <a:gd name="connsiteY1" fmla="*/ 273 h 548913"/>
              <a:gd name="connsiteX2" fmla="*/ 0 w 2934393"/>
              <a:gd name="connsiteY2" fmla="*/ 548913 h 548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34393" h="548913">
                <a:moveTo>
                  <a:pt x="2934393" y="490724"/>
                </a:moveTo>
                <a:cubicBezTo>
                  <a:pt x="2368434" y="240649"/>
                  <a:pt x="1802476" y="-9425"/>
                  <a:pt x="1313411" y="273"/>
                </a:cubicBezTo>
                <a:cubicBezTo>
                  <a:pt x="824346" y="9971"/>
                  <a:pt x="412173" y="279442"/>
                  <a:pt x="0" y="548913"/>
                </a:cubicBezTo>
              </a:path>
            </a:pathLst>
          </a:custGeom>
          <a:noFill/>
          <a:ln w="12700">
            <a:solidFill>
              <a:schemeClr val="accent6"/>
            </a:solidFill>
            <a:tailEnd type="triangle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agnetic Disk 33">
            <a:extLst>
              <a:ext uri="{FF2B5EF4-FFF2-40B4-BE49-F238E27FC236}">
                <a16:creationId xmlns:a16="http://schemas.microsoft.com/office/drawing/2014/main" id="{4318BC94-CA2B-CDC3-39A0-6A6DA599AE34}"/>
              </a:ext>
            </a:extLst>
          </p:cNvPr>
          <p:cNvSpPr/>
          <p:nvPr/>
        </p:nvSpPr>
        <p:spPr>
          <a:xfrm>
            <a:off x="7227716" y="1224025"/>
            <a:ext cx="504092" cy="765789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0BA223-5CED-68D0-F4DC-CE13DD9446E7}"/>
              </a:ext>
            </a:extLst>
          </p:cNvPr>
          <p:cNvSpPr/>
          <p:nvPr/>
        </p:nvSpPr>
        <p:spPr>
          <a:xfrm>
            <a:off x="2523067" y="1007533"/>
            <a:ext cx="6947960" cy="462644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885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7" name="Magnetic Disk 33">
            <a:extLst>
              <a:ext uri="{FF2B5EF4-FFF2-40B4-BE49-F238E27FC236}">
                <a16:creationId xmlns:a16="http://schemas.microsoft.com/office/drawing/2014/main" id="{33DDD689-A7D2-76C7-4741-E768C9026DBA}"/>
              </a:ext>
            </a:extLst>
          </p:cNvPr>
          <p:cNvSpPr/>
          <p:nvPr/>
        </p:nvSpPr>
        <p:spPr>
          <a:xfrm>
            <a:off x="3454535" y="1839131"/>
            <a:ext cx="763330" cy="375139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686830-9F3A-6A13-6CE5-816AA14D0051}"/>
              </a:ext>
            </a:extLst>
          </p:cNvPr>
          <p:cNvSpPr txBox="1"/>
          <p:nvPr/>
        </p:nvSpPr>
        <p:spPr>
          <a:xfrm>
            <a:off x="2669085" y="2263921"/>
            <a:ext cx="2333411" cy="553998"/>
          </a:xfrm>
          <a:prstGeom prst="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Sabon Next LT" panose="02000500000000000000" pitchFamily="2" charset="0"/>
              </a:rPr>
              <a:t>Device c1</a:t>
            </a:r>
          </a:p>
          <a:p>
            <a:r>
              <a:rPr lang="en-US" sz="1000" dirty="0">
                <a:solidFill>
                  <a:srgbClr val="3FB4E0"/>
                </a:solidFill>
                <a:cs typeface="Sabon Next LT" panose="02000500000000000000" pitchFamily="2" charset="0"/>
              </a:rPr>
              <a:t>interface </a:t>
            </a:r>
            <a:r>
              <a:rPr lang="en-US" sz="1000" dirty="0" err="1">
                <a:solidFill>
                  <a:srgbClr val="3FB4E0"/>
                </a:solidFill>
                <a:cs typeface="Sabon Next LT" panose="02000500000000000000" pitchFamily="2" charset="0"/>
              </a:rPr>
              <a:t>GigabitEthernet</a:t>
            </a:r>
            <a:r>
              <a:rPr lang="en-US" sz="1000" dirty="0">
                <a:solidFill>
                  <a:srgbClr val="3FB4E0"/>
                </a:solidFill>
                <a:cs typeface="Sabon Next LT" panose="02000500000000000000" pitchFamily="2" charset="0"/>
              </a:rPr>
              <a:t> 0/1</a:t>
            </a:r>
          </a:p>
          <a:p>
            <a:r>
              <a:rPr lang="en-US" sz="1000" dirty="0">
                <a:solidFill>
                  <a:srgbClr val="3FB4E0"/>
                </a:solidFill>
                <a:cs typeface="Sabon Next LT" panose="02000500000000000000" pitchFamily="2" charset="0"/>
              </a:rPr>
              <a:t>    </a:t>
            </a:r>
            <a:r>
              <a:rPr lang="en-US" sz="1000" dirty="0" err="1">
                <a:solidFill>
                  <a:srgbClr val="3FB4E0"/>
                </a:solidFill>
                <a:cs typeface="Sabon Next LT" panose="02000500000000000000" pitchFamily="2" charset="0"/>
              </a:rPr>
              <a:t>ip</a:t>
            </a:r>
            <a:r>
              <a:rPr lang="en-US" sz="1000" dirty="0">
                <a:solidFill>
                  <a:srgbClr val="3FB4E0"/>
                </a:solidFill>
                <a:cs typeface="Sabon Next LT" panose="02000500000000000000" pitchFamily="2" charset="0"/>
              </a:rPr>
              <a:t> address 10.1.2.3 255.255.255.240</a:t>
            </a:r>
          </a:p>
        </p:txBody>
      </p:sp>
      <p:sp>
        <p:nvSpPr>
          <p:cNvPr id="51" name="Folded Corner 50">
            <a:extLst>
              <a:ext uri="{FF2B5EF4-FFF2-40B4-BE49-F238E27FC236}">
                <a16:creationId xmlns:a16="http://schemas.microsoft.com/office/drawing/2014/main" id="{72A28AE7-C397-0193-A1A0-9B8203581374}"/>
              </a:ext>
            </a:extLst>
          </p:cNvPr>
          <p:cNvSpPr/>
          <p:nvPr/>
        </p:nvSpPr>
        <p:spPr>
          <a:xfrm>
            <a:off x="8858495" y="1939443"/>
            <a:ext cx="370204" cy="430619"/>
          </a:xfrm>
          <a:prstGeom prst="foldedCorner">
            <a:avLst/>
          </a:prstGeom>
          <a:solidFill>
            <a:srgbClr val="3FB4E0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52" name="Graphic 51" descr="Germ with solid fill">
            <a:extLst>
              <a:ext uri="{FF2B5EF4-FFF2-40B4-BE49-F238E27FC236}">
                <a16:creationId xmlns:a16="http://schemas.microsoft.com/office/drawing/2014/main" id="{9A923F24-54BC-5048-6B78-CBCF651C3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8495" y="1969050"/>
            <a:ext cx="351734" cy="371403"/>
          </a:xfrm>
          <a:prstGeom prst="rect">
            <a:avLst/>
          </a:prstGeom>
          <a:effectLst/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BDC0682-B6AF-C8AB-C658-CE1920241696}"/>
              </a:ext>
            </a:extLst>
          </p:cNvPr>
          <p:cNvSpPr txBox="1"/>
          <p:nvPr/>
        </p:nvSpPr>
        <p:spPr>
          <a:xfrm>
            <a:off x="5040054" y="1989814"/>
            <a:ext cx="3084883" cy="861774"/>
          </a:xfrm>
          <a:prstGeom prst="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device c1 config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!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Refcount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: 2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!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Backpointer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: [ /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iface:iface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[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iface:name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=‘</a:t>
            </a:r>
            <a:r>
              <a:rPr lang="en-US" sz="1000" dirty="0">
                <a:solidFill>
                  <a:srgbClr val="FFC00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instance1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’]]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interface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GigabitEthernet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0/1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ip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address 10.1.2.3 255.255.255.240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049D3F-C1E0-D1FA-A09D-9D73D3EBE2F0}"/>
              </a:ext>
            </a:extLst>
          </p:cNvPr>
          <p:cNvSpPr txBox="1"/>
          <p:nvPr/>
        </p:nvSpPr>
        <p:spPr>
          <a:xfrm>
            <a:off x="8574468" y="2397220"/>
            <a:ext cx="94844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Service Instance 1</a:t>
            </a:r>
          </a:p>
        </p:txBody>
      </p:sp>
      <p:sp>
        <p:nvSpPr>
          <p:cNvPr id="65" name="Down Arrow 64">
            <a:extLst>
              <a:ext uri="{FF2B5EF4-FFF2-40B4-BE49-F238E27FC236}">
                <a16:creationId xmlns:a16="http://schemas.microsoft.com/office/drawing/2014/main" id="{5C1C0032-7CC3-2AEF-E8A8-A8A538775DA5}"/>
              </a:ext>
            </a:extLst>
          </p:cNvPr>
          <p:cNvSpPr/>
          <p:nvPr/>
        </p:nvSpPr>
        <p:spPr>
          <a:xfrm>
            <a:off x="7395349" y="3091525"/>
            <a:ext cx="261640" cy="385420"/>
          </a:xfrm>
          <a:prstGeom prst="downArrow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1210292-535F-0CC4-E2DF-C3F8FD3A8EFB}"/>
              </a:ext>
            </a:extLst>
          </p:cNvPr>
          <p:cNvSpPr txBox="1"/>
          <p:nvPr/>
        </p:nvSpPr>
        <p:spPr>
          <a:xfrm>
            <a:off x="7552596" y="3093114"/>
            <a:ext cx="131152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Re-deploy Reconcile</a:t>
            </a:r>
          </a:p>
        </p:txBody>
      </p:sp>
      <p:sp>
        <p:nvSpPr>
          <p:cNvPr id="68" name="Folded Corner 67">
            <a:extLst>
              <a:ext uri="{FF2B5EF4-FFF2-40B4-BE49-F238E27FC236}">
                <a16:creationId xmlns:a16="http://schemas.microsoft.com/office/drawing/2014/main" id="{E94B0798-8F23-AA72-735A-AF66D0CC54E0}"/>
              </a:ext>
            </a:extLst>
          </p:cNvPr>
          <p:cNvSpPr/>
          <p:nvPr/>
        </p:nvSpPr>
        <p:spPr>
          <a:xfrm>
            <a:off x="8858495" y="4036946"/>
            <a:ext cx="370204" cy="430619"/>
          </a:xfrm>
          <a:prstGeom prst="foldedCorner">
            <a:avLst/>
          </a:prstGeom>
          <a:solidFill>
            <a:srgbClr val="3FB4E0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69" name="Graphic 68" descr="Germ with solid fill">
            <a:extLst>
              <a:ext uri="{FF2B5EF4-FFF2-40B4-BE49-F238E27FC236}">
                <a16:creationId xmlns:a16="http://schemas.microsoft.com/office/drawing/2014/main" id="{D484F0BE-4815-1365-A58C-9C7A2C7A9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8495" y="4066553"/>
            <a:ext cx="351734" cy="371403"/>
          </a:xfrm>
          <a:prstGeom prst="rect">
            <a:avLst/>
          </a:prstGeom>
          <a:effectLst/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EF228EBE-307C-6EA6-3FCE-792CC298D3FC}"/>
              </a:ext>
            </a:extLst>
          </p:cNvPr>
          <p:cNvSpPr txBox="1"/>
          <p:nvPr/>
        </p:nvSpPr>
        <p:spPr>
          <a:xfrm>
            <a:off x="8560138" y="4479033"/>
            <a:ext cx="94844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Service Instance 1</a:t>
            </a:r>
          </a:p>
        </p:txBody>
      </p:sp>
      <p:sp>
        <p:nvSpPr>
          <p:cNvPr id="71" name="Freeform 70">
            <a:extLst>
              <a:ext uri="{FF2B5EF4-FFF2-40B4-BE49-F238E27FC236}">
                <a16:creationId xmlns:a16="http://schemas.microsoft.com/office/drawing/2014/main" id="{50B12379-5702-95C3-E853-784E05A264F8}"/>
              </a:ext>
            </a:extLst>
          </p:cNvPr>
          <p:cNvSpPr/>
          <p:nvPr/>
        </p:nvSpPr>
        <p:spPr>
          <a:xfrm>
            <a:off x="7736123" y="2342488"/>
            <a:ext cx="1077532" cy="288739"/>
          </a:xfrm>
          <a:custGeom>
            <a:avLst/>
            <a:gdLst>
              <a:gd name="connsiteX0" fmla="*/ 0 w 1077532"/>
              <a:gd name="connsiteY0" fmla="*/ 158840 h 288739"/>
              <a:gd name="connsiteX1" fmla="*/ 570963 w 1077532"/>
              <a:gd name="connsiteY1" fmla="*/ 283336 h 288739"/>
              <a:gd name="connsiteX2" fmla="*/ 1077532 w 1077532"/>
              <a:gd name="connsiteY2" fmla="*/ 0 h 288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7532" h="288739">
                <a:moveTo>
                  <a:pt x="0" y="158840"/>
                </a:moveTo>
                <a:cubicBezTo>
                  <a:pt x="195687" y="234324"/>
                  <a:pt x="391374" y="309809"/>
                  <a:pt x="570963" y="283336"/>
                </a:cubicBezTo>
                <a:cubicBezTo>
                  <a:pt x="750552" y="256863"/>
                  <a:pt x="914042" y="128431"/>
                  <a:pt x="1077532" y="0"/>
                </a:cubicBezTo>
              </a:path>
            </a:pathLst>
          </a:custGeom>
          <a:noFill/>
          <a:ln w="12700">
            <a:solidFill>
              <a:srgbClr val="FFC000"/>
            </a:solidFill>
            <a:tailEnd type="triangle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997F55B-F8B8-23A5-C91A-8A69DDD24498}"/>
              </a:ext>
            </a:extLst>
          </p:cNvPr>
          <p:cNvGrpSpPr/>
          <p:nvPr/>
        </p:nvGrpSpPr>
        <p:grpSpPr>
          <a:xfrm>
            <a:off x="7328966" y="1473057"/>
            <a:ext cx="291523" cy="207645"/>
            <a:chOff x="3471626" y="4318347"/>
            <a:chExt cx="817162" cy="655434"/>
          </a:xfrm>
          <a:effectLst/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17C2DCE-968E-1682-6762-7148858B4024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AD976F5-0903-6C9E-6E9F-A15004FE3CEC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9AF62A2-DAB1-3739-23B5-254F06C724CB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70E4BEE-8D9C-ECBE-5E80-620E3B213498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3F5D0CB-7651-7F2E-ED5C-2D8282F4B317}"/>
                </a:ext>
              </a:extLst>
            </p:cNvPr>
            <p:cNvCxnSpPr>
              <a:cxnSpLocks/>
              <a:endCxn id="14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5EF4E1-CAA4-295F-0B57-6C036EBEB9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C25CDC1-D5A2-8D39-3DC6-240FB04FFF79}"/>
                </a:ext>
              </a:extLst>
            </p:cNvPr>
            <p:cNvCxnSpPr>
              <a:cxnSpLocks/>
              <a:stCxn id="14" idx="5"/>
              <a:endCxn id="21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B1B0FB5-F1B8-224F-D07F-C9861DCE0CE8}"/>
                </a:ext>
              </a:extLst>
            </p:cNvPr>
            <p:cNvCxnSpPr>
              <a:cxnSpLocks/>
              <a:stCxn id="21" idx="5"/>
              <a:endCxn id="16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D068C93-6821-4ABA-65F0-60557F25C111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781D78C-D858-290E-09C9-D39F9DE602A8}"/>
              </a:ext>
            </a:extLst>
          </p:cNvPr>
          <p:cNvSpPr txBox="1"/>
          <p:nvPr/>
        </p:nvSpPr>
        <p:spPr>
          <a:xfrm>
            <a:off x="7253236" y="1704097"/>
            <a:ext cx="453052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95C91D6-5B53-D705-2446-FF3574831FB1}"/>
              </a:ext>
            </a:extLst>
          </p:cNvPr>
          <p:cNvSpPr txBox="1"/>
          <p:nvPr/>
        </p:nvSpPr>
        <p:spPr>
          <a:xfrm>
            <a:off x="5040054" y="4535430"/>
            <a:ext cx="3084883" cy="861774"/>
          </a:xfrm>
          <a:prstGeom prst="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device c1 config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!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Refcount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: 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!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Backpointer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: [ /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iface:iface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[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iface:name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=‘</a:t>
            </a:r>
            <a:r>
              <a:rPr lang="en-US" sz="1000" dirty="0">
                <a:solidFill>
                  <a:srgbClr val="FFC00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instance1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’]]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interface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GigabitEthernet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0/1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ip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address 10.1.2.3 255.255.255.240 </a:t>
            </a:r>
          </a:p>
        </p:txBody>
      </p:sp>
      <p:sp>
        <p:nvSpPr>
          <p:cNvPr id="90" name="Freeform 89">
            <a:extLst>
              <a:ext uri="{FF2B5EF4-FFF2-40B4-BE49-F238E27FC236}">
                <a16:creationId xmlns:a16="http://schemas.microsoft.com/office/drawing/2014/main" id="{900E3305-1878-3226-37FD-2F41E5B485AF}"/>
              </a:ext>
            </a:extLst>
          </p:cNvPr>
          <p:cNvSpPr/>
          <p:nvPr/>
        </p:nvSpPr>
        <p:spPr>
          <a:xfrm>
            <a:off x="3941928" y="1480459"/>
            <a:ext cx="1860039" cy="729090"/>
          </a:xfrm>
          <a:custGeom>
            <a:avLst/>
            <a:gdLst>
              <a:gd name="connsiteX0" fmla="*/ 0 w 1770611"/>
              <a:gd name="connsiteY0" fmla="*/ 305155 h 704166"/>
              <a:gd name="connsiteX1" fmla="*/ 864523 w 1770611"/>
              <a:gd name="connsiteY1" fmla="*/ 14209 h 704166"/>
              <a:gd name="connsiteX2" fmla="*/ 1770611 w 1770611"/>
              <a:gd name="connsiteY2" fmla="*/ 704166 h 704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0611" h="704166">
                <a:moveTo>
                  <a:pt x="0" y="305155"/>
                </a:moveTo>
                <a:cubicBezTo>
                  <a:pt x="284710" y="126431"/>
                  <a:pt x="569421" y="-52293"/>
                  <a:pt x="864523" y="14209"/>
                </a:cubicBezTo>
                <a:cubicBezTo>
                  <a:pt x="1159625" y="80711"/>
                  <a:pt x="1465118" y="392438"/>
                  <a:pt x="1770611" y="704166"/>
                </a:cubicBezTo>
              </a:path>
            </a:pathLst>
          </a:custGeom>
          <a:noFill/>
          <a:ln w="12700">
            <a:solidFill>
              <a:schemeClr val="accent6"/>
            </a:solidFill>
            <a:tailEnd type="triangle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reeform 92">
            <a:extLst>
              <a:ext uri="{FF2B5EF4-FFF2-40B4-BE49-F238E27FC236}">
                <a16:creationId xmlns:a16="http://schemas.microsoft.com/office/drawing/2014/main" id="{92338EE4-1E28-E3C5-7A64-4E6509022D49}"/>
              </a:ext>
            </a:extLst>
          </p:cNvPr>
          <p:cNvSpPr/>
          <p:nvPr/>
        </p:nvSpPr>
        <p:spPr>
          <a:xfrm>
            <a:off x="5849957" y="3829720"/>
            <a:ext cx="2938292" cy="973633"/>
          </a:xfrm>
          <a:custGeom>
            <a:avLst/>
            <a:gdLst>
              <a:gd name="connsiteX0" fmla="*/ 2942706 w 2942706"/>
              <a:gd name="connsiteY0" fmla="*/ 391522 h 890285"/>
              <a:gd name="connsiteX1" fmla="*/ 1529542 w 2942706"/>
              <a:gd name="connsiteY1" fmla="*/ 17449 h 890285"/>
              <a:gd name="connsiteX2" fmla="*/ 0 w 2942706"/>
              <a:gd name="connsiteY2" fmla="*/ 890285 h 890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42706" h="890285">
                <a:moveTo>
                  <a:pt x="2942706" y="391522"/>
                </a:moveTo>
                <a:cubicBezTo>
                  <a:pt x="2481349" y="162922"/>
                  <a:pt x="2019993" y="-65678"/>
                  <a:pt x="1529542" y="17449"/>
                </a:cubicBezTo>
                <a:cubicBezTo>
                  <a:pt x="1039091" y="100576"/>
                  <a:pt x="519545" y="495430"/>
                  <a:pt x="0" y="890285"/>
                </a:cubicBezTo>
              </a:path>
            </a:pathLst>
          </a:custGeom>
          <a:noFill/>
          <a:ln w="12700">
            <a:solidFill>
              <a:schemeClr val="accent6"/>
            </a:solidFill>
            <a:tailEnd type="triangle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Magnetic Disk 33">
            <a:extLst>
              <a:ext uri="{FF2B5EF4-FFF2-40B4-BE49-F238E27FC236}">
                <a16:creationId xmlns:a16="http://schemas.microsoft.com/office/drawing/2014/main" id="{A5A2D1E0-C345-EDA5-7558-CFDAADF687FE}"/>
              </a:ext>
            </a:extLst>
          </p:cNvPr>
          <p:cNvSpPr/>
          <p:nvPr/>
        </p:nvSpPr>
        <p:spPr>
          <a:xfrm>
            <a:off x="7283355" y="3669782"/>
            <a:ext cx="504092" cy="765789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1A1D276-E7DD-72AA-1528-87DBDF89CE66}"/>
              </a:ext>
            </a:extLst>
          </p:cNvPr>
          <p:cNvSpPr/>
          <p:nvPr/>
        </p:nvSpPr>
        <p:spPr>
          <a:xfrm>
            <a:off x="7384605" y="3973927"/>
            <a:ext cx="54369" cy="48281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FE2670CD-4795-BEAD-F99A-AE24FBE302D4}"/>
              </a:ext>
            </a:extLst>
          </p:cNvPr>
          <p:cNvSpPr/>
          <p:nvPr/>
        </p:nvSpPr>
        <p:spPr>
          <a:xfrm>
            <a:off x="7471800" y="3918814"/>
            <a:ext cx="54369" cy="48281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2F321FE-6EDD-7BEF-127F-C68C02C33973}"/>
              </a:ext>
            </a:extLst>
          </p:cNvPr>
          <p:cNvSpPr/>
          <p:nvPr/>
        </p:nvSpPr>
        <p:spPr>
          <a:xfrm>
            <a:off x="7457438" y="4053181"/>
            <a:ext cx="54369" cy="48281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311B08C-1C33-0865-5B8E-3B734CDD10BB}"/>
              </a:ext>
            </a:extLst>
          </p:cNvPr>
          <p:cNvSpPr/>
          <p:nvPr/>
        </p:nvSpPr>
        <p:spPr>
          <a:xfrm>
            <a:off x="7621759" y="4078178"/>
            <a:ext cx="54369" cy="48281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A634E92-E698-FBDE-8E28-A60E9A301528}"/>
              </a:ext>
            </a:extLst>
          </p:cNvPr>
          <p:cNvCxnSpPr>
            <a:cxnSpLocks/>
            <a:endCxn id="79" idx="3"/>
          </p:cNvCxnSpPr>
          <p:nvPr/>
        </p:nvCxnSpPr>
        <p:spPr>
          <a:xfrm flipV="1">
            <a:off x="7438974" y="3960025"/>
            <a:ext cx="40788" cy="26247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E487B5A-CB74-37D0-6EDE-E4678494819A}"/>
              </a:ext>
            </a:extLst>
          </p:cNvPr>
          <p:cNvCxnSpPr>
            <a:cxnSpLocks/>
          </p:cNvCxnSpPr>
          <p:nvPr/>
        </p:nvCxnSpPr>
        <p:spPr>
          <a:xfrm flipV="1">
            <a:off x="7507515" y="4035010"/>
            <a:ext cx="40788" cy="26247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FA74823-7DB7-F5E4-0C90-13580771CF1F}"/>
              </a:ext>
            </a:extLst>
          </p:cNvPr>
          <p:cNvCxnSpPr>
            <a:cxnSpLocks/>
            <a:stCxn id="79" idx="5"/>
            <a:endCxn id="86" idx="1"/>
          </p:cNvCxnSpPr>
          <p:nvPr/>
        </p:nvCxnSpPr>
        <p:spPr>
          <a:xfrm>
            <a:off x="7518207" y="3960025"/>
            <a:ext cx="34389" cy="45114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F0B5FD2-0B1D-E738-3A37-089ED976E37C}"/>
              </a:ext>
            </a:extLst>
          </p:cNvPr>
          <p:cNvCxnSpPr>
            <a:cxnSpLocks/>
            <a:stCxn id="86" idx="5"/>
            <a:endCxn id="81" idx="1"/>
          </p:cNvCxnSpPr>
          <p:nvPr/>
        </p:nvCxnSpPr>
        <p:spPr>
          <a:xfrm>
            <a:off x="7591040" y="4039279"/>
            <a:ext cx="38681" cy="4597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F7A5D513-63CE-4947-AB83-804C693B7CD8}"/>
              </a:ext>
            </a:extLst>
          </p:cNvPr>
          <p:cNvSpPr/>
          <p:nvPr/>
        </p:nvSpPr>
        <p:spPr>
          <a:xfrm>
            <a:off x="7544634" y="3998068"/>
            <a:ext cx="54369" cy="48281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AE2D689-6451-C227-4F11-901E7152224B}"/>
              </a:ext>
            </a:extLst>
          </p:cNvPr>
          <p:cNvSpPr txBox="1"/>
          <p:nvPr/>
        </p:nvSpPr>
        <p:spPr>
          <a:xfrm>
            <a:off x="7308875" y="4149854"/>
            <a:ext cx="453052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94" name="Freeform 93">
            <a:extLst>
              <a:ext uri="{FF2B5EF4-FFF2-40B4-BE49-F238E27FC236}">
                <a16:creationId xmlns:a16="http://schemas.microsoft.com/office/drawing/2014/main" id="{07AA9966-DE9B-4979-8CD3-0BC175D7790C}"/>
              </a:ext>
            </a:extLst>
          </p:cNvPr>
          <p:cNvSpPr/>
          <p:nvPr/>
        </p:nvSpPr>
        <p:spPr>
          <a:xfrm>
            <a:off x="7649405" y="4468962"/>
            <a:ext cx="1133856" cy="864078"/>
          </a:xfrm>
          <a:custGeom>
            <a:avLst/>
            <a:gdLst>
              <a:gd name="connsiteX0" fmla="*/ 0 w 1133856"/>
              <a:gd name="connsiteY0" fmla="*/ 591312 h 864078"/>
              <a:gd name="connsiteX1" fmla="*/ 615696 w 1133856"/>
              <a:gd name="connsiteY1" fmla="*/ 835152 h 864078"/>
              <a:gd name="connsiteX2" fmla="*/ 1133856 w 1133856"/>
              <a:gd name="connsiteY2" fmla="*/ 0 h 864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3856" h="864078">
                <a:moveTo>
                  <a:pt x="0" y="591312"/>
                </a:moveTo>
                <a:cubicBezTo>
                  <a:pt x="213360" y="762508"/>
                  <a:pt x="426720" y="933704"/>
                  <a:pt x="615696" y="835152"/>
                </a:cubicBezTo>
                <a:cubicBezTo>
                  <a:pt x="804672" y="736600"/>
                  <a:pt x="969264" y="368300"/>
                  <a:pt x="1133856" y="0"/>
                </a:cubicBezTo>
              </a:path>
            </a:pathLst>
          </a:custGeom>
          <a:noFill/>
          <a:ln w="12700">
            <a:solidFill>
              <a:srgbClr val="FFC000"/>
            </a:solidFill>
            <a:tailEnd type="triangle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61674BA-3E11-64CD-3CB3-F7AECC538A25}"/>
              </a:ext>
            </a:extLst>
          </p:cNvPr>
          <p:cNvGrpSpPr/>
          <p:nvPr/>
        </p:nvGrpSpPr>
        <p:grpSpPr>
          <a:xfrm>
            <a:off x="3719629" y="1986738"/>
            <a:ext cx="182302" cy="193656"/>
            <a:chOff x="3697638" y="2257444"/>
            <a:chExt cx="182302" cy="193656"/>
          </a:xfrm>
          <a:effectLst/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B9F1D3AA-0CAD-C3F8-25E8-912E1F941CC0}"/>
                </a:ext>
              </a:extLst>
            </p:cNvPr>
            <p:cNvSpPr/>
            <p:nvPr/>
          </p:nvSpPr>
          <p:spPr>
            <a:xfrm>
              <a:off x="3717925" y="2277478"/>
              <a:ext cx="146050" cy="14490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E87197B3-87A6-28D4-AA47-F6E79E686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7775" y="2257444"/>
              <a:ext cx="0" cy="93536"/>
            </a:xfrm>
            <a:prstGeom prst="straightConnector1">
              <a:avLst/>
            </a:prstGeom>
            <a:ln>
              <a:solidFill>
                <a:srgbClr val="3FB4E0"/>
              </a:solidFill>
              <a:headEnd type="triangle" w="sm" len="sm"/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0A515503-CDA6-BC8C-AB2C-E6D42C8B86D3}"/>
                </a:ext>
              </a:extLst>
            </p:cNvPr>
            <p:cNvCxnSpPr>
              <a:cxnSpLocks/>
            </p:cNvCxnSpPr>
            <p:nvPr/>
          </p:nvCxnSpPr>
          <p:spPr>
            <a:xfrm>
              <a:off x="3787775" y="2346749"/>
              <a:ext cx="0" cy="104351"/>
            </a:xfrm>
            <a:prstGeom prst="straightConnector1">
              <a:avLst/>
            </a:prstGeom>
            <a:ln>
              <a:solidFill>
                <a:srgbClr val="3FB4E0"/>
              </a:solidFill>
              <a:headEnd type="triangle" w="sm" len="sm"/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16F78579-9B93-3FE5-9382-B9B4A04FC3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7638" y="2346749"/>
              <a:ext cx="99663" cy="0"/>
            </a:xfrm>
            <a:prstGeom prst="straightConnector1">
              <a:avLst/>
            </a:prstGeom>
            <a:ln>
              <a:solidFill>
                <a:srgbClr val="3FB4E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0004C2D2-BBD9-AD95-7F84-FEFF7EAFAAD6}"/>
                </a:ext>
              </a:extLst>
            </p:cNvPr>
            <p:cNvCxnSpPr>
              <a:cxnSpLocks/>
            </p:cNvCxnSpPr>
            <p:nvPr/>
          </p:nvCxnSpPr>
          <p:spPr>
            <a:xfrm>
              <a:off x="3781425" y="2347173"/>
              <a:ext cx="98515" cy="0"/>
            </a:xfrm>
            <a:prstGeom prst="straightConnector1">
              <a:avLst/>
            </a:prstGeom>
            <a:ln>
              <a:solidFill>
                <a:srgbClr val="3FB4E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540973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C5E5C-09AA-99CB-E579-C1F03C40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629D9C-4A0C-46BC-B402-2B2F5B06447A}"/>
              </a:ext>
            </a:extLst>
          </p:cNvPr>
          <p:cNvSpPr/>
          <p:nvPr/>
        </p:nvSpPr>
        <p:spPr>
          <a:xfrm>
            <a:off x="4443984" y="1600199"/>
            <a:ext cx="3904886" cy="345643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766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A9C7C-D0C6-E77F-D60C-1C41B32CB0EA}"/>
              </a:ext>
            </a:extLst>
          </p:cNvPr>
          <p:cNvSpPr/>
          <p:nvPr/>
        </p:nvSpPr>
        <p:spPr>
          <a:xfrm>
            <a:off x="4657060" y="1796902"/>
            <a:ext cx="725823" cy="290082"/>
          </a:xfrm>
          <a:prstGeom prst="rect">
            <a:avLst/>
          </a:prstGeom>
          <a:solidFill>
            <a:srgbClr val="3FB4E0">
              <a:alpha val="80029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VLAN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EB88EE-AC3B-6583-13D3-F808A5D7E281}"/>
              </a:ext>
            </a:extLst>
          </p:cNvPr>
          <p:cNvSpPr/>
          <p:nvPr/>
        </p:nvSpPr>
        <p:spPr>
          <a:xfrm>
            <a:off x="5865148" y="1796902"/>
            <a:ext cx="941094" cy="290082"/>
          </a:xfrm>
          <a:prstGeom prst="rect">
            <a:avLst/>
          </a:prstGeom>
          <a:solidFill>
            <a:srgbClr val="3FB4E0">
              <a:alpha val="80029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LOAD-JAR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F158A2-F6ED-4E0A-5B59-DFF62B45D79A}"/>
              </a:ext>
            </a:extLst>
          </p:cNvPr>
          <p:cNvSpPr/>
          <p:nvPr/>
        </p:nvSpPr>
        <p:spPr>
          <a:xfrm>
            <a:off x="5865147" y="2437077"/>
            <a:ext cx="941095" cy="290082"/>
          </a:xfrm>
          <a:prstGeom prst="rect">
            <a:avLst/>
          </a:prstGeom>
          <a:solidFill>
            <a:srgbClr val="3FB4E0">
              <a:alpha val="80029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PRIVATE-JAR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E0DA51-D88E-D190-0CBC-7F308029FE94}"/>
              </a:ext>
            </a:extLst>
          </p:cNvPr>
          <p:cNvSpPr/>
          <p:nvPr/>
        </p:nvSpPr>
        <p:spPr>
          <a:xfrm>
            <a:off x="5865146" y="3077252"/>
            <a:ext cx="941094" cy="290082"/>
          </a:xfrm>
          <a:prstGeom prst="rect">
            <a:avLst/>
          </a:prstGeom>
          <a:solidFill>
            <a:srgbClr val="3FB4E0">
              <a:alpha val="80029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SHARED_JAR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32F196-C4D2-F8EB-8FCB-A618608506A5}"/>
              </a:ext>
            </a:extLst>
          </p:cNvPr>
          <p:cNvSpPr/>
          <p:nvPr/>
        </p:nvSpPr>
        <p:spPr>
          <a:xfrm>
            <a:off x="5865145" y="3717427"/>
            <a:ext cx="941094" cy="290082"/>
          </a:xfrm>
          <a:prstGeom prst="rect">
            <a:avLst/>
          </a:prstGeom>
          <a:solidFill>
            <a:srgbClr val="3FB4E0">
              <a:alpha val="80029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SRC</a:t>
            </a:r>
          </a:p>
        </p:txBody>
      </p:sp>
      <p:sp>
        <p:nvSpPr>
          <p:cNvPr id="25" name="Terminator 24">
            <a:extLst>
              <a:ext uri="{FF2B5EF4-FFF2-40B4-BE49-F238E27FC236}">
                <a16:creationId xmlns:a16="http://schemas.microsoft.com/office/drawing/2014/main" id="{07FEFC09-4472-9E67-A6F4-C27889010B1A}"/>
              </a:ext>
            </a:extLst>
          </p:cNvPr>
          <p:cNvSpPr/>
          <p:nvPr/>
        </p:nvSpPr>
        <p:spPr>
          <a:xfrm>
            <a:off x="7242496" y="3717427"/>
            <a:ext cx="941094" cy="290082"/>
          </a:xfrm>
          <a:prstGeom prst="flowChartTerminator">
            <a:avLst/>
          </a:prstGeom>
          <a:solidFill>
            <a:srgbClr val="3FB4E0">
              <a:alpha val="80029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26" name="Terminator 25">
            <a:extLst>
              <a:ext uri="{FF2B5EF4-FFF2-40B4-BE49-F238E27FC236}">
                <a16:creationId xmlns:a16="http://schemas.microsoft.com/office/drawing/2014/main" id="{C913BC53-86E8-26B5-3962-A15B2CF70B84}"/>
              </a:ext>
            </a:extLst>
          </p:cNvPr>
          <p:cNvSpPr/>
          <p:nvPr/>
        </p:nvSpPr>
        <p:spPr>
          <a:xfrm>
            <a:off x="7242496" y="4114921"/>
            <a:ext cx="941094" cy="290082"/>
          </a:xfrm>
          <a:prstGeom prst="flowChartTerminator">
            <a:avLst/>
          </a:prstGeom>
          <a:solidFill>
            <a:srgbClr val="3FB4E0">
              <a:alpha val="80029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YANG</a:t>
            </a:r>
          </a:p>
        </p:txBody>
      </p:sp>
      <p:sp>
        <p:nvSpPr>
          <p:cNvPr id="27" name="Document 26">
            <a:extLst>
              <a:ext uri="{FF2B5EF4-FFF2-40B4-BE49-F238E27FC236}">
                <a16:creationId xmlns:a16="http://schemas.microsoft.com/office/drawing/2014/main" id="{B4AF9836-FBF4-7A03-704D-6937D1E4DA11}"/>
              </a:ext>
            </a:extLst>
          </p:cNvPr>
          <p:cNvSpPr/>
          <p:nvPr/>
        </p:nvSpPr>
        <p:spPr>
          <a:xfrm>
            <a:off x="5865145" y="4517105"/>
            <a:ext cx="1579451" cy="333355"/>
          </a:xfrm>
          <a:prstGeom prst="flowChartDocument">
            <a:avLst/>
          </a:prstGeom>
          <a:solidFill>
            <a:srgbClr val="3FB4E0">
              <a:alpha val="80029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package-meta-</a:t>
            </a:r>
            <a:r>
              <a:rPr lang="en-US" sz="1000" dirty="0" err="1">
                <a:solidFill>
                  <a:schemeClr val="bg1"/>
                </a:solidFill>
              </a:rPr>
              <a:t>data.xml</a:t>
            </a:r>
            <a:endParaRPr lang="en-US" sz="1000" dirty="0">
              <a:solidFill>
                <a:schemeClr val="bg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980F2DA-4E7A-EB65-4C25-FE14CFFF8D27}"/>
              </a:ext>
            </a:extLst>
          </p:cNvPr>
          <p:cNvCxnSpPr/>
          <p:nvPr/>
        </p:nvCxnSpPr>
        <p:spPr>
          <a:xfrm>
            <a:off x="5382883" y="1941943"/>
            <a:ext cx="482262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6EC1BC5-739F-5503-2B7A-F1FDFD786944}"/>
              </a:ext>
            </a:extLst>
          </p:cNvPr>
          <p:cNvCxnSpPr/>
          <p:nvPr/>
        </p:nvCxnSpPr>
        <p:spPr>
          <a:xfrm>
            <a:off x="5598543" y="1941943"/>
            <a:ext cx="0" cy="272020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14E2795-E468-3168-D8FC-66D5A3E5AADF}"/>
              </a:ext>
            </a:extLst>
          </p:cNvPr>
          <p:cNvCxnSpPr/>
          <p:nvPr/>
        </p:nvCxnSpPr>
        <p:spPr>
          <a:xfrm flipH="1">
            <a:off x="5592932" y="2582118"/>
            <a:ext cx="27221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D9369F6-C2ED-1B4C-605F-9F8F9499B01E}"/>
              </a:ext>
            </a:extLst>
          </p:cNvPr>
          <p:cNvCxnSpPr/>
          <p:nvPr/>
        </p:nvCxnSpPr>
        <p:spPr>
          <a:xfrm flipH="1">
            <a:off x="5592931" y="3222293"/>
            <a:ext cx="27221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532125A-AFD7-B446-2AC7-8E8AC3457E63}"/>
              </a:ext>
            </a:extLst>
          </p:cNvPr>
          <p:cNvCxnSpPr/>
          <p:nvPr/>
        </p:nvCxnSpPr>
        <p:spPr>
          <a:xfrm flipH="1">
            <a:off x="5592931" y="3875980"/>
            <a:ext cx="27221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3C537F7-AD29-C484-D039-6BADB56B0442}"/>
              </a:ext>
            </a:extLst>
          </p:cNvPr>
          <p:cNvCxnSpPr/>
          <p:nvPr/>
        </p:nvCxnSpPr>
        <p:spPr>
          <a:xfrm flipH="1">
            <a:off x="5592930" y="4662343"/>
            <a:ext cx="27221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B65DABE-3F17-D2DA-D637-13F0AF1FA3B4}"/>
              </a:ext>
            </a:extLst>
          </p:cNvPr>
          <p:cNvCxnSpPr>
            <a:cxnSpLocks/>
          </p:cNvCxnSpPr>
          <p:nvPr/>
        </p:nvCxnSpPr>
        <p:spPr>
          <a:xfrm>
            <a:off x="6806239" y="3875853"/>
            <a:ext cx="436257" cy="12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EC5D622-E2C3-7B9A-94DF-AC951E1B0A28}"/>
              </a:ext>
            </a:extLst>
          </p:cNvPr>
          <p:cNvCxnSpPr/>
          <p:nvPr/>
        </p:nvCxnSpPr>
        <p:spPr>
          <a:xfrm>
            <a:off x="6996853" y="3875853"/>
            <a:ext cx="0" cy="42860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CEBF7BB-87AF-BEA1-8668-37AF44F70081}"/>
              </a:ext>
            </a:extLst>
          </p:cNvPr>
          <p:cNvCxnSpPr>
            <a:cxnSpLocks/>
          </p:cNvCxnSpPr>
          <p:nvPr/>
        </p:nvCxnSpPr>
        <p:spPr>
          <a:xfrm flipH="1">
            <a:off x="6996853" y="4299313"/>
            <a:ext cx="24564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11538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599AF-8A5C-9474-321E-19ECDCF88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loud 12">
            <a:extLst>
              <a:ext uri="{FF2B5EF4-FFF2-40B4-BE49-F238E27FC236}">
                <a16:creationId xmlns:a16="http://schemas.microsoft.com/office/drawing/2014/main" id="{BB812CD1-2BA6-B5A3-EFB2-0FF6236830F5}"/>
              </a:ext>
            </a:extLst>
          </p:cNvPr>
          <p:cNvSpPr/>
          <p:nvPr/>
        </p:nvSpPr>
        <p:spPr>
          <a:xfrm>
            <a:off x="4782292" y="4100497"/>
            <a:ext cx="3292672" cy="1249213"/>
          </a:xfrm>
          <a:prstGeom prst="cloud">
            <a:avLst/>
          </a:prstGeom>
          <a:solidFill>
            <a:srgbClr val="3FB4E0">
              <a:alpha val="19878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Magnetic Disk 33">
            <a:extLst>
              <a:ext uri="{FF2B5EF4-FFF2-40B4-BE49-F238E27FC236}">
                <a16:creationId xmlns:a16="http://schemas.microsoft.com/office/drawing/2014/main" id="{C994F000-EF71-CEEC-BCF2-42675B19D39C}"/>
              </a:ext>
            </a:extLst>
          </p:cNvPr>
          <p:cNvSpPr/>
          <p:nvPr/>
        </p:nvSpPr>
        <p:spPr>
          <a:xfrm>
            <a:off x="7154245" y="4567479"/>
            <a:ext cx="633252" cy="310040"/>
          </a:xfrm>
          <a:prstGeom prst="can">
            <a:avLst/>
          </a:prstGeom>
          <a:solidFill>
            <a:srgbClr val="3FB4E0">
              <a:alpha val="80206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Magnetic Disk 33">
            <a:extLst>
              <a:ext uri="{FF2B5EF4-FFF2-40B4-BE49-F238E27FC236}">
                <a16:creationId xmlns:a16="http://schemas.microsoft.com/office/drawing/2014/main" id="{19286FE5-6E96-9069-B562-35098A802969}"/>
              </a:ext>
            </a:extLst>
          </p:cNvPr>
          <p:cNvSpPr/>
          <p:nvPr/>
        </p:nvSpPr>
        <p:spPr>
          <a:xfrm>
            <a:off x="6134829" y="4726315"/>
            <a:ext cx="633252" cy="310040"/>
          </a:xfrm>
          <a:prstGeom prst="can">
            <a:avLst/>
          </a:prstGeom>
          <a:solidFill>
            <a:srgbClr val="3FB4E0">
              <a:alpha val="80206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7F447-08EC-A5B5-A517-FE79AAB531BC}"/>
              </a:ext>
            </a:extLst>
          </p:cNvPr>
          <p:cNvSpPr/>
          <p:nvPr/>
        </p:nvSpPr>
        <p:spPr>
          <a:xfrm>
            <a:off x="4212077" y="1001949"/>
            <a:ext cx="4338536" cy="455156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757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804232-E975-71AF-DC1B-DF502BFC5277}"/>
              </a:ext>
            </a:extLst>
          </p:cNvPr>
          <p:cNvSpPr/>
          <p:nvPr/>
        </p:nvSpPr>
        <p:spPr>
          <a:xfrm>
            <a:off x="5584151" y="1206118"/>
            <a:ext cx="1620982" cy="346362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Service Model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2E09A141-6B4F-16F7-7AE3-F768994E1193}"/>
              </a:ext>
            </a:extLst>
          </p:cNvPr>
          <p:cNvSpPr/>
          <p:nvPr/>
        </p:nvSpPr>
        <p:spPr>
          <a:xfrm>
            <a:off x="5584150" y="1884989"/>
            <a:ext cx="1620975" cy="526472"/>
          </a:xfrm>
          <a:prstGeom prst="parallelogram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Java Mapping Logic</a:t>
            </a:r>
          </a:p>
        </p:txBody>
      </p:sp>
      <p:sp>
        <p:nvSpPr>
          <p:cNvPr id="10" name="Document 9">
            <a:extLst>
              <a:ext uri="{FF2B5EF4-FFF2-40B4-BE49-F238E27FC236}">
                <a16:creationId xmlns:a16="http://schemas.microsoft.com/office/drawing/2014/main" id="{7F4EFADF-0995-768E-1B4F-BFB2BF5FD2FC}"/>
              </a:ext>
            </a:extLst>
          </p:cNvPr>
          <p:cNvSpPr/>
          <p:nvPr/>
        </p:nvSpPr>
        <p:spPr>
          <a:xfrm>
            <a:off x="4418060" y="2810934"/>
            <a:ext cx="1620982" cy="346362"/>
          </a:xfrm>
          <a:prstGeom prst="flowChartDocumen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Cisco IOS Device Model</a:t>
            </a:r>
          </a:p>
        </p:txBody>
      </p:sp>
      <p:sp>
        <p:nvSpPr>
          <p:cNvPr id="11" name="Document 10">
            <a:extLst>
              <a:ext uri="{FF2B5EF4-FFF2-40B4-BE49-F238E27FC236}">
                <a16:creationId xmlns:a16="http://schemas.microsoft.com/office/drawing/2014/main" id="{B6C98AEE-4B5F-93F7-6195-AF4A09E7178A}"/>
              </a:ext>
            </a:extLst>
          </p:cNvPr>
          <p:cNvSpPr/>
          <p:nvPr/>
        </p:nvSpPr>
        <p:spPr>
          <a:xfrm>
            <a:off x="5464405" y="3219299"/>
            <a:ext cx="1620982" cy="346362"/>
          </a:xfrm>
          <a:prstGeom prst="flowChartDocumen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Cisco XR Device Model</a:t>
            </a:r>
          </a:p>
        </p:txBody>
      </p:sp>
      <p:sp>
        <p:nvSpPr>
          <p:cNvPr id="12" name="Document 11">
            <a:extLst>
              <a:ext uri="{FF2B5EF4-FFF2-40B4-BE49-F238E27FC236}">
                <a16:creationId xmlns:a16="http://schemas.microsoft.com/office/drawing/2014/main" id="{CB1B405B-0258-2690-BADC-8D5A87F18CB3}"/>
              </a:ext>
            </a:extLst>
          </p:cNvPr>
          <p:cNvSpPr/>
          <p:nvPr/>
        </p:nvSpPr>
        <p:spPr>
          <a:xfrm>
            <a:off x="6750242" y="3660674"/>
            <a:ext cx="1620982" cy="346362"/>
          </a:xfrm>
          <a:prstGeom prst="flowChartDocumen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Juniper Device Model</a:t>
            </a:r>
          </a:p>
        </p:txBody>
      </p:sp>
      <p:sp>
        <p:nvSpPr>
          <p:cNvPr id="14" name="Magnetic Disk 33">
            <a:extLst>
              <a:ext uri="{FF2B5EF4-FFF2-40B4-BE49-F238E27FC236}">
                <a16:creationId xmlns:a16="http://schemas.microsoft.com/office/drawing/2014/main" id="{76AD71D1-4867-8DA6-E512-2FE7FAA16E55}"/>
              </a:ext>
            </a:extLst>
          </p:cNvPr>
          <p:cNvSpPr/>
          <p:nvPr/>
        </p:nvSpPr>
        <p:spPr>
          <a:xfrm>
            <a:off x="5205317" y="4457860"/>
            <a:ext cx="633252" cy="310039"/>
          </a:xfrm>
          <a:prstGeom prst="can">
            <a:avLst/>
          </a:prstGeom>
          <a:solidFill>
            <a:srgbClr val="3FB4E0">
              <a:alpha val="80206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9E3B57-28D3-C062-BF16-55A96FABE8B0}"/>
              </a:ext>
            </a:extLst>
          </p:cNvPr>
          <p:cNvCxnSpPr>
            <a:cxnSpLocks/>
          </p:cNvCxnSpPr>
          <p:nvPr/>
        </p:nvCxnSpPr>
        <p:spPr>
          <a:xfrm flipV="1">
            <a:off x="5520929" y="4567479"/>
            <a:ext cx="0" cy="93536"/>
          </a:xfrm>
          <a:prstGeom prst="straightConnector1">
            <a:avLst/>
          </a:prstGeom>
          <a:ln>
            <a:solidFill>
              <a:srgbClr val="3FB4E0"/>
            </a:solidFill>
            <a:headEnd type="triangl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2B159E-5B9D-6256-E486-8AA4E83D3A85}"/>
              </a:ext>
            </a:extLst>
          </p:cNvPr>
          <p:cNvCxnSpPr>
            <a:cxnSpLocks/>
          </p:cNvCxnSpPr>
          <p:nvPr/>
        </p:nvCxnSpPr>
        <p:spPr>
          <a:xfrm>
            <a:off x="5520929" y="4656784"/>
            <a:ext cx="0" cy="104351"/>
          </a:xfrm>
          <a:prstGeom prst="straightConnector1">
            <a:avLst/>
          </a:prstGeom>
          <a:ln>
            <a:solidFill>
              <a:srgbClr val="3FB4E0"/>
            </a:solidFill>
            <a:headEnd type="triangl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9AE984E-1902-1F4A-D96F-A80C5711CEB5}"/>
              </a:ext>
            </a:extLst>
          </p:cNvPr>
          <p:cNvCxnSpPr>
            <a:cxnSpLocks/>
          </p:cNvCxnSpPr>
          <p:nvPr/>
        </p:nvCxnSpPr>
        <p:spPr>
          <a:xfrm flipH="1">
            <a:off x="5430792" y="4656784"/>
            <a:ext cx="99663" cy="0"/>
          </a:xfrm>
          <a:prstGeom prst="straightConnector1">
            <a:avLst/>
          </a:prstGeom>
          <a:ln>
            <a:solidFill>
              <a:srgbClr val="3FB4E0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E45E68-86CE-4216-FD98-4BFD0DBB7087}"/>
              </a:ext>
            </a:extLst>
          </p:cNvPr>
          <p:cNvCxnSpPr>
            <a:cxnSpLocks/>
          </p:cNvCxnSpPr>
          <p:nvPr/>
        </p:nvCxnSpPr>
        <p:spPr>
          <a:xfrm>
            <a:off x="5514579" y="4657208"/>
            <a:ext cx="98515" cy="0"/>
          </a:xfrm>
          <a:prstGeom prst="straightConnector1">
            <a:avLst/>
          </a:prstGeom>
          <a:ln>
            <a:solidFill>
              <a:srgbClr val="3FB4E0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FAEBD3D-BE43-C706-4BD3-316D69B10305}"/>
              </a:ext>
            </a:extLst>
          </p:cNvPr>
          <p:cNvCxnSpPr/>
          <p:nvPr/>
        </p:nvCxnSpPr>
        <p:spPr>
          <a:xfrm flipH="1">
            <a:off x="5083078" y="2411461"/>
            <a:ext cx="1302328" cy="39947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9D399A0-264C-139C-BDD4-75F1610DCA87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6274896" y="2411461"/>
            <a:ext cx="92037" cy="80783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42D813-0642-5CA2-F9FF-D37FAA111370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6366933" y="2411461"/>
            <a:ext cx="1193800" cy="124921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DCAAE8F-7035-280F-6497-531850D4FEE9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394642" y="1552480"/>
            <a:ext cx="0" cy="33250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06CA959-DEA1-FA6E-32D1-8A14C33E49D5}"/>
              </a:ext>
            </a:extLst>
          </p:cNvPr>
          <p:cNvGrpSpPr/>
          <p:nvPr/>
        </p:nvGrpSpPr>
        <p:grpSpPr>
          <a:xfrm>
            <a:off x="5438379" y="4577568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A804DA3-A0B0-9F62-3BC5-73BC6A41DCF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7F0CAB4C-8079-F1A3-DD4E-114CEE6A100E}"/>
                </a:ext>
              </a:extLst>
            </p:cNvPr>
            <p:cNvCxnSpPr>
              <a:cxnSpLocks/>
              <a:stCxn id="3" idx="0"/>
              <a:endCxn id="3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555CB7A-692D-34D4-9F38-658A01CF689B}"/>
                </a:ext>
              </a:extLst>
            </p:cNvPr>
            <p:cNvCxnSpPr>
              <a:cxnSpLocks/>
              <a:stCxn id="3" idx="2"/>
              <a:endCxn id="3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5FAAAC3-AA79-1DB2-B391-46172F334DFD}"/>
              </a:ext>
            </a:extLst>
          </p:cNvPr>
          <p:cNvGrpSpPr/>
          <p:nvPr/>
        </p:nvGrpSpPr>
        <p:grpSpPr>
          <a:xfrm>
            <a:off x="6375255" y="4839271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62F1C0-B492-266D-83A3-603C63550986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F51655A-8FCC-7E8C-7AAF-77F1288568F2}"/>
                </a:ext>
              </a:extLst>
            </p:cNvPr>
            <p:cNvCxnSpPr>
              <a:cxnSpLocks/>
              <a:stCxn id="15" idx="0"/>
              <a:endCxn id="15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5D7DB52-4B28-F821-DFDA-0D24CA14EFA0}"/>
                </a:ext>
              </a:extLst>
            </p:cNvPr>
            <p:cNvCxnSpPr>
              <a:cxnSpLocks/>
              <a:stCxn id="15" idx="2"/>
              <a:endCxn id="15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554E9E5-6FB6-9622-5277-56F089243BB9}"/>
              </a:ext>
            </a:extLst>
          </p:cNvPr>
          <p:cNvGrpSpPr/>
          <p:nvPr/>
        </p:nvGrpSpPr>
        <p:grpSpPr>
          <a:xfrm>
            <a:off x="7394671" y="4694368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C994A4A-C210-BFE0-ACA0-1B83B63312F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EA71A59-F429-E198-D743-2A981E954C03}"/>
                </a:ext>
              </a:extLst>
            </p:cNvPr>
            <p:cNvCxnSpPr>
              <a:cxnSpLocks/>
              <a:stCxn id="25" idx="0"/>
              <a:endCxn id="25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2252FC0-EA1C-C561-45D5-DC3D6F5FD23D}"/>
                </a:ext>
              </a:extLst>
            </p:cNvPr>
            <p:cNvCxnSpPr>
              <a:cxnSpLocks/>
              <a:stCxn id="25" idx="2"/>
              <a:endCxn id="25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229712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3BD0A-9D99-B462-AF30-CBE6F34C2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loud 12">
            <a:extLst>
              <a:ext uri="{FF2B5EF4-FFF2-40B4-BE49-F238E27FC236}">
                <a16:creationId xmlns:a16="http://schemas.microsoft.com/office/drawing/2014/main" id="{2CDA015E-B1AE-834F-6BE2-60E6A86C3BD5}"/>
              </a:ext>
            </a:extLst>
          </p:cNvPr>
          <p:cNvSpPr/>
          <p:nvPr/>
        </p:nvSpPr>
        <p:spPr>
          <a:xfrm>
            <a:off x="4782292" y="4637615"/>
            <a:ext cx="3292672" cy="1249213"/>
          </a:xfrm>
          <a:prstGeom prst="cloud">
            <a:avLst/>
          </a:prstGeom>
          <a:solidFill>
            <a:srgbClr val="3FB4E0">
              <a:alpha val="19878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Magnetic Disk 33">
            <a:extLst>
              <a:ext uri="{FF2B5EF4-FFF2-40B4-BE49-F238E27FC236}">
                <a16:creationId xmlns:a16="http://schemas.microsoft.com/office/drawing/2014/main" id="{9674EF66-6829-3758-1F8D-3FE08C1CFC0E}"/>
              </a:ext>
            </a:extLst>
          </p:cNvPr>
          <p:cNvSpPr/>
          <p:nvPr/>
        </p:nvSpPr>
        <p:spPr>
          <a:xfrm>
            <a:off x="7154245" y="5140993"/>
            <a:ext cx="633252" cy="273644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Magnetic Disk 33">
            <a:extLst>
              <a:ext uri="{FF2B5EF4-FFF2-40B4-BE49-F238E27FC236}">
                <a16:creationId xmlns:a16="http://schemas.microsoft.com/office/drawing/2014/main" id="{319C7954-A553-E769-B255-F2469BEAD86E}"/>
              </a:ext>
            </a:extLst>
          </p:cNvPr>
          <p:cNvSpPr/>
          <p:nvPr/>
        </p:nvSpPr>
        <p:spPr>
          <a:xfrm>
            <a:off x="6134829" y="5278219"/>
            <a:ext cx="633252" cy="295254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8B7698-5B75-A809-530E-EC506C5B091B}"/>
              </a:ext>
            </a:extLst>
          </p:cNvPr>
          <p:cNvSpPr/>
          <p:nvPr/>
        </p:nvSpPr>
        <p:spPr>
          <a:xfrm>
            <a:off x="4173165" y="535021"/>
            <a:ext cx="4435813" cy="550505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21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3E19BC-DA2B-9996-F9F4-DAAAF8812BAE}"/>
              </a:ext>
            </a:extLst>
          </p:cNvPr>
          <p:cNvSpPr/>
          <p:nvPr/>
        </p:nvSpPr>
        <p:spPr>
          <a:xfrm>
            <a:off x="5584151" y="755182"/>
            <a:ext cx="1620982" cy="346362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Service Model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4A7BD0B5-0126-4D4C-0FA0-EEF5DB531304}"/>
              </a:ext>
            </a:extLst>
          </p:cNvPr>
          <p:cNvSpPr/>
          <p:nvPr/>
        </p:nvSpPr>
        <p:spPr>
          <a:xfrm>
            <a:off x="5584138" y="1434053"/>
            <a:ext cx="1620981" cy="526472"/>
          </a:xfrm>
          <a:prstGeom prst="parallelogram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Java Mapping Logic</a:t>
            </a:r>
          </a:p>
        </p:txBody>
      </p:sp>
      <p:sp>
        <p:nvSpPr>
          <p:cNvPr id="10" name="Document 9">
            <a:extLst>
              <a:ext uri="{FF2B5EF4-FFF2-40B4-BE49-F238E27FC236}">
                <a16:creationId xmlns:a16="http://schemas.microsoft.com/office/drawing/2014/main" id="{2608B1C9-6896-27A0-CF58-BB1B538093D9}"/>
              </a:ext>
            </a:extLst>
          </p:cNvPr>
          <p:cNvSpPr/>
          <p:nvPr/>
        </p:nvSpPr>
        <p:spPr>
          <a:xfrm>
            <a:off x="4418060" y="3364830"/>
            <a:ext cx="1620982" cy="346362"/>
          </a:xfrm>
          <a:prstGeom prst="flowChartDocumen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Cisco IOS Device Model</a:t>
            </a:r>
          </a:p>
        </p:txBody>
      </p:sp>
      <p:sp>
        <p:nvSpPr>
          <p:cNvPr id="11" name="Document 10">
            <a:extLst>
              <a:ext uri="{FF2B5EF4-FFF2-40B4-BE49-F238E27FC236}">
                <a16:creationId xmlns:a16="http://schemas.microsoft.com/office/drawing/2014/main" id="{5AFB1658-643B-F227-12B5-2D1C833B78C2}"/>
              </a:ext>
            </a:extLst>
          </p:cNvPr>
          <p:cNvSpPr/>
          <p:nvPr/>
        </p:nvSpPr>
        <p:spPr>
          <a:xfrm>
            <a:off x="5464405" y="3773195"/>
            <a:ext cx="1620982" cy="346362"/>
          </a:xfrm>
          <a:prstGeom prst="flowChartDocumen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Cisco XR Device Model</a:t>
            </a:r>
          </a:p>
        </p:txBody>
      </p:sp>
      <p:sp>
        <p:nvSpPr>
          <p:cNvPr id="12" name="Document 11">
            <a:extLst>
              <a:ext uri="{FF2B5EF4-FFF2-40B4-BE49-F238E27FC236}">
                <a16:creationId xmlns:a16="http://schemas.microsoft.com/office/drawing/2014/main" id="{FC412D25-BCE7-B0B7-5B56-8FD97DF0CC1B}"/>
              </a:ext>
            </a:extLst>
          </p:cNvPr>
          <p:cNvSpPr/>
          <p:nvPr/>
        </p:nvSpPr>
        <p:spPr>
          <a:xfrm>
            <a:off x="6750242" y="4214570"/>
            <a:ext cx="1620982" cy="346362"/>
          </a:xfrm>
          <a:prstGeom prst="flowChartDocumen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Juniper Device Model</a:t>
            </a:r>
          </a:p>
        </p:txBody>
      </p:sp>
      <p:sp>
        <p:nvSpPr>
          <p:cNvPr id="14" name="Magnetic Disk 33">
            <a:extLst>
              <a:ext uri="{FF2B5EF4-FFF2-40B4-BE49-F238E27FC236}">
                <a16:creationId xmlns:a16="http://schemas.microsoft.com/office/drawing/2014/main" id="{DF6313B7-F27A-A606-A993-9A308145AFEA}"/>
              </a:ext>
            </a:extLst>
          </p:cNvPr>
          <p:cNvSpPr/>
          <p:nvPr/>
        </p:nvSpPr>
        <p:spPr>
          <a:xfrm>
            <a:off x="5205317" y="5009763"/>
            <a:ext cx="633252" cy="295254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EACBB37-16FC-C654-D2CC-422A8ACA18EC}"/>
              </a:ext>
            </a:extLst>
          </p:cNvPr>
          <p:cNvCxnSpPr>
            <a:cxnSpLocks/>
          </p:cNvCxnSpPr>
          <p:nvPr/>
        </p:nvCxnSpPr>
        <p:spPr>
          <a:xfrm flipH="1">
            <a:off x="5083078" y="2871029"/>
            <a:ext cx="1051751" cy="4938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B02915C-3FCB-2B41-622C-073785A05F50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6274896" y="2871029"/>
            <a:ext cx="133078" cy="90216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1849DF-F358-C4D6-47D2-419AA7A454F8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6527655" y="2871029"/>
            <a:ext cx="1033078" cy="134354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360EF13-E1BE-DD7F-70F8-7FFB6F1A1E84}"/>
              </a:ext>
            </a:extLst>
          </p:cNvPr>
          <p:cNvCxnSpPr>
            <a:cxnSpLocks/>
          </p:cNvCxnSpPr>
          <p:nvPr/>
        </p:nvCxnSpPr>
        <p:spPr>
          <a:xfrm>
            <a:off x="6394642" y="1101544"/>
            <a:ext cx="0" cy="33250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072D89D-B9E2-B31B-EF1D-6F8CB990DC31}"/>
              </a:ext>
            </a:extLst>
          </p:cNvPr>
          <p:cNvSpPr/>
          <p:nvPr/>
        </p:nvSpPr>
        <p:spPr>
          <a:xfrm>
            <a:off x="5689847" y="2471556"/>
            <a:ext cx="1436254" cy="399473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Feature Templates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5DAC22-881B-B6FD-7795-FE47680B317E}"/>
              </a:ext>
            </a:extLst>
          </p:cNvPr>
          <p:cNvCxnSpPr>
            <a:cxnSpLocks/>
          </p:cNvCxnSpPr>
          <p:nvPr/>
        </p:nvCxnSpPr>
        <p:spPr>
          <a:xfrm flipH="1">
            <a:off x="6394642" y="1961247"/>
            <a:ext cx="1395" cy="51030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9AE76EA-CC13-C1BD-FCF3-6C501801B569}"/>
              </a:ext>
            </a:extLst>
          </p:cNvPr>
          <p:cNvSpPr txBox="1"/>
          <p:nvPr/>
        </p:nvSpPr>
        <p:spPr>
          <a:xfrm>
            <a:off x="6386245" y="2208102"/>
            <a:ext cx="161819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Simple Variable Interface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03A593-B31D-45D4-4B56-CB25998907C1}"/>
              </a:ext>
            </a:extLst>
          </p:cNvPr>
          <p:cNvGrpSpPr/>
          <p:nvPr/>
        </p:nvGrpSpPr>
        <p:grpSpPr>
          <a:xfrm>
            <a:off x="5456553" y="5117318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784E5A1-5092-37B8-B65A-6D9FFC0DAB8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4B6E6FA-AFE0-674E-7B98-1A521ED2F862}"/>
                </a:ext>
              </a:extLst>
            </p:cNvPr>
            <p:cNvCxnSpPr>
              <a:cxnSpLocks/>
              <a:stCxn id="7" idx="0"/>
              <a:endCxn id="7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BAE3115-9979-2C7C-68E5-74CCBA9E04FE}"/>
                </a:ext>
              </a:extLst>
            </p:cNvPr>
            <p:cNvCxnSpPr>
              <a:cxnSpLocks/>
              <a:stCxn id="7" idx="2"/>
              <a:endCxn id="7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C8AB8FC-6F08-DAFE-D954-33587940F2F2}"/>
              </a:ext>
            </a:extLst>
          </p:cNvPr>
          <p:cNvGrpSpPr/>
          <p:nvPr/>
        </p:nvGrpSpPr>
        <p:grpSpPr>
          <a:xfrm>
            <a:off x="6375255" y="538624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5EA58F-439E-779E-54F8-CB6BF926B01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153A47B-DB19-2151-F8A5-D0211A1A24D0}"/>
                </a:ext>
              </a:extLst>
            </p:cNvPr>
            <p:cNvCxnSpPr>
              <a:cxnSpLocks/>
              <a:stCxn id="25" idx="0"/>
              <a:endCxn id="25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6B8109D-2A4C-B31F-621D-647BEEB5F0F7}"/>
                </a:ext>
              </a:extLst>
            </p:cNvPr>
            <p:cNvCxnSpPr>
              <a:cxnSpLocks/>
              <a:stCxn id="25" idx="2"/>
              <a:endCxn id="25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038601A-2C34-414F-4629-33C075843393}"/>
              </a:ext>
            </a:extLst>
          </p:cNvPr>
          <p:cNvGrpSpPr/>
          <p:nvPr/>
        </p:nvGrpSpPr>
        <p:grpSpPr>
          <a:xfrm>
            <a:off x="7394671" y="5228051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CF4942F-CE8B-EDA8-C773-FBE62B62425E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935F3CA-8FA3-7805-8236-1CCCC3229CD8}"/>
                </a:ext>
              </a:extLst>
            </p:cNvPr>
            <p:cNvCxnSpPr>
              <a:cxnSpLocks/>
              <a:stCxn id="30" idx="0"/>
              <a:endCxn id="3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D8FF9A1-4891-D313-4017-C449E04D9FD4}"/>
                </a:ext>
              </a:extLst>
            </p:cNvPr>
            <p:cNvCxnSpPr>
              <a:cxnSpLocks/>
              <a:stCxn id="30" idx="2"/>
              <a:endCxn id="3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543026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86058-A274-AA85-BE8E-B4EC229A0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525F82E-63EA-48EE-DF6F-43CA74938FC6}"/>
              </a:ext>
            </a:extLst>
          </p:cNvPr>
          <p:cNvSpPr/>
          <p:nvPr/>
        </p:nvSpPr>
        <p:spPr>
          <a:xfrm>
            <a:off x="2431915" y="768485"/>
            <a:ext cx="8112868" cy="5084284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358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21" name="Magnetic Disk 33">
            <a:extLst>
              <a:ext uri="{FF2B5EF4-FFF2-40B4-BE49-F238E27FC236}">
                <a16:creationId xmlns:a16="http://schemas.microsoft.com/office/drawing/2014/main" id="{62827695-146B-CB90-FB59-C3E831BBD6A6}"/>
              </a:ext>
            </a:extLst>
          </p:cNvPr>
          <p:cNvSpPr/>
          <p:nvPr/>
        </p:nvSpPr>
        <p:spPr>
          <a:xfrm>
            <a:off x="2680499" y="947137"/>
            <a:ext cx="633252" cy="399358"/>
          </a:xfrm>
          <a:prstGeom prst="can">
            <a:avLst/>
          </a:prstGeom>
          <a:solidFill>
            <a:srgbClr val="3FB4E0">
              <a:alpha val="79901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Magnetic Disk 33">
            <a:extLst>
              <a:ext uri="{FF2B5EF4-FFF2-40B4-BE49-F238E27FC236}">
                <a16:creationId xmlns:a16="http://schemas.microsoft.com/office/drawing/2014/main" id="{4C486769-A778-89EC-5140-02CCD61BF256}"/>
              </a:ext>
            </a:extLst>
          </p:cNvPr>
          <p:cNvSpPr/>
          <p:nvPr/>
        </p:nvSpPr>
        <p:spPr>
          <a:xfrm>
            <a:off x="2668372" y="4516817"/>
            <a:ext cx="633252" cy="399358"/>
          </a:xfrm>
          <a:prstGeom prst="can">
            <a:avLst/>
          </a:prstGeom>
          <a:solidFill>
            <a:srgbClr val="3FB4E0">
              <a:alpha val="79901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ACD83A6-EE3A-6394-E66D-5D9CE0523960}"/>
              </a:ext>
            </a:extLst>
          </p:cNvPr>
          <p:cNvCxnSpPr>
            <a:cxnSpLocks/>
            <a:stCxn id="30" idx="1"/>
            <a:endCxn id="66" idx="2"/>
          </p:cNvCxnSpPr>
          <p:nvPr/>
        </p:nvCxnSpPr>
        <p:spPr>
          <a:xfrm flipV="1">
            <a:off x="2984998" y="1595740"/>
            <a:ext cx="10532" cy="292107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AED2494-EB34-74C4-C104-D6902D50C1D0}"/>
              </a:ext>
            </a:extLst>
          </p:cNvPr>
          <p:cNvSpPr txBox="1"/>
          <p:nvPr/>
        </p:nvSpPr>
        <p:spPr>
          <a:xfrm>
            <a:off x="3230996" y="1461425"/>
            <a:ext cx="2246922" cy="707886"/>
          </a:xfrm>
          <a:prstGeom prst="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ea typeface="NSimSun" panose="02010609030101010101" pitchFamily="49" charset="-122"/>
                <a:cs typeface="Sabon Next LT" panose="02000500000000000000" pitchFamily="2" charset="0"/>
              </a:rPr>
              <a:t>interface 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GigabitEthernet0/1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ea typeface="NSimSun" panose="02010609030101010101" pitchFamily="49" charset="-122"/>
                <a:cs typeface="Sabon Next LT" panose="02000500000000000000" pitchFamily="2" charset="0"/>
              </a:rPr>
              <a:t>  description Link to CE router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ea typeface="NSimSun" panose="02010609030101010101" pitchFamily="49" charset="-122"/>
                <a:cs typeface="Sabon Next LT" panose="02000500000000000000" pitchFamily="2" charset="0"/>
              </a:rPr>
              <a:t>  </a:t>
            </a: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  <a:ea typeface="NSimSun" panose="02010609030101010101" pitchFamily="49" charset="-122"/>
                <a:cs typeface="Sabon Next LT" panose="02000500000000000000" pitchFamily="2" charset="0"/>
              </a:rPr>
              <a:t>ip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ea typeface="NSimSun" panose="02010609030101010101" pitchFamily="49" charset="-122"/>
                <a:cs typeface="Sabon Next LT" panose="02000500000000000000" pitchFamily="2" charset="0"/>
              </a:rPr>
              <a:t> address 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10.1.1.2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ea typeface="NSimSun" panose="02010609030101010101" pitchFamily="49" charset="-122"/>
                <a:cs typeface="Sabon Next LT" panose="02000500000000000000" pitchFamily="2" charset="0"/>
              </a:rPr>
              <a:t> 255.255.255.252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ea typeface="NSimSun" panose="02010609030101010101" pitchFamily="49" charset="-122"/>
                <a:cs typeface="Sabon Next LT" panose="02000500000000000000" pitchFamily="2" charset="0"/>
              </a:rPr>
              <a:t>exit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43A087-B90E-6B01-2AF7-0A9028CD2B4C}"/>
              </a:ext>
            </a:extLst>
          </p:cNvPr>
          <p:cNvSpPr txBox="1"/>
          <p:nvPr/>
        </p:nvSpPr>
        <p:spPr>
          <a:xfrm>
            <a:off x="5650124" y="1461425"/>
            <a:ext cx="2246922" cy="1938992"/>
          </a:xfrm>
          <a:prstGeom prst="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router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bgp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100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vrf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volvo</a:t>
            </a:r>
            <a:endParaRPr lang="en-US" sz="1000" dirty="0">
              <a:solidFill>
                <a:srgbClr val="3FB4E0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rd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65101:1 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address-family ipv4 unicast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exit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neighbor 10.1.1.1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remote-as 65101 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address-family ipv4 unicast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  as-override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exit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exit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exit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383EF8-661F-6871-9A63-85F6823FC832}"/>
              </a:ext>
            </a:extLst>
          </p:cNvPr>
          <p:cNvSpPr txBox="1"/>
          <p:nvPr/>
        </p:nvSpPr>
        <p:spPr>
          <a:xfrm>
            <a:off x="8069253" y="1461425"/>
            <a:ext cx="2246922" cy="1631216"/>
          </a:xfrm>
          <a:prstGeom prst="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vrf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volvo</a:t>
            </a:r>
            <a:endParaRPr lang="en-US" sz="1000" dirty="0">
              <a:solidFill>
                <a:srgbClr val="3FB4E0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address-family ipv4 unicast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import route-target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65101:1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exit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export route-target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65101:1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exit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exit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exit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77718B-DEC8-4A10-C62F-A5E7D9A5C459}"/>
              </a:ext>
            </a:extLst>
          </p:cNvPr>
          <p:cNvSpPr txBox="1"/>
          <p:nvPr/>
        </p:nvSpPr>
        <p:spPr>
          <a:xfrm>
            <a:off x="3230996" y="3665649"/>
            <a:ext cx="2246922" cy="707886"/>
          </a:xfrm>
          <a:prstGeom prst="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interface GigabitEthernet0/1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description Link to PE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ip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address 10.1.1.1 255.255.255.252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exit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9AEA03-7B05-75F8-1DA3-5CC2979DA519}"/>
              </a:ext>
            </a:extLst>
          </p:cNvPr>
          <p:cNvSpPr txBox="1"/>
          <p:nvPr/>
        </p:nvSpPr>
        <p:spPr>
          <a:xfrm>
            <a:off x="5650124" y="3655042"/>
            <a:ext cx="2246922" cy="861774"/>
          </a:xfrm>
          <a:prstGeom prst="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router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bgp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65101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neighbor 10.1.1.2 remote-as 100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neighbor 10.1.1.2 activate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redistribute connected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!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AABB46A-B0D9-F522-2271-12B42E114A3C}"/>
              </a:ext>
            </a:extLst>
          </p:cNvPr>
          <p:cNvCxnSpPr>
            <a:cxnSpLocks/>
            <a:stCxn id="67" idx="2"/>
          </p:cNvCxnSpPr>
          <p:nvPr/>
        </p:nvCxnSpPr>
        <p:spPr>
          <a:xfrm>
            <a:off x="2974526" y="5165804"/>
            <a:ext cx="0" cy="56591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C3BD413-DA02-6F47-A6E5-59AAE7418C3C}"/>
              </a:ext>
            </a:extLst>
          </p:cNvPr>
          <p:cNvSpPr txBox="1"/>
          <p:nvPr/>
        </p:nvSpPr>
        <p:spPr>
          <a:xfrm>
            <a:off x="3230995" y="4942973"/>
            <a:ext cx="2306061" cy="707886"/>
          </a:xfrm>
          <a:prstGeom prst="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interface GigabitEthernet0/20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description Local network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ip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address 192.168.1.0 255.255.255.0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exit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D791F6-8085-52F4-FF7F-45761A416BE3}"/>
              </a:ext>
            </a:extLst>
          </p:cNvPr>
          <p:cNvSpPr txBox="1"/>
          <p:nvPr/>
        </p:nvSpPr>
        <p:spPr>
          <a:xfrm>
            <a:off x="2827035" y="1349519"/>
            <a:ext cx="33699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A19906-9F5B-C4E2-9AD5-4B258F82F67F}"/>
              </a:ext>
            </a:extLst>
          </p:cNvPr>
          <p:cNvSpPr txBox="1"/>
          <p:nvPr/>
        </p:nvSpPr>
        <p:spPr>
          <a:xfrm>
            <a:off x="2795403" y="4919583"/>
            <a:ext cx="35824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8F83043-72E8-D8A7-0C2B-E508CCFF28D5}"/>
              </a:ext>
            </a:extLst>
          </p:cNvPr>
          <p:cNvGrpSpPr/>
          <p:nvPr/>
        </p:nvGrpSpPr>
        <p:grpSpPr>
          <a:xfrm>
            <a:off x="2910423" y="468134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686F6D3-7D09-D64E-E686-B72EA4C9D4E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19E574A-63CC-1A52-5572-EAAB2BCA8C89}"/>
                </a:ext>
              </a:extLst>
            </p:cNvPr>
            <p:cNvCxnSpPr>
              <a:cxnSpLocks/>
              <a:stCxn id="19" idx="0"/>
              <a:endCxn id="19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1AFFCBB-D726-4BD7-38F7-8207D219BBA3}"/>
                </a:ext>
              </a:extLst>
            </p:cNvPr>
            <p:cNvCxnSpPr>
              <a:cxnSpLocks/>
              <a:stCxn id="19" idx="2"/>
              <a:endCxn id="19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789772-CA52-51E8-9433-7D83A6092689}"/>
              </a:ext>
            </a:extLst>
          </p:cNvPr>
          <p:cNvGrpSpPr/>
          <p:nvPr/>
        </p:nvGrpSpPr>
        <p:grpSpPr>
          <a:xfrm>
            <a:off x="2908798" y="1131320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3511105-3E4C-8E62-2000-B03355B1E24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34B48E5-1CF4-474D-8566-DD23F10A4280}"/>
                </a:ext>
              </a:extLst>
            </p:cNvPr>
            <p:cNvCxnSpPr>
              <a:cxnSpLocks/>
              <a:stCxn id="24" idx="0"/>
              <a:endCxn id="24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C970B44-5912-F8B7-D944-4EAF48ED2577}"/>
                </a:ext>
              </a:extLst>
            </p:cNvPr>
            <p:cNvCxnSpPr>
              <a:cxnSpLocks/>
              <a:stCxn id="24" idx="2"/>
              <a:endCxn id="24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68890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BAB4F-5F4E-47AF-AC64-B6E5A585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DCD3EF-B31F-62D0-B241-AA2564D5BC54}"/>
              </a:ext>
            </a:extLst>
          </p:cNvPr>
          <p:cNvSpPr/>
          <p:nvPr/>
        </p:nvSpPr>
        <p:spPr>
          <a:xfrm>
            <a:off x="2208944" y="1723604"/>
            <a:ext cx="7316964" cy="348766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2" name="Magnetic Disk 33">
            <a:extLst>
              <a:ext uri="{FF2B5EF4-FFF2-40B4-BE49-F238E27FC236}">
                <a16:creationId xmlns:a16="http://schemas.microsoft.com/office/drawing/2014/main" id="{B33C8414-3E85-1E29-3FCA-1589819445DD}"/>
              </a:ext>
            </a:extLst>
          </p:cNvPr>
          <p:cNvSpPr/>
          <p:nvPr/>
        </p:nvSpPr>
        <p:spPr>
          <a:xfrm>
            <a:off x="3945214" y="3460220"/>
            <a:ext cx="904973" cy="395506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Magnetic Disk 33">
            <a:extLst>
              <a:ext uri="{FF2B5EF4-FFF2-40B4-BE49-F238E27FC236}">
                <a16:creationId xmlns:a16="http://schemas.microsoft.com/office/drawing/2014/main" id="{839AB033-B1AE-0F20-E869-A76471544AF0}"/>
              </a:ext>
            </a:extLst>
          </p:cNvPr>
          <p:cNvSpPr/>
          <p:nvPr/>
        </p:nvSpPr>
        <p:spPr>
          <a:xfrm>
            <a:off x="7027330" y="3460219"/>
            <a:ext cx="904973" cy="395507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Cloud 31">
            <a:extLst>
              <a:ext uri="{FF2B5EF4-FFF2-40B4-BE49-F238E27FC236}">
                <a16:creationId xmlns:a16="http://schemas.microsoft.com/office/drawing/2014/main" id="{A21021F5-8B20-7833-A527-14A76982BD27}"/>
              </a:ext>
            </a:extLst>
          </p:cNvPr>
          <p:cNvSpPr/>
          <p:nvPr/>
        </p:nvSpPr>
        <p:spPr>
          <a:xfrm>
            <a:off x="4799609" y="2735708"/>
            <a:ext cx="2266820" cy="1763486"/>
          </a:xfrm>
          <a:prstGeom prst="cloud">
            <a:avLst/>
          </a:prstGeom>
          <a:solidFill>
            <a:srgbClr val="3FB4E0">
              <a:alpha val="20018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38" name="Magnetic Disk 33">
            <a:extLst>
              <a:ext uri="{FF2B5EF4-FFF2-40B4-BE49-F238E27FC236}">
                <a16:creationId xmlns:a16="http://schemas.microsoft.com/office/drawing/2014/main" id="{66454CD4-E0AC-78D4-CA38-8215A157CCE4}"/>
              </a:ext>
            </a:extLst>
          </p:cNvPr>
          <p:cNvSpPr/>
          <p:nvPr/>
        </p:nvSpPr>
        <p:spPr>
          <a:xfrm>
            <a:off x="8689731" y="3529179"/>
            <a:ext cx="614946" cy="320273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Magnetic Disk 33">
            <a:extLst>
              <a:ext uri="{FF2B5EF4-FFF2-40B4-BE49-F238E27FC236}">
                <a16:creationId xmlns:a16="http://schemas.microsoft.com/office/drawing/2014/main" id="{9C9FA7F1-ECBC-815F-E98E-82BBDC266628}"/>
              </a:ext>
            </a:extLst>
          </p:cNvPr>
          <p:cNvSpPr/>
          <p:nvPr/>
        </p:nvSpPr>
        <p:spPr>
          <a:xfrm>
            <a:off x="2467644" y="3529179"/>
            <a:ext cx="614946" cy="320273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Magnetic Disk 33">
            <a:extLst>
              <a:ext uri="{FF2B5EF4-FFF2-40B4-BE49-F238E27FC236}">
                <a16:creationId xmlns:a16="http://schemas.microsoft.com/office/drawing/2014/main" id="{AE7D8C43-5AE3-4F1B-4EC5-DCE83B4E57C7}"/>
              </a:ext>
            </a:extLst>
          </p:cNvPr>
          <p:cNvSpPr/>
          <p:nvPr/>
        </p:nvSpPr>
        <p:spPr>
          <a:xfrm>
            <a:off x="2460555" y="4297486"/>
            <a:ext cx="614946" cy="338627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Magnetic Disk 33">
            <a:extLst>
              <a:ext uri="{FF2B5EF4-FFF2-40B4-BE49-F238E27FC236}">
                <a16:creationId xmlns:a16="http://schemas.microsoft.com/office/drawing/2014/main" id="{5E580D7F-BD8A-B175-C4C9-12A7F7B9FF9C}"/>
              </a:ext>
            </a:extLst>
          </p:cNvPr>
          <p:cNvSpPr/>
          <p:nvPr/>
        </p:nvSpPr>
        <p:spPr>
          <a:xfrm>
            <a:off x="5616177" y="4449827"/>
            <a:ext cx="614946" cy="31084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Magnetic Disk 33">
            <a:extLst>
              <a:ext uri="{FF2B5EF4-FFF2-40B4-BE49-F238E27FC236}">
                <a16:creationId xmlns:a16="http://schemas.microsoft.com/office/drawing/2014/main" id="{E9FCC0A9-482D-3C7A-7354-3640B2A2F4FD}"/>
              </a:ext>
            </a:extLst>
          </p:cNvPr>
          <p:cNvSpPr/>
          <p:nvPr/>
        </p:nvSpPr>
        <p:spPr>
          <a:xfrm>
            <a:off x="5622178" y="2624385"/>
            <a:ext cx="614946" cy="29809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00A6B09-7AA2-CAF0-E151-515C8C50D711}"/>
              </a:ext>
            </a:extLst>
          </p:cNvPr>
          <p:cNvCxnSpPr>
            <a:cxnSpLocks/>
          </p:cNvCxnSpPr>
          <p:nvPr/>
        </p:nvCxnSpPr>
        <p:spPr>
          <a:xfrm>
            <a:off x="2678713" y="2163486"/>
            <a:ext cx="6611071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34F2C5-65DC-CA89-EF35-2F0039D939CF}"/>
              </a:ext>
            </a:extLst>
          </p:cNvPr>
          <p:cNvCxnSpPr>
            <a:cxnSpLocks/>
            <a:stCxn id="2" idx="2"/>
            <a:endCxn id="50" idx="4"/>
          </p:cNvCxnSpPr>
          <p:nvPr/>
        </p:nvCxnSpPr>
        <p:spPr>
          <a:xfrm flipH="1">
            <a:off x="3082590" y="3657973"/>
            <a:ext cx="862624" cy="3134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ACD028-1F8B-4AF2-26D7-CB4919776CC6}"/>
              </a:ext>
            </a:extLst>
          </p:cNvPr>
          <p:cNvCxnSpPr>
            <a:cxnSpLocks/>
            <a:stCxn id="2" idx="2"/>
            <a:endCxn id="57" idx="4"/>
          </p:cNvCxnSpPr>
          <p:nvPr/>
        </p:nvCxnSpPr>
        <p:spPr>
          <a:xfrm flipH="1">
            <a:off x="3075501" y="3657973"/>
            <a:ext cx="869713" cy="80882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2F1CD50-7B33-2FBC-C60B-36901420193B}"/>
              </a:ext>
            </a:extLst>
          </p:cNvPr>
          <p:cNvCxnSpPr>
            <a:cxnSpLocks/>
            <a:stCxn id="16" idx="4"/>
            <a:endCxn id="38" idx="2"/>
          </p:cNvCxnSpPr>
          <p:nvPr/>
        </p:nvCxnSpPr>
        <p:spPr>
          <a:xfrm>
            <a:off x="7932303" y="3657973"/>
            <a:ext cx="757428" cy="3134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43FAE40-4B78-12CE-30D3-F91AEEF1CA6D}"/>
              </a:ext>
            </a:extLst>
          </p:cNvPr>
          <p:cNvSpPr txBox="1"/>
          <p:nvPr/>
        </p:nvSpPr>
        <p:spPr>
          <a:xfrm>
            <a:off x="2589819" y="3856879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D8C16D-57AA-2EE7-3B98-D14E4251DD3F}"/>
              </a:ext>
            </a:extLst>
          </p:cNvPr>
          <p:cNvSpPr txBox="1"/>
          <p:nvPr/>
        </p:nvSpPr>
        <p:spPr>
          <a:xfrm>
            <a:off x="2572313" y="4645233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F0514E-FF39-2054-9E0F-3CE2CC3326A9}"/>
              </a:ext>
            </a:extLst>
          </p:cNvPr>
          <p:cNvSpPr txBox="1"/>
          <p:nvPr/>
        </p:nvSpPr>
        <p:spPr>
          <a:xfrm>
            <a:off x="4217965" y="3867621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F18966-AA1A-6720-84DA-C8FBCAB944F2}"/>
              </a:ext>
            </a:extLst>
          </p:cNvPr>
          <p:cNvSpPr txBox="1"/>
          <p:nvPr/>
        </p:nvSpPr>
        <p:spPr>
          <a:xfrm>
            <a:off x="7327137" y="3875255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1E551C-3F5C-4120-F351-E1873DAD0EAA}"/>
              </a:ext>
            </a:extLst>
          </p:cNvPr>
          <p:cNvSpPr txBox="1"/>
          <p:nvPr/>
        </p:nvSpPr>
        <p:spPr>
          <a:xfrm>
            <a:off x="8835550" y="3865791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A3DB27-4D59-0289-7DBD-89F34D233F19}"/>
              </a:ext>
            </a:extLst>
          </p:cNvPr>
          <p:cNvSpPr txBox="1"/>
          <p:nvPr/>
        </p:nvSpPr>
        <p:spPr>
          <a:xfrm>
            <a:off x="5776136" y="2381745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8E2006-E0F4-6848-CF06-D6E146654B00}"/>
              </a:ext>
            </a:extLst>
          </p:cNvPr>
          <p:cNvSpPr txBox="1"/>
          <p:nvPr/>
        </p:nvSpPr>
        <p:spPr>
          <a:xfrm>
            <a:off x="5793031" y="4775495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D3174A-EC69-F9F3-10F7-B296AA54AC9A}"/>
              </a:ext>
            </a:extLst>
          </p:cNvPr>
          <p:cNvSpPr txBox="1"/>
          <p:nvPr/>
        </p:nvSpPr>
        <p:spPr>
          <a:xfrm>
            <a:off x="5435982" y="1899091"/>
            <a:ext cx="132003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Layer-3 MPLS VPN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6B34EA-2B07-C9FB-9005-D85AD0C0CC65}"/>
              </a:ext>
            </a:extLst>
          </p:cNvPr>
          <p:cNvSpPr txBox="1"/>
          <p:nvPr/>
        </p:nvSpPr>
        <p:spPr>
          <a:xfrm>
            <a:off x="5504802" y="3535743"/>
            <a:ext cx="813542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MPLS Core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DC21EED-DB77-3625-62CC-14110B999288}"/>
              </a:ext>
            </a:extLst>
          </p:cNvPr>
          <p:cNvGrpSpPr/>
          <p:nvPr/>
        </p:nvGrpSpPr>
        <p:grpSpPr>
          <a:xfrm>
            <a:off x="5863399" y="4572887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AE8C9C2-D199-99E3-B571-25AEBAF74E56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C377861-64C5-5187-09FE-B10788527E1B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2746D2C-158E-FE44-7824-E8C66DDEED38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7FFEA1-928F-404E-FE66-1F796A36419F}"/>
              </a:ext>
            </a:extLst>
          </p:cNvPr>
          <p:cNvGrpSpPr/>
          <p:nvPr/>
        </p:nvGrpSpPr>
        <p:grpSpPr>
          <a:xfrm>
            <a:off x="7416771" y="3628958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2D28099-D50C-26F6-9C7E-DA53F5DB23C3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F3A88C9-1FE0-E2D8-E13B-178FD63D5D31}"/>
                </a:ext>
              </a:extLst>
            </p:cNvPr>
            <p:cNvCxnSpPr>
              <a:cxnSpLocks/>
              <a:stCxn id="11" idx="0"/>
              <a:endCxn id="11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4F052BC-896B-CD5F-C409-8E866E890F5A}"/>
                </a:ext>
              </a:extLst>
            </p:cNvPr>
            <p:cNvCxnSpPr>
              <a:cxnSpLocks/>
              <a:stCxn id="11" idx="2"/>
              <a:endCxn id="11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2385E69-679B-815F-D33C-CF42FF366188}"/>
              </a:ext>
            </a:extLst>
          </p:cNvPr>
          <p:cNvGrpSpPr/>
          <p:nvPr/>
        </p:nvGrpSpPr>
        <p:grpSpPr>
          <a:xfrm>
            <a:off x="8927584" y="3651322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540E4C8-7D9A-C350-B250-BB49D13461C2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06F510C-BE46-D5F1-589D-C05E2B23773D}"/>
                </a:ext>
              </a:extLst>
            </p:cNvPr>
            <p:cNvCxnSpPr>
              <a:cxnSpLocks/>
              <a:stCxn id="17" idx="0"/>
              <a:endCxn id="17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E409299-C64C-31DD-B192-ED341D4C6C6E}"/>
                </a:ext>
              </a:extLst>
            </p:cNvPr>
            <p:cNvCxnSpPr>
              <a:cxnSpLocks/>
              <a:stCxn id="17" idx="2"/>
              <a:endCxn id="17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F544EF2-5D4F-530D-826B-191CEAA7DCE9}"/>
              </a:ext>
            </a:extLst>
          </p:cNvPr>
          <p:cNvGrpSpPr/>
          <p:nvPr/>
        </p:nvGrpSpPr>
        <p:grpSpPr>
          <a:xfrm>
            <a:off x="5857057" y="2735708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A6374B8-51D0-7F60-0170-FFDE4914DB8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A14BF3E-1528-8EE2-D610-0C564F0975D7}"/>
                </a:ext>
              </a:extLst>
            </p:cNvPr>
            <p:cNvCxnSpPr>
              <a:cxnSpLocks/>
              <a:stCxn id="21" idx="0"/>
              <a:endCxn id="21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2FACFE4-F64A-FB82-02F2-31C32AFBA6A3}"/>
                </a:ext>
              </a:extLst>
            </p:cNvPr>
            <p:cNvCxnSpPr>
              <a:cxnSpLocks/>
              <a:stCxn id="21" idx="2"/>
              <a:endCxn id="21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798D7D5-DC44-8932-56F2-9BE822C47712}"/>
              </a:ext>
            </a:extLst>
          </p:cNvPr>
          <p:cNvGrpSpPr/>
          <p:nvPr/>
        </p:nvGrpSpPr>
        <p:grpSpPr>
          <a:xfrm>
            <a:off x="4308347" y="3639471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4001D30-95D3-118C-6929-3FDD06DF95E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1A8A2C7-75B5-2452-852A-FE526DDBC3EA}"/>
                </a:ext>
              </a:extLst>
            </p:cNvPr>
            <p:cNvCxnSpPr>
              <a:cxnSpLocks/>
              <a:stCxn id="35" idx="0"/>
              <a:endCxn id="35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B71EB5E-AFF6-8DC1-65C8-6D7396CA120C}"/>
                </a:ext>
              </a:extLst>
            </p:cNvPr>
            <p:cNvCxnSpPr>
              <a:cxnSpLocks/>
              <a:stCxn id="35" idx="2"/>
              <a:endCxn id="35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38894DC-E17A-C6C0-45B9-F032CC8F36D5}"/>
              </a:ext>
            </a:extLst>
          </p:cNvPr>
          <p:cNvGrpSpPr/>
          <p:nvPr/>
        </p:nvGrpSpPr>
        <p:grpSpPr>
          <a:xfrm>
            <a:off x="2698020" y="365701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0838C0C-EB8A-D0EB-D5C9-A3896519FDC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B0EB6FF-3DFF-67DB-E38E-827D7F69C89E}"/>
                </a:ext>
              </a:extLst>
            </p:cNvPr>
            <p:cNvCxnSpPr>
              <a:cxnSpLocks/>
              <a:stCxn id="41" idx="0"/>
              <a:endCxn id="41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F5A2AD0-F40A-DC25-A3BC-B1BFFC7721F2}"/>
                </a:ext>
              </a:extLst>
            </p:cNvPr>
            <p:cNvCxnSpPr>
              <a:cxnSpLocks/>
              <a:stCxn id="41" idx="2"/>
              <a:endCxn id="41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FF3DB48-4E0B-8D7D-6ED7-67F60433916D}"/>
              </a:ext>
            </a:extLst>
          </p:cNvPr>
          <p:cNvGrpSpPr/>
          <p:nvPr/>
        </p:nvGrpSpPr>
        <p:grpSpPr>
          <a:xfrm>
            <a:off x="2678713" y="4430810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47BF8C5-47E6-A6C4-B2D9-D0CF6894A4E2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F4035B8-6F79-370B-6F0D-5DD506FB6DED}"/>
                </a:ext>
              </a:extLst>
            </p:cNvPr>
            <p:cNvCxnSpPr>
              <a:cxnSpLocks/>
              <a:stCxn id="46" idx="0"/>
              <a:endCxn id="46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430F6A9B-EED9-F35D-34A1-E59976F2CE81}"/>
                </a:ext>
              </a:extLst>
            </p:cNvPr>
            <p:cNvCxnSpPr>
              <a:cxnSpLocks/>
              <a:stCxn id="46" idx="2"/>
              <a:endCxn id="46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2933444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AE357-0A1A-F504-3C1E-24A449505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angle 293">
            <a:extLst>
              <a:ext uri="{FF2B5EF4-FFF2-40B4-BE49-F238E27FC236}">
                <a16:creationId xmlns:a16="http://schemas.microsoft.com/office/drawing/2014/main" id="{9BDD0E40-9480-9CA0-1EC6-FDF50F74833E}"/>
              </a:ext>
            </a:extLst>
          </p:cNvPr>
          <p:cNvSpPr/>
          <p:nvPr/>
        </p:nvSpPr>
        <p:spPr>
          <a:xfrm>
            <a:off x="3069484" y="1891881"/>
            <a:ext cx="5839690" cy="2185447"/>
          </a:xfrm>
          <a:prstGeom prst="rect">
            <a:avLst/>
          </a:prstGeom>
          <a:solidFill>
            <a:srgbClr val="3FB4E0">
              <a:alpha val="19691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E1DC1DAA-A265-4AD1-C243-C764EF360584}"/>
              </a:ext>
            </a:extLst>
          </p:cNvPr>
          <p:cNvSpPr/>
          <p:nvPr/>
        </p:nvSpPr>
        <p:spPr>
          <a:xfrm>
            <a:off x="3069484" y="2063258"/>
            <a:ext cx="3956304" cy="2014071"/>
          </a:xfrm>
          <a:prstGeom prst="rect">
            <a:avLst/>
          </a:prstGeom>
          <a:solidFill>
            <a:srgbClr val="3FB4E0">
              <a:alpha val="19691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FF3A7FE8-EBDC-9B3D-E083-F3080B98DB75}"/>
              </a:ext>
            </a:extLst>
          </p:cNvPr>
          <p:cNvSpPr/>
          <p:nvPr/>
        </p:nvSpPr>
        <p:spPr>
          <a:xfrm>
            <a:off x="4131386" y="2063653"/>
            <a:ext cx="1943794" cy="1853407"/>
          </a:xfrm>
          <a:prstGeom prst="rect">
            <a:avLst/>
          </a:prstGeom>
          <a:solidFill>
            <a:srgbClr val="3FB4E0">
              <a:alpha val="19691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6A4DFC-1473-462D-8E8F-B3FF196EE304}"/>
              </a:ext>
            </a:extLst>
          </p:cNvPr>
          <p:cNvSpPr/>
          <p:nvPr/>
        </p:nvSpPr>
        <p:spPr>
          <a:xfrm>
            <a:off x="1584960" y="944879"/>
            <a:ext cx="8930640" cy="361684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29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D6BDC7-F4CD-7D38-8E2A-7CAD5AC41611}"/>
              </a:ext>
            </a:extLst>
          </p:cNvPr>
          <p:cNvSpPr/>
          <p:nvPr/>
        </p:nvSpPr>
        <p:spPr>
          <a:xfrm>
            <a:off x="8299427" y="1895477"/>
            <a:ext cx="609747" cy="906301"/>
          </a:xfrm>
          <a:prstGeom prst="rect">
            <a:avLst/>
          </a:prstGeom>
          <a:solidFill>
            <a:srgbClr val="3FB4E0">
              <a:alpha val="8006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81D0A594-A99F-A090-58A4-800976974A87}"/>
              </a:ext>
            </a:extLst>
          </p:cNvPr>
          <p:cNvSpPr/>
          <p:nvPr/>
        </p:nvSpPr>
        <p:spPr>
          <a:xfrm>
            <a:off x="8606004" y="1980531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9F911E41-3A1C-31F9-7893-4AE70E83333A}"/>
              </a:ext>
            </a:extLst>
          </p:cNvPr>
          <p:cNvSpPr/>
          <p:nvPr/>
        </p:nvSpPr>
        <p:spPr>
          <a:xfrm rot="10800000">
            <a:off x="8363888" y="2044414"/>
            <a:ext cx="243589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C98CA9E5-C192-AFA3-2F50-F91D19106E62}"/>
              </a:ext>
            </a:extLst>
          </p:cNvPr>
          <p:cNvSpPr/>
          <p:nvPr/>
        </p:nvSpPr>
        <p:spPr>
          <a:xfrm rot="10800000">
            <a:off x="8363889" y="1928082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F2318584-C9CA-C25E-FE53-4A414846A0EF}"/>
              </a:ext>
            </a:extLst>
          </p:cNvPr>
          <p:cNvSpPr/>
          <p:nvPr/>
        </p:nvSpPr>
        <p:spPr>
          <a:xfrm>
            <a:off x="8605063" y="2101092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AC66E18-9A2D-4C5E-52FA-DDF2072DF66A}"/>
              </a:ext>
            </a:extLst>
          </p:cNvPr>
          <p:cNvCxnSpPr>
            <a:cxnSpLocks/>
          </p:cNvCxnSpPr>
          <p:nvPr/>
        </p:nvCxnSpPr>
        <p:spPr>
          <a:xfrm>
            <a:off x="8299427" y="2253378"/>
            <a:ext cx="609747" cy="0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Up-Down Arrow 40">
            <a:extLst>
              <a:ext uri="{FF2B5EF4-FFF2-40B4-BE49-F238E27FC236}">
                <a16:creationId xmlns:a16="http://schemas.microsoft.com/office/drawing/2014/main" id="{79702CC1-7F76-F35B-8B88-95AB957164D3}"/>
              </a:ext>
            </a:extLst>
          </p:cNvPr>
          <p:cNvSpPr/>
          <p:nvPr/>
        </p:nvSpPr>
        <p:spPr>
          <a:xfrm>
            <a:off x="8552316" y="2302986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Up-Down Arrow 84">
            <a:extLst>
              <a:ext uri="{FF2B5EF4-FFF2-40B4-BE49-F238E27FC236}">
                <a16:creationId xmlns:a16="http://schemas.microsoft.com/office/drawing/2014/main" id="{60648A74-B67E-8F0F-F42A-4A5B03AA7F23}"/>
              </a:ext>
            </a:extLst>
          </p:cNvPr>
          <p:cNvSpPr/>
          <p:nvPr/>
        </p:nvSpPr>
        <p:spPr>
          <a:xfrm rot="5400000">
            <a:off x="8552315" y="2289632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Up-Down Arrow 85">
            <a:extLst>
              <a:ext uri="{FF2B5EF4-FFF2-40B4-BE49-F238E27FC236}">
                <a16:creationId xmlns:a16="http://schemas.microsoft.com/office/drawing/2014/main" id="{BA473C04-2FB9-0D45-2040-7A9FE4ED9D45}"/>
              </a:ext>
            </a:extLst>
          </p:cNvPr>
          <p:cNvSpPr/>
          <p:nvPr/>
        </p:nvSpPr>
        <p:spPr>
          <a:xfrm rot="2753429">
            <a:off x="8552314" y="2297907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Up-Down Arrow 86">
            <a:extLst>
              <a:ext uri="{FF2B5EF4-FFF2-40B4-BE49-F238E27FC236}">
                <a16:creationId xmlns:a16="http://schemas.microsoft.com/office/drawing/2014/main" id="{27434757-DD35-2686-CC8A-34C533C6487D}"/>
              </a:ext>
            </a:extLst>
          </p:cNvPr>
          <p:cNvSpPr/>
          <p:nvPr/>
        </p:nvSpPr>
        <p:spPr>
          <a:xfrm rot="8299612">
            <a:off x="8561190" y="2306555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19F0F6F-9585-1559-A620-1C8982996851}"/>
              </a:ext>
            </a:extLst>
          </p:cNvPr>
          <p:cNvSpPr/>
          <p:nvPr/>
        </p:nvSpPr>
        <p:spPr>
          <a:xfrm>
            <a:off x="8481682" y="2415599"/>
            <a:ext cx="227488" cy="22591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5E48828-3A2F-03BB-1403-A3DB1BD2FC45}"/>
              </a:ext>
            </a:extLst>
          </p:cNvPr>
          <p:cNvSpPr/>
          <p:nvPr/>
        </p:nvSpPr>
        <p:spPr>
          <a:xfrm>
            <a:off x="8299427" y="3171028"/>
            <a:ext cx="609747" cy="906301"/>
          </a:xfrm>
          <a:prstGeom prst="rect">
            <a:avLst/>
          </a:prstGeom>
          <a:solidFill>
            <a:srgbClr val="3FB4E0">
              <a:alpha val="8006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ight Arrow 91">
            <a:extLst>
              <a:ext uri="{FF2B5EF4-FFF2-40B4-BE49-F238E27FC236}">
                <a16:creationId xmlns:a16="http://schemas.microsoft.com/office/drawing/2014/main" id="{50EB064B-6AE9-8E1C-51A4-D3BBBF4A41DA}"/>
              </a:ext>
            </a:extLst>
          </p:cNvPr>
          <p:cNvSpPr/>
          <p:nvPr/>
        </p:nvSpPr>
        <p:spPr>
          <a:xfrm>
            <a:off x="8606004" y="3256082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ight Arrow 92">
            <a:extLst>
              <a:ext uri="{FF2B5EF4-FFF2-40B4-BE49-F238E27FC236}">
                <a16:creationId xmlns:a16="http://schemas.microsoft.com/office/drawing/2014/main" id="{5CA4FCD5-6D30-6695-D07E-1F83EB943B29}"/>
              </a:ext>
            </a:extLst>
          </p:cNvPr>
          <p:cNvSpPr/>
          <p:nvPr/>
        </p:nvSpPr>
        <p:spPr>
          <a:xfrm rot="10800000">
            <a:off x="8363888" y="3319965"/>
            <a:ext cx="243589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ight Arrow 93">
            <a:extLst>
              <a:ext uri="{FF2B5EF4-FFF2-40B4-BE49-F238E27FC236}">
                <a16:creationId xmlns:a16="http://schemas.microsoft.com/office/drawing/2014/main" id="{B629D979-D666-BF13-742B-94D75212364E}"/>
              </a:ext>
            </a:extLst>
          </p:cNvPr>
          <p:cNvSpPr/>
          <p:nvPr/>
        </p:nvSpPr>
        <p:spPr>
          <a:xfrm rot="10800000">
            <a:off x="8363889" y="3203633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ight Arrow 94">
            <a:extLst>
              <a:ext uri="{FF2B5EF4-FFF2-40B4-BE49-F238E27FC236}">
                <a16:creationId xmlns:a16="http://schemas.microsoft.com/office/drawing/2014/main" id="{080A2F26-0DFA-393E-4D91-84C409B51AA2}"/>
              </a:ext>
            </a:extLst>
          </p:cNvPr>
          <p:cNvSpPr/>
          <p:nvPr/>
        </p:nvSpPr>
        <p:spPr>
          <a:xfrm>
            <a:off x="8605063" y="3376643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AA91F24-941E-05E9-4A5D-5EB5D39BAF24}"/>
              </a:ext>
            </a:extLst>
          </p:cNvPr>
          <p:cNvCxnSpPr>
            <a:cxnSpLocks/>
          </p:cNvCxnSpPr>
          <p:nvPr/>
        </p:nvCxnSpPr>
        <p:spPr>
          <a:xfrm>
            <a:off x="8299427" y="3528929"/>
            <a:ext cx="609747" cy="0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Up-Down Arrow 96">
            <a:extLst>
              <a:ext uri="{FF2B5EF4-FFF2-40B4-BE49-F238E27FC236}">
                <a16:creationId xmlns:a16="http://schemas.microsoft.com/office/drawing/2014/main" id="{BB4F5ADA-8580-4CE5-B077-6A0B2EBC7FD4}"/>
              </a:ext>
            </a:extLst>
          </p:cNvPr>
          <p:cNvSpPr/>
          <p:nvPr/>
        </p:nvSpPr>
        <p:spPr>
          <a:xfrm>
            <a:off x="8552316" y="3578537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Up-Down Arrow 97">
            <a:extLst>
              <a:ext uri="{FF2B5EF4-FFF2-40B4-BE49-F238E27FC236}">
                <a16:creationId xmlns:a16="http://schemas.microsoft.com/office/drawing/2014/main" id="{2FACED42-3E83-8B47-D054-43453E3984B2}"/>
              </a:ext>
            </a:extLst>
          </p:cNvPr>
          <p:cNvSpPr/>
          <p:nvPr/>
        </p:nvSpPr>
        <p:spPr>
          <a:xfrm rot="5400000">
            <a:off x="8552315" y="3565183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Up-Down Arrow 98">
            <a:extLst>
              <a:ext uri="{FF2B5EF4-FFF2-40B4-BE49-F238E27FC236}">
                <a16:creationId xmlns:a16="http://schemas.microsoft.com/office/drawing/2014/main" id="{EF0DB490-F0D7-9C1E-CD53-A2EAB3D1BE59}"/>
              </a:ext>
            </a:extLst>
          </p:cNvPr>
          <p:cNvSpPr/>
          <p:nvPr/>
        </p:nvSpPr>
        <p:spPr>
          <a:xfrm rot="2753429">
            <a:off x="8552314" y="3573458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Up-Down Arrow 99">
            <a:extLst>
              <a:ext uri="{FF2B5EF4-FFF2-40B4-BE49-F238E27FC236}">
                <a16:creationId xmlns:a16="http://schemas.microsoft.com/office/drawing/2014/main" id="{F51B1D37-118F-E929-1960-2BCA0391C3F5}"/>
              </a:ext>
            </a:extLst>
          </p:cNvPr>
          <p:cNvSpPr/>
          <p:nvPr/>
        </p:nvSpPr>
        <p:spPr>
          <a:xfrm rot="8299612">
            <a:off x="8561190" y="3582106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1417E6D7-D631-5683-3C39-4B6FD2D15E03}"/>
              </a:ext>
            </a:extLst>
          </p:cNvPr>
          <p:cNvSpPr/>
          <p:nvPr/>
        </p:nvSpPr>
        <p:spPr>
          <a:xfrm>
            <a:off x="8481682" y="3691150"/>
            <a:ext cx="227488" cy="22591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0B1BB40-C9CE-9312-B30B-F5B796CC4FC9}"/>
              </a:ext>
            </a:extLst>
          </p:cNvPr>
          <p:cNvSpPr/>
          <p:nvPr/>
        </p:nvSpPr>
        <p:spPr>
          <a:xfrm>
            <a:off x="6407712" y="1891882"/>
            <a:ext cx="609747" cy="906301"/>
          </a:xfrm>
          <a:prstGeom prst="rect">
            <a:avLst/>
          </a:prstGeom>
          <a:solidFill>
            <a:srgbClr val="3FB4E0">
              <a:alpha val="8006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ight Arrow 102">
            <a:extLst>
              <a:ext uri="{FF2B5EF4-FFF2-40B4-BE49-F238E27FC236}">
                <a16:creationId xmlns:a16="http://schemas.microsoft.com/office/drawing/2014/main" id="{237CDD2F-A301-CBDE-2D55-6CE9C04A7171}"/>
              </a:ext>
            </a:extLst>
          </p:cNvPr>
          <p:cNvSpPr/>
          <p:nvPr/>
        </p:nvSpPr>
        <p:spPr>
          <a:xfrm>
            <a:off x="6714289" y="1976936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ight Arrow 103">
            <a:extLst>
              <a:ext uri="{FF2B5EF4-FFF2-40B4-BE49-F238E27FC236}">
                <a16:creationId xmlns:a16="http://schemas.microsoft.com/office/drawing/2014/main" id="{961803FE-0CDD-6441-239F-B59DA7E87324}"/>
              </a:ext>
            </a:extLst>
          </p:cNvPr>
          <p:cNvSpPr/>
          <p:nvPr/>
        </p:nvSpPr>
        <p:spPr>
          <a:xfrm rot="10800000">
            <a:off x="6472173" y="2040819"/>
            <a:ext cx="243589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ight Arrow 104">
            <a:extLst>
              <a:ext uri="{FF2B5EF4-FFF2-40B4-BE49-F238E27FC236}">
                <a16:creationId xmlns:a16="http://schemas.microsoft.com/office/drawing/2014/main" id="{9D32FFB8-7AF9-1544-929C-48864BB0FE3C}"/>
              </a:ext>
            </a:extLst>
          </p:cNvPr>
          <p:cNvSpPr/>
          <p:nvPr/>
        </p:nvSpPr>
        <p:spPr>
          <a:xfrm rot="10800000">
            <a:off x="6472174" y="1924487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ight Arrow 105">
            <a:extLst>
              <a:ext uri="{FF2B5EF4-FFF2-40B4-BE49-F238E27FC236}">
                <a16:creationId xmlns:a16="http://schemas.microsoft.com/office/drawing/2014/main" id="{AFDA6BA6-E8DC-B66C-34EC-CB0154D5858A}"/>
              </a:ext>
            </a:extLst>
          </p:cNvPr>
          <p:cNvSpPr/>
          <p:nvPr/>
        </p:nvSpPr>
        <p:spPr>
          <a:xfrm>
            <a:off x="6713348" y="2097497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BDF9827-973C-7AE5-B54A-9CA5D54801FE}"/>
              </a:ext>
            </a:extLst>
          </p:cNvPr>
          <p:cNvCxnSpPr>
            <a:cxnSpLocks/>
          </p:cNvCxnSpPr>
          <p:nvPr/>
        </p:nvCxnSpPr>
        <p:spPr>
          <a:xfrm>
            <a:off x="6407712" y="2249783"/>
            <a:ext cx="609747" cy="0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Up-Down Arrow 107">
            <a:extLst>
              <a:ext uri="{FF2B5EF4-FFF2-40B4-BE49-F238E27FC236}">
                <a16:creationId xmlns:a16="http://schemas.microsoft.com/office/drawing/2014/main" id="{06E0A63B-DAB1-A392-DB3F-19E0075534E7}"/>
              </a:ext>
            </a:extLst>
          </p:cNvPr>
          <p:cNvSpPr/>
          <p:nvPr/>
        </p:nvSpPr>
        <p:spPr>
          <a:xfrm>
            <a:off x="6660601" y="2299391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Up-Down Arrow 108">
            <a:extLst>
              <a:ext uri="{FF2B5EF4-FFF2-40B4-BE49-F238E27FC236}">
                <a16:creationId xmlns:a16="http://schemas.microsoft.com/office/drawing/2014/main" id="{7BEB666F-F7F1-B298-D1FB-DAF33445930A}"/>
              </a:ext>
            </a:extLst>
          </p:cNvPr>
          <p:cNvSpPr/>
          <p:nvPr/>
        </p:nvSpPr>
        <p:spPr>
          <a:xfrm rot="5400000">
            <a:off x="6660600" y="2286037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Up-Down Arrow 109">
            <a:extLst>
              <a:ext uri="{FF2B5EF4-FFF2-40B4-BE49-F238E27FC236}">
                <a16:creationId xmlns:a16="http://schemas.microsoft.com/office/drawing/2014/main" id="{BA3DC5CA-7C0D-41FC-F060-CD79F26873DE}"/>
              </a:ext>
            </a:extLst>
          </p:cNvPr>
          <p:cNvSpPr/>
          <p:nvPr/>
        </p:nvSpPr>
        <p:spPr>
          <a:xfrm rot="2753429">
            <a:off x="6660599" y="2294312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Up-Down Arrow 110">
            <a:extLst>
              <a:ext uri="{FF2B5EF4-FFF2-40B4-BE49-F238E27FC236}">
                <a16:creationId xmlns:a16="http://schemas.microsoft.com/office/drawing/2014/main" id="{30C6C185-0367-0835-8FB5-D18B1EAD6953}"/>
              </a:ext>
            </a:extLst>
          </p:cNvPr>
          <p:cNvSpPr/>
          <p:nvPr/>
        </p:nvSpPr>
        <p:spPr>
          <a:xfrm rot="8299612">
            <a:off x="6669475" y="2302960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190E15A-5E44-6021-0A8A-FE875AABACBA}"/>
              </a:ext>
            </a:extLst>
          </p:cNvPr>
          <p:cNvSpPr/>
          <p:nvPr/>
        </p:nvSpPr>
        <p:spPr>
          <a:xfrm>
            <a:off x="6589967" y="2412004"/>
            <a:ext cx="227488" cy="22591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FD4FF06-F6D3-18AB-8248-9CBB861D79D4}"/>
              </a:ext>
            </a:extLst>
          </p:cNvPr>
          <p:cNvSpPr/>
          <p:nvPr/>
        </p:nvSpPr>
        <p:spPr>
          <a:xfrm>
            <a:off x="6411877" y="3171028"/>
            <a:ext cx="609747" cy="906301"/>
          </a:xfrm>
          <a:prstGeom prst="rect">
            <a:avLst/>
          </a:prstGeom>
          <a:solidFill>
            <a:srgbClr val="3FB4E0">
              <a:alpha val="8006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ight Arrow 113">
            <a:extLst>
              <a:ext uri="{FF2B5EF4-FFF2-40B4-BE49-F238E27FC236}">
                <a16:creationId xmlns:a16="http://schemas.microsoft.com/office/drawing/2014/main" id="{821B9A6E-0D8B-CA3B-1BCD-CFB9DAD9A190}"/>
              </a:ext>
            </a:extLst>
          </p:cNvPr>
          <p:cNvSpPr/>
          <p:nvPr/>
        </p:nvSpPr>
        <p:spPr>
          <a:xfrm>
            <a:off x="6718454" y="3256082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ight Arrow 114">
            <a:extLst>
              <a:ext uri="{FF2B5EF4-FFF2-40B4-BE49-F238E27FC236}">
                <a16:creationId xmlns:a16="http://schemas.microsoft.com/office/drawing/2014/main" id="{17FFADA2-52E4-FA6F-FF2E-BDC74CEE395A}"/>
              </a:ext>
            </a:extLst>
          </p:cNvPr>
          <p:cNvSpPr/>
          <p:nvPr/>
        </p:nvSpPr>
        <p:spPr>
          <a:xfrm rot="10800000">
            <a:off x="6476338" y="3319965"/>
            <a:ext cx="243589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ight Arrow 115">
            <a:extLst>
              <a:ext uri="{FF2B5EF4-FFF2-40B4-BE49-F238E27FC236}">
                <a16:creationId xmlns:a16="http://schemas.microsoft.com/office/drawing/2014/main" id="{3E425C54-7641-6175-190C-7A15E6AC395B}"/>
              </a:ext>
            </a:extLst>
          </p:cNvPr>
          <p:cNvSpPr/>
          <p:nvPr/>
        </p:nvSpPr>
        <p:spPr>
          <a:xfrm rot="10800000">
            <a:off x="6476339" y="3203633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ight Arrow 116">
            <a:extLst>
              <a:ext uri="{FF2B5EF4-FFF2-40B4-BE49-F238E27FC236}">
                <a16:creationId xmlns:a16="http://schemas.microsoft.com/office/drawing/2014/main" id="{66CC0C06-6907-EEA5-95C3-37279EA3ED64}"/>
              </a:ext>
            </a:extLst>
          </p:cNvPr>
          <p:cNvSpPr/>
          <p:nvPr/>
        </p:nvSpPr>
        <p:spPr>
          <a:xfrm>
            <a:off x="6717513" y="3376643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4406D38-17E2-3DB8-B168-7927C3FF4042}"/>
              </a:ext>
            </a:extLst>
          </p:cNvPr>
          <p:cNvCxnSpPr>
            <a:cxnSpLocks/>
          </p:cNvCxnSpPr>
          <p:nvPr/>
        </p:nvCxnSpPr>
        <p:spPr>
          <a:xfrm>
            <a:off x="6411877" y="3528929"/>
            <a:ext cx="609747" cy="0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Up-Down Arrow 118">
            <a:extLst>
              <a:ext uri="{FF2B5EF4-FFF2-40B4-BE49-F238E27FC236}">
                <a16:creationId xmlns:a16="http://schemas.microsoft.com/office/drawing/2014/main" id="{87E56068-AAFF-C570-5285-11F0F630CF1B}"/>
              </a:ext>
            </a:extLst>
          </p:cNvPr>
          <p:cNvSpPr/>
          <p:nvPr/>
        </p:nvSpPr>
        <p:spPr>
          <a:xfrm>
            <a:off x="6664766" y="3578537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Up-Down Arrow 119">
            <a:extLst>
              <a:ext uri="{FF2B5EF4-FFF2-40B4-BE49-F238E27FC236}">
                <a16:creationId xmlns:a16="http://schemas.microsoft.com/office/drawing/2014/main" id="{42A6F62C-BF7A-724E-5F2B-392585FFF5EF}"/>
              </a:ext>
            </a:extLst>
          </p:cNvPr>
          <p:cNvSpPr/>
          <p:nvPr/>
        </p:nvSpPr>
        <p:spPr>
          <a:xfrm rot="5400000">
            <a:off x="6664765" y="3565183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Up-Down Arrow 120">
            <a:extLst>
              <a:ext uri="{FF2B5EF4-FFF2-40B4-BE49-F238E27FC236}">
                <a16:creationId xmlns:a16="http://schemas.microsoft.com/office/drawing/2014/main" id="{3078B63F-AFD4-9463-48D1-74F063ECC398}"/>
              </a:ext>
            </a:extLst>
          </p:cNvPr>
          <p:cNvSpPr/>
          <p:nvPr/>
        </p:nvSpPr>
        <p:spPr>
          <a:xfrm rot="2753429">
            <a:off x="6664764" y="3573458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Up-Down Arrow 121">
            <a:extLst>
              <a:ext uri="{FF2B5EF4-FFF2-40B4-BE49-F238E27FC236}">
                <a16:creationId xmlns:a16="http://schemas.microsoft.com/office/drawing/2014/main" id="{0177B139-1D6C-B10D-2ED0-079CFD8295AE}"/>
              </a:ext>
            </a:extLst>
          </p:cNvPr>
          <p:cNvSpPr/>
          <p:nvPr/>
        </p:nvSpPr>
        <p:spPr>
          <a:xfrm rot="8299612">
            <a:off x="6673640" y="3582106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B5A23BDC-AEEF-91F7-510C-1C266BB42469}"/>
              </a:ext>
            </a:extLst>
          </p:cNvPr>
          <p:cNvSpPr/>
          <p:nvPr/>
        </p:nvSpPr>
        <p:spPr>
          <a:xfrm>
            <a:off x="6594132" y="3691150"/>
            <a:ext cx="227488" cy="22591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357769AB-21BD-7345-5114-0D7B5DD974D1}"/>
              </a:ext>
            </a:extLst>
          </p:cNvPr>
          <p:cNvCxnSpPr>
            <a:stCxn id="102" idx="3"/>
            <a:endCxn id="6" idx="1"/>
          </p:cNvCxnSpPr>
          <p:nvPr/>
        </p:nvCxnSpPr>
        <p:spPr>
          <a:xfrm>
            <a:off x="7017459" y="2345033"/>
            <a:ext cx="1281968" cy="3595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1054AB0-B318-E3EA-E300-CCEFDC60DFFC}"/>
              </a:ext>
            </a:extLst>
          </p:cNvPr>
          <p:cNvCxnSpPr>
            <a:stCxn id="113" idx="3"/>
            <a:endCxn id="91" idx="1"/>
          </p:cNvCxnSpPr>
          <p:nvPr/>
        </p:nvCxnSpPr>
        <p:spPr>
          <a:xfrm>
            <a:off x="7021624" y="3624179"/>
            <a:ext cx="127780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1BA6E731-E3A4-8BB1-B987-B484D1540C90}"/>
              </a:ext>
            </a:extLst>
          </p:cNvPr>
          <p:cNvCxnSpPr>
            <a:stCxn id="6" idx="1"/>
          </p:cNvCxnSpPr>
          <p:nvPr/>
        </p:nvCxnSpPr>
        <p:spPr>
          <a:xfrm flipH="1">
            <a:off x="7021624" y="2348628"/>
            <a:ext cx="1277803" cy="127555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5FB23CC1-754C-5AD1-1958-CFC3C21CC507}"/>
              </a:ext>
            </a:extLst>
          </p:cNvPr>
          <p:cNvCxnSpPr>
            <a:stCxn id="102" idx="3"/>
            <a:endCxn id="91" idx="1"/>
          </p:cNvCxnSpPr>
          <p:nvPr/>
        </p:nvCxnSpPr>
        <p:spPr>
          <a:xfrm>
            <a:off x="7017459" y="2345033"/>
            <a:ext cx="1281968" cy="127914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17721120-5691-5485-9A35-EE4609FA21F2}"/>
              </a:ext>
            </a:extLst>
          </p:cNvPr>
          <p:cNvCxnSpPr>
            <a:stCxn id="102" idx="2"/>
            <a:endCxn id="113" idx="0"/>
          </p:cNvCxnSpPr>
          <p:nvPr/>
        </p:nvCxnSpPr>
        <p:spPr>
          <a:xfrm>
            <a:off x="6712586" y="2798183"/>
            <a:ext cx="4165" cy="372845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Magnetic Disk 33">
            <a:extLst>
              <a:ext uri="{FF2B5EF4-FFF2-40B4-BE49-F238E27FC236}">
                <a16:creationId xmlns:a16="http://schemas.microsoft.com/office/drawing/2014/main" id="{5CF50B1D-014D-3D59-26EF-4106D49FEA5F}"/>
              </a:ext>
            </a:extLst>
          </p:cNvPr>
          <p:cNvSpPr/>
          <p:nvPr/>
        </p:nvSpPr>
        <p:spPr>
          <a:xfrm>
            <a:off x="9439340" y="2775565"/>
            <a:ext cx="893773" cy="447430"/>
          </a:xfrm>
          <a:prstGeom prst="can">
            <a:avLst/>
          </a:prstGeom>
          <a:solidFill>
            <a:srgbClr val="3FB4E0">
              <a:alpha val="80066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202BE246-5E6E-0D2C-D1B5-2F90ACAFE6B2}"/>
              </a:ext>
            </a:extLst>
          </p:cNvPr>
          <p:cNvCxnSpPr>
            <a:stCxn id="6" idx="3"/>
            <a:endCxn id="134" idx="2"/>
          </p:cNvCxnSpPr>
          <p:nvPr/>
        </p:nvCxnSpPr>
        <p:spPr>
          <a:xfrm>
            <a:off x="8909174" y="2348628"/>
            <a:ext cx="530166" cy="650652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9644D9F-A2D4-D8E4-AA7C-FE1B0F7035AE}"/>
              </a:ext>
            </a:extLst>
          </p:cNvPr>
          <p:cNvCxnSpPr>
            <a:stCxn id="134" idx="2"/>
          </p:cNvCxnSpPr>
          <p:nvPr/>
        </p:nvCxnSpPr>
        <p:spPr>
          <a:xfrm flipH="1">
            <a:off x="8909174" y="2999280"/>
            <a:ext cx="530166" cy="62489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391E3A8-50B9-13D5-8EE8-DCDDFEC86E1F}"/>
              </a:ext>
            </a:extLst>
          </p:cNvPr>
          <p:cNvSpPr/>
          <p:nvPr/>
        </p:nvSpPr>
        <p:spPr>
          <a:xfrm>
            <a:off x="5461684" y="3341620"/>
            <a:ext cx="609747" cy="563035"/>
          </a:xfrm>
          <a:prstGeom prst="rect">
            <a:avLst/>
          </a:prstGeom>
          <a:solidFill>
            <a:srgbClr val="3FB4E0">
              <a:alpha val="8006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Up-Down Arrow 163">
            <a:extLst>
              <a:ext uri="{FF2B5EF4-FFF2-40B4-BE49-F238E27FC236}">
                <a16:creationId xmlns:a16="http://schemas.microsoft.com/office/drawing/2014/main" id="{5CE169AA-9275-A16D-CC33-34603F52792C}"/>
              </a:ext>
            </a:extLst>
          </p:cNvPr>
          <p:cNvSpPr/>
          <p:nvPr/>
        </p:nvSpPr>
        <p:spPr>
          <a:xfrm rot="2843835">
            <a:off x="5720203" y="3338191"/>
            <a:ext cx="86220" cy="57767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Up-Down Arrow 164">
            <a:extLst>
              <a:ext uri="{FF2B5EF4-FFF2-40B4-BE49-F238E27FC236}">
                <a16:creationId xmlns:a16="http://schemas.microsoft.com/office/drawing/2014/main" id="{00A12CC2-30B0-41BC-5337-6E59866E6928}"/>
              </a:ext>
            </a:extLst>
          </p:cNvPr>
          <p:cNvSpPr/>
          <p:nvPr/>
        </p:nvSpPr>
        <p:spPr>
          <a:xfrm rot="7897620">
            <a:off x="5721053" y="3355045"/>
            <a:ext cx="86220" cy="559366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62283D9B-3B9C-45CB-8DB6-E68D28C0F609}"/>
              </a:ext>
            </a:extLst>
          </p:cNvPr>
          <p:cNvSpPr/>
          <p:nvPr/>
        </p:nvSpPr>
        <p:spPr>
          <a:xfrm>
            <a:off x="5643939" y="3518476"/>
            <a:ext cx="227488" cy="22591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48ED1AFD-760D-F2A8-162B-893310094B16}"/>
              </a:ext>
            </a:extLst>
          </p:cNvPr>
          <p:cNvCxnSpPr>
            <a:cxnSpLocks/>
          </p:cNvCxnSpPr>
          <p:nvPr/>
        </p:nvCxnSpPr>
        <p:spPr>
          <a:xfrm flipV="1">
            <a:off x="5685553" y="3541214"/>
            <a:ext cx="100747" cy="104354"/>
          </a:xfrm>
          <a:prstGeom prst="straightConnector1">
            <a:avLst/>
          </a:prstGeom>
          <a:ln w="25400">
            <a:solidFill>
              <a:schemeClr val="bg1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611C45D4-44C1-70D6-A22C-A4901C9A45D6}"/>
              </a:ext>
            </a:extLst>
          </p:cNvPr>
          <p:cNvSpPr/>
          <p:nvPr/>
        </p:nvSpPr>
        <p:spPr>
          <a:xfrm>
            <a:off x="5457519" y="2063653"/>
            <a:ext cx="609747" cy="563035"/>
          </a:xfrm>
          <a:prstGeom prst="rect">
            <a:avLst/>
          </a:prstGeom>
          <a:solidFill>
            <a:srgbClr val="3FB4E0">
              <a:alpha val="8006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Up-Down Arrow 169">
            <a:extLst>
              <a:ext uri="{FF2B5EF4-FFF2-40B4-BE49-F238E27FC236}">
                <a16:creationId xmlns:a16="http://schemas.microsoft.com/office/drawing/2014/main" id="{D854FD68-95AD-F95C-44D1-4ECBE4A3DFA4}"/>
              </a:ext>
            </a:extLst>
          </p:cNvPr>
          <p:cNvSpPr/>
          <p:nvPr/>
        </p:nvSpPr>
        <p:spPr>
          <a:xfrm rot="2843835">
            <a:off x="5716038" y="2060224"/>
            <a:ext cx="86220" cy="57767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Up-Down Arrow 170">
            <a:extLst>
              <a:ext uri="{FF2B5EF4-FFF2-40B4-BE49-F238E27FC236}">
                <a16:creationId xmlns:a16="http://schemas.microsoft.com/office/drawing/2014/main" id="{920FD62F-523E-8AD6-3DBF-7D51AA403C87}"/>
              </a:ext>
            </a:extLst>
          </p:cNvPr>
          <p:cNvSpPr/>
          <p:nvPr/>
        </p:nvSpPr>
        <p:spPr>
          <a:xfrm rot="7897620">
            <a:off x="5716888" y="2077078"/>
            <a:ext cx="86220" cy="559366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4F2EA5B9-2E61-3979-7A74-664A62BAB1D7}"/>
              </a:ext>
            </a:extLst>
          </p:cNvPr>
          <p:cNvSpPr/>
          <p:nvPr/>
        </p:nvSpPr>
        <p:spPr>
          <a:xfrm>
            <a:off x="5639774" y="2240509"/>
            <a:ext cx="227488" cy="22591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9E63111C-C28A-7E1A-0570-4663C2275ED0}"/>
              </a:ext>
            </a:extLst>
          </p:cNvPr>
          <p:cNvCxnSpPr>
            <a:cxnSpLocks/>
          </p:cNvCxnSpPr>
          <p:nvPr/>
        </p:nvCxnSpPr>
        <p:spPr>
          <a:xfrm flipV="1">
            <a:off x="5681388" y="2263247"/>
            <a:ext cx="100747" cy="104354"/>
          </a:xfrm>
          <a:prstGeom prst="straightConnector1">
            <a:avLst/>
          </a:prstGeom>
          <a:ln w="25400">
            <a:solidFill>
              <a:schemeClr val="bg1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C0FFE655-05ED-713D-E814-61D45E262AFB}"/>
              </a:ext>
            </a:extLst>
          </p:cNvPr>
          <p:cNvCxnSpPr>
            <a:stCxn id="169" idx="3"/>
            <a:endCxn id="102" idx="1"/>
          </p:cNvCxnSpPr>
          <p:nvPr/>
        </p:nvCxnSpPr>
        <p:spPr>
          <a:xfrm flipV="1">
            <a:off x="6067266" y="2345033"/>
            <a:ext cx="340446" cy="13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5ADD3256-EB29-862F-E77E-C4A157A68519}"/>
              </a:ext>
            </a:extLst>
          </p:cNvPr>
          <p:cNvCxnSpPr>
            <a:stCxn id="163" idx="3"/>
            <a:endCxn id="113" idx="1"/>
          </p:cNvCxnSpPr>
          <p:nvPr/>
        </p:nvCxnSpPr>
        <p:spPr>
          <a:xfrm>
            <a:off x="6071431" y="3623138"/>
            <a:ext cx="340446" cy="104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C1B6CC5-6FAF-31AD-B7CC-3A47A9A7928A}"/>
              </a:ext>
            </a:extLst>
          </p:cNvPr>
          <p:cNvCxnSpPr>
            <a:cxnSpLocks/>
          </p:cNvCxnSpPr>
          <p:nvPr/>
        </p:nvCxnSpPr>
        <p:spPr>
          <a:xfrm flipV="1">
            <a:off x="5740137" y="2312656"/>
            <a:ext cx="100747" cy="104354"/>
          </a:xfrm>
          <a:prstGeom prst="straightConnector1">
            <a:avLst/>
          </a:prstGeom>
          <a:ln w="25400">
            <a:solidFill>
              <a:schemeClr val="bg1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3290E7F7-38FC-B265-C4C9-1904CE62A809}"/>
              </a:ext>
            </a:extLst>
          </p:cNvPr>
          <p:cNvCxnSpPr>
            <a:cxnSpLocks/>
          </p:cNvCxnSpPr>
          <p:nvPr/>
        </p:nvCxnSpPr>
        <p:spPr>
          <a:xfrm flipV="1">
            <a:off x="5742219" y="3593391"/>
            <a:ext cx="100747" cy="104354"/>
          </a:xfrm>
          <a:prstGeom prst="straightConnector1">
            <a:avLst/>
          </a:prstGeom>
          <a:ln w="25400">
            <a:solidFill>
              <a:schemeClr val="bg1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Rectangle 181">
            <a:extLst>
              <a:ext uri="{FF2B5EF4-FFF2-40B4-BE49-F238E27FC236}">
                <a16:creationId xmlns:a16="http://schemas.microsoft.com/office/drawing/2014/main" id="{95A77167-63BC-45EE-F49F-E2F993A702C8}"/>
              </a:ext>
            </a:extLst>
          </p:cNvPr>
          <p:cNvSpPr/>
          <p:nvPr/>
        </p:nvSpPr>
        <p:spPr>
          <a:xfrm>
            <a:off x="4135551" y="3341620"/>
            <a:ext cx="609747" cy="563035"/>
          </a:xfrm>
          <a:prstGeom prst="rect">
            <a:avLst/>
          </a:prstGeom>
          <a:solidFill>
            <a:srgbClr val="3FB4E0">
              <a:alpha val="8006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Up-Down Arrow 182">
            <a:extLst>
              <a:ext uri="{FF2B5EF4-FFF2-40B4-BE49-F238E27FC236}">
                <a16:creationId xmlns:a16="http://schemas.microsoft.com/office/drawing/2014/main" id="{59A2C4D0-DDA4-026E-9D08-C5B04121FD4C}"/>
              </a:ext>
            </a:extLst>
          </p:cNvPr>
          <p:cNvSpPr/>
          <p:nvPr/>
        </p:nvSpPr>
        <p:spPr>
          <a:xfrm rot="2843835">
            <a:off x="4394070" y="3338191"/>
            <a:ext cx="86220" cy="57767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Up-Down Arrow 183">
            <a:extLst>
              <a:ext uri="{FF2B5EF4-FFF2-40B4-BE49-F238E27FC236}">
                <a16:creationId xmlns:a16="http://schemas.microsoft.com/office/drawing/2014/main" id="{33CB8E4B-E4E8-ADA5-76F4-A824787BF8C9}"/>
              </a:ext>
            </a:extLst>
          </p:cNvPr>
          <p:cNvSpPr/>
          <p:nvPr/>
        </p:nvSpPr>
        <p:spPr>
          <a:xfrm rot="7897620">
            <a:off x="4394920" y="3355045"/>
            <a:ext cx="86220" cy="559366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B327A841-41D2-0AAB-691B-60BF83F6FA0F}"/>
              </a:ext>
            </a:extLst>
          </p:cNvPr>
          <p:cNvSpPr/>
          <p:nvPr/>
        </p:nvSpPr>
        <p:spPr>
          <a:xfrm>
            <a:off x="4317806" y="3518476"/>
            <a:ext cx="227488" cy="22591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331CE4FD-8671-3629-79B3-BF68BAF22D8A}"/>
              </a:ext>
            </a:extLst>
          </p:cNvPr>
          <p:cNvCxnSpPr>
            <a:cxnSpLocks/>
          </p:cNvCxnSpPr>
          <p:nvPr/>
        </p:nvCxnSpPr>
        <p:spPr>
          <a:xfrm flipV="1">
            <a:off x="4359420" y="3541214"/>
            <a:ext cx="100747" cy="104354"/>
          </a:xfrm>
          <a:prstGeom prst="straightConnector1">
            <a:avLst/>
          </a:prstGeom>
          <a:ln w="25400">
            <a:solidFill>
              <a:schemeClr val="bg1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1BB9442-A71C-6C04-2B9F-95F26F9F0A23}"/>
              </a:ext>
            </a:extLst>
          </p:cNvPr>
          <p:cNvSpPr/>
          <p:nvPr/>
        </p:nvSpPr>
        <p:spPr>
          <a:xfrm>
            <a:off x="4131386" y="2063653"/>
            <a:ext cx="609747" cy="563035"/>
          </a:xfrm>
          <a:prstGeom prst="rect">
            <a:avLst/>
          </a:prstGeom>
          <a:solidFill>
            <a:srgbClr val="3FB4E0">
              <a:alpha val="8006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Up-Down Arrow 187">
            <a:extLst>
              <a:ext uri="{FF2B5EF4-FFF2-40B4-BE49-F238E27FC236}">
                <a16:creationId xmlns:a16="http://schemas.microsoft.com/office/drawing/2014/main" id="{029E5682-664D-7A91-39D7-C5CA82C3E2D5}"/>
              </a:ext>
            </a:extLst>
          </p:cNvPr>
          <p:cNvSpPr/>
          <p:nvPr/>
        </p:nvSpPr>
        <p:spPr>
          <a:xfrm rot="2843835">
            <a:off x="4389905" y="2060224"/>
            <a:ext cx="86220" cy="57767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Up-Down Arrow 188">
            <a:extLst>
              <a:ext uri="{FF2B5EF4-FFF2-40B4-BE49-F238E27FC236}">
                <a16:creationId xmlns:a16="http://schemas.microsoft.com/office/drawing/2014/main" id="{0E1F3869-2C8C-35C7-8B2A-9F3509912D61}"/>
              </a:ext>
            </a:extLst>
          </p:cNvPr>
          <p:cNvSpPr/>
          <p:nvPr/>
        </p:nvSpPr>
        <p:spPr>
          <a:xfrm rot="7897620">
            <a:off x="4390755" y="2077078"/>
            <a:ext cx="86220" cy="559366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8EB4A604-CE6A-AC9D-CA71-52CAE88A4070}"/>
              </a:ext>
            </a:extLst>
          </p:cNvPr>
          <p:cNvSpPr/>
          <p:nvPr/>
        </p:nvSpPr>
        <p:spPr>
          <a:xfrm>
            <a:off x="4313641" y="2240509"/>
            <a:ext cx="227488" cy="22591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95637332-C7CB-BF57-58DE-34E962577552}"/>
              </a:ext>
            </a:extLst>
          </p:cNvPr>
          <p:cNvCxnSpPr>
            <a:cxnSpLocks/>
          </p:cNvCxnSpPr>
          <p:nvPr/>
        </p:nvCxnSpPr>
        <p:spPr>
          <a:xfrm flipV="1">
            <a:off x="4355255" y="2263247"/>
            <a:ext cx="100747" cy="104354"/>
          </a:xfrm>
          <a:prstGeom prst="straightConnector1">
            <a:avLst/>
          </a:prstGeom>
          <a:ln w="25400">
            <a:solidFill>
              <a:schemeClr val="bg1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C6D52F94-7754-DACE-3D9B-5CD609D4D9B1}"/>
              </a:ext>
            </a:extLst>
          </p:cNvPr>
          <p:cNvCxnSpPr>
            <a:cxnSpLocks/>
          </p:cNvCxnSpPr>
          <p:nvPr/>
        </p:nvCxnSpPr>
        <p:spPr>
          <a:xfrm flipV="1">
            <a:off x="4414004" y="2312656"/>
            <a:ext cx="100747" cy="104354"/>
          </a:xfrm>
          <a:prstGeom prst="straightConnector1">
            <a:avLst/>
          </a:prstGeom>
          <a:ln w="25400">
            <a:solidFill>
              <a:schemeClr val="bg1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291305EC-A32A-7680-17ED-C97B101A268F}"/>
              </a:ext>
            </a:extLst>
          </p:cNvPr>
          <p:cNvCxnSpPr>
            <a:cxnSpLocks/>
          </p:cNvCxnSpPr>
          <p:nvPr/>
        </p:nvCxnSpPr>
        <p:spPr>
          <a:xfrm flipV="1">
            <a:off x="4416086" y="3593391"/>
            <a:ext cx="100747" cy="104354"/>
          </a:xfrm>
          <a:prstGeom prst="straightConnector1">
            <a:avLst/>
          </a:prstGeom>
          <a:ln w="25400">
            <a:solidFill>
              <a:schemeClr val="bg1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EA33B93C-4222-DB71-C1FD-EE4A424C4E91}"/>
              </a:ext>
            </a:extLst>
          </p:cNvPr>
          <p:cNvCxnSpPr>
            <a:stCxn id="187" idx="3"/>
            <a:endCxn id="169" idx="1"/>
          </p:cNvCxnSpPr>
          <p:nvPr/>
        </p:nvCxnSpPr>
        <p:spPr>
          <a:xfrm>
            <a:off x="4741133" y="2345171"/>
            <a:ext cx="716386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D775B9E9-559F-55AF-FA3F-58CFA33FC6F5}"/>
              </a:ext>
            </a:extLst>
          </p:cNvPr>
          <p:cNvCxnSpPr>
            <a:cxnSpLocks/>
            <a:stCxn id="182" idx="3"/>
            <a:endCxn id="163" idx="1"/>
          </p:cNvCxnSpPr>
          <p:nvPr/>
        </p:nvCxnSpPr>
        <p:spPr>
          <a:xfrm>
            <a:off x="4745298" y="3623138"/>
            <a:ext cx="716386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Rectangle 226">
            <a:extLst>
              <a:ext uri="{FF2B5EF4-FFF2-40B4-BE49-F238E27FC236}">
                <a16:creationId xmlns:a16="http://schemas.microsoft.com/office/drawing/2014/main" id="{F3F95404-80D2-A7D1-51B3-5457D034C206}"/>
              </a:ext>
            </a:extLst>
          </p:cNvPr>
          <p:cNvSpPr/>
          <p:nvPr/>
        </p:nvSpPr>
        <p:spPr>
          <a:xfrm>
            <a:off x="3074994" y="2058147"/>
            <a:ext cx="609747" cy="563035"/>
          </a:xfrm>
          <a:prstGeom prst="rect">
            <a:avLst/>
          </a:prstGeom>
          <a:solidFill>
            <a:srgbClr val="3FB4E0">
              <a:alpha val="8006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9" name="Right Arrow 228">
            <a:extLst>
              <a:ext uri="{FF2B5EF4-FFF2-40B4-BE49-F238E27FC236}">
                <a16:creationId xmlns:a16="http://schemas.microsoft.com/office/drawing/2014/main" id="{11353467-E16B-CE13-E564-5140116A0C15}"/>
              </a:ext>
            </a:extLst>
          </p:cNvPr>
          <p:cNvSpPr/>
          <p:nvPr/>
        </p:nvSpPr>
        <p:spPr>
          <a:xfrm>
            <a:off x="3365616" y="2254928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Right Arrow 229">
            <a:extLst>
              <a:ext uri="{FF2B5EF4-FFF2-40B4-BE49-F238E27FC236}">
                <a16:creationId xmlns:a16="http://schemas.microsoft.com/office/drawing/2014/main" id="{A2C979FE-110C-2207-3CEE-6E6F02ACCD94}"/>
              </a:ext>
            </a:extLst>
          </p:cNvPr>
          <p:cNvSpPr/>
          <p:nvPr/>
        </p:nvSpPr>
        <p:spPr>
          <a:xfrm rot="10800000">
            <a:off x="3123500" y="2318811"/>
            <a:ext cx="243589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Right Arrow 230">
            <a:extLst>
              <a:ext uri="{FF2B5EF4-FFF2-40B4-BE49-F238E27FC236}">
                <a16:creationId xmlns:a16="http://schemas.microsoft.com/office/drawing/2014/main" id="{60EDF870-DFCD-5E0D-0B79-C27B08D68B5B}"/>
              </a:ext>
            </a:extLst>
          </p:cNvPr>
          <p:cNvSpPr/>
          <p:nvPr/>
        </p:nvSpPr>
        <p:spPr>
          <a:xfrm rot="10800000">
            <a:off x="3123501" y="2202479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Right Arrow 231">
            <a:extLst>
              <a:ext uri="{FF2B5EF4-FFF2-40B4-BE49-F238E27FC236}">
                <a16:creationId xmlns:a16="http://schemas.microsoft.com/office/drawing/2014/main" id="{D8AF4A71-F009-7208-EBE4-15A4910542DB}"/>
              </a:ext>
            </a:extLst>
          </p:cNvPr>
          <p:cNvSpPr/>
          <p:nvPr/>
        </p:nvSpPr>
        <p:spPr>
          <a:xfrm>
            <a:off x="3364675" y="2375489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B5F29251-8D65-2A76-9AF3-46807D7E5988}"/>
              </a:ext>
            </a:extLst>
          </p:cNvPr>
          <p:cNvSpPr/>
          <p:nvPr/>
        </p:nvSpPr>
        <p:spPr>
          <a:xfrm>
            <a:off x="3067492" y="3341620"/>
            <a:ext cx="609747" cy="563035"/>
          </a:xfrm>
          <a:prstGeom prst="rect">
            <a:avLst/>
          </a:prstGeom>
          <a:solidFill>
            <a:srgbClr val="3FB4E0">
              <a:alpha val="8006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4" name="Right Arrow 233">
            <a:extLst>
              <a:ext uri="{FF2B5EF4-FFF2-40B4-BE49-F238E27FC236}">
                <a16:creationId xmlns:a16="http://schemas.microsoft.com/office/drawing/2014/main" id="{7573405B-B052-5961-74CD-CCF9DE73DC57}"/>
              </a:ext>
            </a:extLst>
          </p:cNvPr>
          <p:cNvSpPr/>
          <p:nvPr/>
        </p:nvSpPr>
        <p:spPr>
          <a:xfrm>
            <a:off x="3359936" y="3520879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Right Arrow 234">
            <a:extLst>
              <a:ext uri="{FF2B5EF4-FFF2-40B4-BE49-F238E27FC236}">
                <a16:creationId xmlns:a16="http://schemas.microsoft.com/office/drawing/2014/main" id="{35F5CEF0-945E-6C4C-69E1-49E2EBCFD374}"/>
              </a:ext>
            </a:extLst>
          </p:cNvPr>
          <p:cNvSpPr/>
          <p:nvPr/>
        </p:nvSpPr>
        <p:spPr>
          <a:xfrm rot="10800000">
            <a:off x="3117820" y="3584762"/>
            <a:ext cx="243589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Right Arrow 235">
            <a:extLst>
              <a:ext uri="{FF2B5EF4-FFF2-40B4-BE49-F238E27FC236}">
                <a16:creationId xmlns:a16="http://schemas.microsoft.com/office/drawing/2014/main" id="{0CCFBA87-3F22-0BBA-833E-CEFDCCB02D58}"/>
              </a:ext>
            </a:extLst>
          </p:cNvPr>
          <p:cNvSpPr/>
          <p:nvPr/>
        </p:nvSpPr>
        <p:spPr>
          <a:xfrm rot="10800000">
            <a:off x="3117821" y="3468430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ight Arrow 236">
            <a:extLst>
              <a:ext uri="{FF2B5EF4-FFF2-40B4-BE49-F238E27FC236}">
                <a16:creationId xmlns:a16="http://schemas.microsoft.com/office/drawing/2014/main" id="{C54C11EE-3FE6-C857-1B41-892EDACB7E75}"/>
              </a:ext>
            </a:extLst>
          </p:cNvPr>
          <p:cNvSpPr/>
          <p:nvPr/>
        </p:nvSpPr>
        <p:spPr>
          <a:xfrm>
            <a:off x="3358995" y="3641440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Magnetic Disk 33">
            <a:extLst>
              <a:ext uri="{FF2B5EF4-FFF2-40B4-BE49-F238E27FC236}">
                <a16:creationId xmlns:a16="http://schemas.microsoft.com/office/drawing/2014/main" id="{DF1932A5-984A-9DD4-BA59-28F6FD5C1634}"/>
              </a:ext>
            </a:extLst>
          </p:cNvPr>
          <p:cNvSpPr/>
          <p:nvPr/>
        </p:nvSpPr>
        <p:spPr>
          <a:xfrm>
            <a:off x="1803330" y="2113252"/>
            <a:ext cx="893773" cy="447430"/>
          </a:xfrm>
          <a:prstGeom prst="can">
            <a:avLst/>
          </a:prstGeom>
          <a:solidFill>
            <a:srgbClr val="3FB4E0">
              <a:alpha val="80066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0" name="Magnetic Disk 33">
            <a:extLst>
              <a:ext uri="{FF2B5EF4-FFF2-40B4-BE49-F238E27FC236}">
                <a16:creationId xmlns:a16="http://schemas.microsoft.com/office/drawing/2014/main" id="{856F7CC2-D1A4-E69D-26F3-E51817DE6A7E}"/>
              </a:ext>
            </a:extLst>
          </p:cNvPr>
          <p:cNvSpPr/>
          <p:nvPr/>
        </p:nvSpPr>
        <p:spPr>
          <a:xfrm>
            <a:off x="1765881" y="3405310"/>
            <a:ext cx="893773" cy="447430"/>
          </a:xfrm>
          <a:prstGeom prst="can">
            <a:avLst/>
          </a:prstGeom>
          <a:solidFill>
            <a:srgbClr val="3FB4E0">
              <a:alpha val="80066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7C853BD0-AB16-7BE9-CB7E-B9C636772A13}"/>
              </a:ext>
            </a:extLst>
          </p:cNvPr>
          <p:cNvCxnSpPr>
            <a:cxnSpLocks/>
            <a:stCxn id="243" idx="4"/>
            <a:endCxn id="227" idx="1"/>
          </p:cNvCxnSpPr>
          <p:nvPr/>
        </p:nvCxnSpPr>
        <p:spPr>
          <a:xfrm>
            <a:off x="2697103" y="2336967"/>
            <a:ext cx="377891" cy="269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1CAA3A77-8D08-3D95-2A2D-8CE5F67BA252}"/>
              </a:ext>
            </a:extLst>
          </p:cNvPr>
          <p:cNvCxnSpPr>
            <a:cxnSpLocks/>
            <a:stCxn id="250" idx="4"/>
            <a:endCxn id="233" idx="1"/>
          </p:cNvCxnSpPr>
          <p:nvPr/>
        </p:nvCxnSpPr>
        <p:spPr>
          <a:xfrm flipV="1">
            <a:off x="2659654" y="3623138"/>
            <a:ext cx="407838" cy="588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8F9CB7AF-D2CF-AF4A-E7DE-AE1474BD6124}"/>
              </a:ext>
            </a:extLst>
          </p:cNvPr>
          <p:cNvCxnSpPr>
            <a:cxnSpLocks/>
            <a:stCxn id="227" idx="3"/>
            <a:endCxn id="187" idx="1"/>
          </p:cNvCxnSpPr>
          <p:nvPr/>
        </p:nvCxnSpPr>
        <p:spPr>
          <a:xfrm>
            <a:off x="3684741" y="2339665"/>
            <a:ext cx="446645" cy="55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AC024AA6-EE23-B06E-4155-8082B0DD9182}"/>
              </a:ext>
            </a:extLst>
          </p:cNvPr>
          <p:cNvCxnSpPr>
            <a:cxnSpLocks/>
            <a:stCxn id="233" idx="3"/>
            <a:endCxn id="182" idx="1"/>
          </p:cNvCxnSpPr>
          <p:nvPr/>
        </p:nvCxnSpPr>
        <p:spPr>
          <a:xfrm>
            <a:off x="3677239" y="3623138"/>
            <a:ext cx="458312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44DE7A8A-5892-1DB6-9E0E-C25F274FF6A4}"/>
              </a:ext>
            </a:extLst>
          </p:cNvPr>
          <p:cNvCxnSpPr>
            <a:cxnSpLocks/>
          </p:cNvCxnSpPr>
          <p:nvPr/>
        </p:nvCxnSpPr>
        <p:spPr>
          <a:xfrm>
            <a:off x="3051958" y="1731251"/>
            <a:ext cx="3965501" cy="0"/>
          </a:xfrm>
          <a:prstGeom prst="straightConnector1">
            <a:avLst/>
          </a:prstGeom>
          <a:ln w="12700">
            <a:solidFill>
              <a:schemeClr val="accent2"/>
            </a:solidFill>
            <a:prstDash val="sysDot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C882583C-7810-0454-817A-A633BDF80974}"/>
              </a:ext>
            </a:extLst>
          </p:cNvPr>
          <p:cNvCxnSpPr>
            <a:cxnSpLocks/>
          </p:cNvCxnSpPr>
          <p:nvPr/>
        </p:nvCxnSpPr>
        <p:spPr>
          <a:xfrm>
            <a:off x="3051958" y="1355071"/>
            <a:ext cx="5857216" cy="0"/>
          </a:xfrm>
          <a:prstGeom prst="straightConnector1">
            <a:avLst/>
          </a:prstGeom>
          <a:ln w="12700" cap="flat">
            <a:solidFill>
              <a:schemeClr val="accent2"/>
            </a:solidFill>
            <a:prstDash val="sysDot"/>
            <a:miter lim="800000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TextBox 279">
            <a:extLst>
              <a:ext uri="{FF2B5EF4-FFF2-40B4-BE49-F238E27FC236}">
                <a16:creationId xmlns:a16="http://schemas.microsoft.com/office/drawing/2014/main" id="{A4FB0F22-5D3D-EDAB-C4C3-A2450C3E47E7}"/>
              </a:ext>
            </a:extLst>
          </p:cNvPr>
          <p:cNvSpPr txBox="1"/>
          <p:nvPr/>
        </p:nvSpPr>
        <p:spPr>
          <a:xfrm>
            <a:off x="4870950" y="1102052"/>
            <a:ext cx="239772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Regional Ethernet L2  Access Network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6849814D-3104-E490-A5A3-0FCA1704EE1D}"/>
              </a:ext>
            </a:extLst>
          </p:cNvPr>
          <p:cNvSpPr txBox="1"/>
          <p:nvPr/>
        </p:nvSpPr>
        <p:spPr>
          <a:xfrm>
            <a:off x="3963944" y="1473303"/>
            <a:ext cx="239772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Local Ethernet L2  Access Network</a:t>
            </a:r>
          </a:p>
        </p:txBody>
      </p: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75F401CD-DCFF-67D0-D98A-3438435FED21}"/>
              </a:ext>
            </a:extLst>
          </p:cNvPr>
          <p:cNvCxnSpPr>
            <a:cxnSpLocks/>
          </p:cNvCxnSpPr>
          <p:nvPr/>
        </p:nvCxnSpPr>
        <p:spPr>
          <a:xfrm>
            <a:off x="4131386" y="4216786"/>
            <a:ext cx="1935880" cy="0"/>
          </a:xfrm>
          <a:prstGeom prst="straightConnector1">
            <a:avLst/>
          </a:prstGeom>
          <a:ln w="12700">
            <a:solidFill>
              <a:schemeClr val="accent2"/>
            </a:solidFill>
            <a:prstDash val="sysDot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8E29C8F1-14CE-FFBB-DF6C-5AD33C6FE454}"/>
              </a:ext>
            </a:extLst>
          </p:cNvPr>
          <p:cNvSpPr txBox="1"/>
          <p:nvPr/>
        </p:nvSpPr>
        <p:spPr>
          <a:xfrm>
            <a:off x="4453598" y="4226494"/>
            <a:ext cx="144753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Optical L1 Network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7BC1E968-56A4-F102-07FB-FE5D54B1808E}"/>
              </a:ext>
            </a:extLst>
          </p:cNvPr>
          <p:cNvSpPr txBox="1"/>
          <p:nvPr/>
        </p:nvSpPr>
        <p:spPr>
          <a:xfrm>
            <a:off x="2042070" y="3852740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D65A7B90-C165-6BC1-E5B7-5F4F4C533CC0}"/>
              </a:ext>
            </a:extLst>
          </p:cNvPr>
          <p:cNvSpPr txBox="1"/>
          <p:nvPr/>
        </p:nvSpPr>
        <p:spPr>
          <a:xfrm>
            <a:off x="2045068" y="2569693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E25398BD-AAE9-D4D7-672A-878D62CA3DB0}"/>
              </a:ext>
            </a:extLst>
          </p:cNvPr>
          <p:cNvSpPr txBox="1"/>
          <p:nvPr/>
        </p:nvSpPr>
        <p:spPr>
          <a:xfrm>
            <a:off x="9729929" y="3231690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00CF28-F23C-59F5-57A2-7C34EFFED7D1}"/>
              </a:ext>
            </a:extLst>
          </p:cNvPr>
          <p:cNvGrpSpPr/>
          <p:nvPr/>
        </p:nvGrpSpPr>
        <p:grpSpPr>
          <a:xfrm>
            <a:off x="2147113" y="2312656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2ED1924-37DF-7BE3-DBD3-D2E5D407733E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DA3657EA-C7AF-CBCF-9F38-F99E9AB40E45}"/>
                </a:ext>
              </a:extLst>
            </p:cNvPr>
            <p:cNvCxnSpPr>
              <a:cxnSpLocks/>
              <a:stCxn id="3" idx="0"/>
              <a:endCxn id="3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6FD95F2-4AB2-031F-4FE1-5300F689EB55}"/>
                </a:ext>
              </a:extLst>
            </p:cNvPr>
            <p:cNvCxnSpPr>
              <a:cxnSpLocks/>
              <a:stCxn id="3" idx="2"/>
              <a:endCxn id="3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B796804-0DF9-DC53-646B-0FCA05A033A2}"/>
              </a:ext>
            </a:extLst>
          </p:cNvPr>
          <p:cNvGrpSpPr/>
          <p:nvPr/>
        </p:nvGrpSpPr>
        <p:grpSpPr>
          <a:xfrm>
            <a:off x="2135703" y="3618698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AC72F04-726A-FB23-6E0F-653AE7E94593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EB95108-FBDD-0BCA-9EC2-2997E8AE22E1}"/>
                </a:ext>
              </a:extLst>
            </p:cNvPr>
            <p:cNvCxnSpPr>
              <a:cxnSpLocks/>
              <a:stCxn id="9" idx="0"/>
              <a:endCxn id="9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21210BD-C24C-8846-2A7F-A16DBEA7882E}"/>
                </a:ext>
              </a:extLst>
            </p:cNvPr>
            <p:cNvCxnSpPr>
              <a:cxnSpLocks/>
              <a:stCxn id="9" idx="2"/>
              <a:endCxn id="9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8AAA4E1-3D1F-C6A9-5F96-781A38E626BF}"/>
              </a:ext>
            </a:extLst>
          </p:cNvPr>
          <p:cNvGrpSpPr/>
          <p:nvPr/>
        </p:nvGrpSpPr>
        <p:grpSpPr>
          <a:xfrm>
            <a:off x="9825070" y="2960138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A2E78A5-FF1A-D9A7-4455-FEBC6C6D19C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28E9E64-CE2C-B944-D962-D2D55BAE94D1}"/>
                </a:ext>
              </a:extLst>
            </p:cNvPr>
            <p:cNvCxnSpPr>
              <a:cxnSpLocks/>
              <a:stCxn id="13" idx="0"/>
              <a:endCxn id="13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71DC8E6-B116-E68E-F6D1-2EF8F62EBB1D}"/>
                </a:ext>
              </a:extLst>
            </p:cNvPr>
            <p:cNvCxnSpPr>
              <a:cxnSpLocks/>
              <a:stCxn id="13" idx="2"/>
              <a:endCxn id="13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007965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4CBF2-E7FB-07EA-F4B4-C5E829935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F118AB-791C-EA52-F9EA-201D842A6894}"/>
              </a:ext>
            </a:extLst>
          </p:cNvPr>
          <p:cNvSpPr/>
          <p:nvPr/>
        </p:nvSpPr>
        <p:spPr>
          <a:xfrm>
            <a:off x="3545174" y="1541929"/>
            <a:ext cx="5441428" cy="253701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134" name="Magnetic Disk 33">
            <a:extLst>
              <a:ext uri="{FF2B5EF4-FFF2-40B4-BE49-F238E27FC236}">
                <a16:creationId xmlns:a16="http://schemas.microsoft.com/office/drawing/2014/main" id="{524C1103-C8FE-EF15-B3CE-641637873DB0}"/>
              </a:ext>
            </a:extLst>
          </p:cNvPr>
          <p:cNvSpPr/>
          <p:nvPr/>
        </p:nvSpPr>
        <p:spPr>
          <a:xfrm>
            <a:off x="7958708" y="2551850"/>
            <a:ext cx="893773" cy="447430"/>
          </a:xfrm>
          <a:prstGeom prst="can">
            <a:avLst/>
          </a:prstGeom>
          <a:solidFill>
            <a:srgbClr val="3FB4E0">
              <a:alpha val="7996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B01736E-3C75-957E-8131-7F90DE3D196A}"/>
              </a:ext>
            </a:extLst>
          </p:cNvPr>
          <p:cNvCxnSpPr>
            <a:cxnSpLocks/>
            <a:stCxn id="243" idx="4"/>
            <a:endCxn id="134" idx="2"/>
          </p:cNvCxnSpPr>
          <p:nvPr/>
        </p:nvCxnSpPr>
        <p:spPr>
          <a:xfrm>
            <a:off x="4652903" y="2154652"/>
            <a:ext cx="3305805" cy="62091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8EFF2532-A0FC-74E6-89CE-4C90E426B96F}"/>
              </a:ext>
            </a:extLst>
          </p:cNvPr>
          <p:cNvCxnSpPr>
            <a:cxnSpLocks/>
            <a:stCxn id="134" idx="2"/>
            <a:endCxn id="250" idx="4"/>
          </p:cNvCxnSpPr>
          <p:nvPr/>
        </p:nvCxnSpPr>
        <p:spPr>
          <a:xfrm flipH="1">
            <a:off x="4615454" y="2775565"/>
            <a:ext cx="3343254" cy="671145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Magnetic Disk 33">
            <a:extLst>
              <a:ext uri="{FF2B5EF4-FFF2-40B4-BE49-F238E27FC236}">
                <a16:creationId xmlns:a16="http://schemas.microsoft.com/office/drawing/2014/main" id="{5963A571-5C6A-0DF9-A283-991E53620E64}"/>
              </a:ext>
            </a:extLst>
          </p:cNvPr>
          <p:cNvSpPr/>
          <p:nvPr/>
        </p:nvSpPr>
        <p:spPr>
          <a:xfrm>
            <a:off x="3759130" y="1930937"/>
            <a:ext cx="893773" cy="447430"/>
          </a:xfrm>
          <a:prstGeom prst="can">
            <a:avLst/>
          </a:prstGeom>
          <a:solidFill>
            <a:srgbClr val="3FB4E0">
              <a:alpha val="7996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0" name="Magnetic Disk 33">
            <a:extLst>
              <a:ext uri="{FF2B5EF4-FFF2-40B4-BE49-F238E27FC236}">
                <a16:creationId xmlns:a16="http://schemas.microsoft.com/office/drawing/2014/main" id="{D4669928-C103-2BAF-6B6D-D11C922F1DA7}"/>
              </a:ext>
            </a:extLst>
          </p:cNvPr>
          <p:cNvSpPr/>
          <p:nvPr/>
        </p:nvSpPr>
        <p:spPr>
          <a:xfrm>
            <a:off x="3721681" y="3222995"/>
            <a:ext cx="893773" cy="447430"/>
          </a:xfrm>
          <a:prstGeom prst="can">
            <a:avLst/>
          </a:prstGeom>
          <a:solidFill>
            <a:srgbClr val="3FB4E0">
              <a:alpha val="7996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80D5993B-8191-CC6F-9423-E2A4BA19E3F2}"/>
              </a:ext>
            </a:extLst>
          </p:cNvPr>
          <p:cNvSpPr txBox="1"/>
          <p:nvPr/>
        </p:nvSpPr>
        <p:spPr>
          <a:xfrm>
            <a:off x="3997870" y="3670425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5D11A841-BBD5-1028-644B-A2BB37F1994F}"/>
              </a:ext>
            </a:extLst>
          </p:cNvPr>
          <p:cNvSpPr txBox="1"/>
          <p:nvPr/>
        </p:nvSpPr>
        <p:spPr>
          <a:xfrm>
            <a:off x="4000868" y="2387378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BB7D5F39-C856-0FF4-FAF1-C4A896D1FBC1}"/>
              </a:ext>
            </a:extLst>
          </p:cNvPr>
          <p:cNvSpPr txBox="1"/>
          <p:nvPr/>
        </p:nvSpPr>
        <p:spPr>
          <a:xfrm>
            <a:off x="8249297" y="3027457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D901D3-CAE0-E9BB-95ED-FEA77B8869F5}"/>
              </a:ext>
            </a:extLst>
          </p:cNvPr>
          <p:cNvSpPr txBox="1"/>
          <p:nvPr/>
        </p:nvSpPr>
        <p:spPr>
          <a:xfrm>
            <a:off x="4603324" y="3544915"/>
            <a:ext cx="140050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PE Connected Interface / IP Address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699D09-2151-DEAC-07C7-9C81A4EE360B}"/>
              </a:ext>
            </a:extLst>
          </p:cNvPr>
          <p:cNvSpPr txBox="1"/>
          <p:nvPr/>
        </p:nvSpPr>
        <p:spPr>
          <a:xfrm>
            <a:off x="4652903" y="1710127"/>
            <a:ext cx="140050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PE Connected Interface / IP Address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389805-C845-E8A4-2FD9-9D0A1F143C55}"/>
              </a:ext>
            </a:extLst>
          </p:cNvPr>
          <p:cNvSpPr txBox="1"/>
          <p:nvPr/>
        </p:nvSpPr>
        <p:spPr>
          <a:xfrm>
            <a:off x="6764403" y="2123027"/>
            <a:ext cx="140050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 Connected Interface / IP Address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3B47C39-A9EE-1EC0-CE05-38ABBC7DFF71}"/>
              </a:ext>
            </a:extLst>
          </p:cNvPr>
          <p:cNvGrpSpPr/>
          <p:nvPr/>
        </p:nvGrpSpPr>
        <p:grpSpPr>
          <a:xfrm>
            <a:off x="4110709" y="2127348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FDE9566-6CBC-3083-4C40-2E24E52CFD5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5F4A8C0C-F3B1-88C9-9DA8-9BB7126D9648}"/>
                </a:ext>
              </a:extLst>
            </p:cNvPr>
            <p:cNvCxnSpPr>
              <a:cxnSpLocks/>
              <a:stCxn id="3" idx="0"/>
              <a:endCxn id="3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EFF3601-BC18-2F01-8083-C78702F2E5E0}"/>
                </a:ext>
              </a:extLst>
            </p:cNvPr>
            <p:cNvCxnSpPr>
              <a:cxnSpLocks/>
              <a:stCxn id="3" idx="2"/>
              <a:endCxn id="3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BD7ECA2-162E-739C-004C-D64A626C85DF}"/>
              </a:ext>
            </a:extLst>
          </p:cNvPr>
          <p:cNvGrpSpPr/>
          <p:nvPr/>
        </p:nvGrpSpPr>
        <p:grpSpPr>
          <a:xfrm>
            <a:off x="4091994" y="3439407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67D6A56-5FF9-7084-BF5B-6DA0C8814A7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BA6F611-573F-BF66-8A28-21F12A66E9F0}"/>
                </a:ext>
              </a:extLst>
            </p:cNvPr>
            <p:cNvCxnSpPr>
              <a:cxnSpLocks/>
              <a:stCxn id="8" idx="0"/>
              <a:endCxn id="8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E722810-3343-86A0-C7C2-09D845A1DE02}"/>
                </a:ext>
              </a:extLst>
            </p:cNvPr>
            <p:cNvCxnSpPr>
              <a:cxnSpLocks/>
              <a:stCxn id="8" idx="2"/>
              <a:endCxn id="8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AD9600-47E8-F5EE-9BDD-AA16AF0648BD}"/>
              </a:ext>
            </a:extLst>
          </p:cNvPr>
          <p:cNvGrpSpPr/>
          <p:nvPr/>
        </p:nvGrpSpPr>
        <p:grpSpPr>
          <a:xfrm>
            <a:off x="8349117" y="2748401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5A4CE71-CEEC-4DAF-C4C6-2F76DF5A6FD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782584B-2D98-C9D6-4FE1-CF785985E196}"/>
                </a:ext>
              </a:extLst>
            </p:cNvPr>
            <p:cNvCxnSpPr>
              <a:cxnSpLocks/>
              <a:stCxn id="21" idx="0"/>
              <a:endCxn id="21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40A6E5D-9702-DA19-5185-A7A57EEC9A39}"/>
                </a:ext>
              </a:extLst>
            </p:cNvPr>
            <p:cNvCxnSpPr>
              <a:cxnSpLocks/>
              <a:stCxn id="21" idx="2"/>
              <a:endCxn id="21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22315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EA591-6AA7-7DFF-5D02-D2A8F2F79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5C0D031-235B-A3E0-760F-C2874A7A09D6}"/>
              </a:ext>
            </a:extLst>
          </p:cNvPr>
          <p:cNvSpPr/>
          <p:nvPr/>
        </p:nvSpPr>
        <p:spPr>
          <a:xfrm>
            <a:off x="3953691" y="444136"/>
            <a:ext cx="4415246" cy="5776865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992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8C688E-EECA-00CA-531B-E01E2FDCADA7}"/>
              </a:ext>
            </a:extLst>
          </p:cNvPr>
          <p:cNvSpPr/>
          <p:nvPr/>
        </p:nvSpPr>
        <p:spPr>
          <a:xfrm>
            <a:off x="5085708" y="636998"/>
            <a:ext cx="2157573" cy="585627"/>
          </a:xfrm>
          <a:prstGeom prst="rect">
            <a:avLst/>
          </a:prstGeom>
          <a:solidFill>
            <a:srgbClr val="3FB4E0">
              <a:alpha val="81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Layer-3 VPN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YANG Service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F561E6-3E49-C182-C363-6ED1137546A6}"/>
              </a:ext>
            </a:extLst>
          </p:cNvPr>
          <p:cNvSpPr/>
          <p:nvPr/>
        </p:nvSpPr>
        <p:spPr>
          <a:xfrm>
            <a:off x="5085708" y="1785991"/>
            <a:ext cx="2157573" cy="585627"/>
          </a:xfrm>
          <a:prstGeom prst="rect">
            <a:avLst/>
          </a:prstGeom>
          <a:solidFill>
            <a:srgbClr val="3FB4E0">
              <a:alpha val="81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Java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EA8D25-DFF6-019D-892B-3329557980B8}"/>
              </a:ext>
            </a:extLst>
          </p:cNvPr>
          <p:cNvSpPr/>
          <p:nvPr/>
        </p:nvSpPr>
        <p:spPr>
          <a:xfrm>
            <a:off x="4176809" y="3459090"/>
            <a:ext cx="1817798" cy="585627"/>
          </a:xfrm>
          <a:prstGeom prst="rect">
            <a:avLst/>
          </a:prstGeom>
          <a:solidFill>
            <a:srgbClr val="3FB4E0">
              <a:alpha val="81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ce</a:t>
            </a:r>
            <a:r>
              <a:rPr lang="en-US" sz="1000" dirty="0">
                <a:solidFill>
                  <a:schemeClr val="bg1"/>
                </a:solidFill>
              </a:rPr>
              <a:t>-router</a:t>
            </a:r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Configuration Template for Cisco IOS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495783-AC39-42F2-D894-DBE2DD715743}"/>
              </a:ext>
            </a:extLst>
          </p:cNvPr>
          <p:cNvSpPr/>
          <p:nvPr/>
        </p:nvSpPr>
        <p:spPr>
          <a:xfrm>
            <a:off x="6334382" y="3459089"/>
            <a:ext cx="1817798" cy="585627"/>
          </a:xfrm>
          <a:prstGeom prst="rect">
            <a:avLst/>
          </a:prstGeom>
          <a:solidFill>
            <a:srgbClr val="3FB4E0">
              <a:alpha val="81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pe-router</a:t>
            </a:r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Configuration Template for Cisco IOS-XR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4EA5CB-A452-38E7-8CCE-4F6C51B8BD9E}"/>
              </a:ext>
            </a:extLst>
          </p:cNvPr>
          <p:cNvSpPr/>
          <p:nvPr/>
        </p:nvSpPr>
        <p:spPr>
          <a:xfrm>
            <a:off x="6334382" y="4197971"/>
            <a:ext cx="1817798" cy="585627"/>
          </a:xfrm>
          <a:prstGeom prst="rect">
            <a:avLst/>
          </a:prstGeom>
          <a:solidFill>
            <a:srgbClr val="3FB4E0">
              <a:alpha val="81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pe-router</a:t>
            </a:r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Configuration Template for Junos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036BF7-DF0D-2AA5-4B93-DE38BE351ADA}"/>
              </a:ext>
            </a:extLst>
          </p:cNvPr>
          <p:cNvSpPr/>
          <p:nvPr/>
        </p:nvSpPr>
        <p:spPr>
          <a:xfrm>
            <a:off x="4176809" y="5464262"/>
            <a:ext cx="1186301" cy="585627"/>
          </a:xfrm>
          <a:prstGeom prst="rect">
            <a:avLst/>
          </a:prstGeom>
          <a:solidFill>
            <a:srgbClr val="3FB4E0">
              <a:alpha val="81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Cisco IOS </a:t>
            </a:r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Device YANG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410196-7690-C762-95DB-56ADAD43689F}"/>
              </a:ext>
            </a:extLst>
          </p:cNvPr>
          <p:cNvSpPr/>
          <p:nvPr/>
        </p:nvSpPr>
        <p:spPr>
          <a:xfrm>
            <a:off x="5571343" y="5464260"/>
            <a:ext cx="1186301" cy="585627"/>
          </a:xfrm>
          <a:prstGeom prst="rect">
            <a:avLst/>
          </a:prstGeom>
          <a:solidFill>
            <a:srgbClr val="3FB4E0">
              <a:alpha val="81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Cisco IOS-XR </a:t>
            </a:r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Device YANG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2C1E92-186F-29F2-DE90-E578F7A80CF1}"/>
              </a:ext>
            </a:extLst>
          </p:cNvPr>
          <p:cNvSpPr/>
          <p:nvPr/>
        </p:nvSpPr>
        <p:spPr>
          <a:xfrm>
            <a:off x="6965879" y="5464260"/>
            <a:ext cx="1186301" cy="585627"/>
          </a:xfrm>
          <a:prstGeom prst="rect">
            <a:avLst/>
          </a:prstGeom>
          <a:solidFill>
            <a:srgbClr val="3FB4E0">
              <a:alpha val="81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Junos </a:t>
            </a:r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Device YANG Model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BDA82A9-4B72-13B8-9BE0-B245735D9C04}"/>
              </a:ext>
            </a:extLst>
          </p:cNvPr>
          <p:cNvCxnSpPr/>
          <p:nvPr/>
        </p:nvCxnSpPr>
        <p:spPr>
          <a:xfrm>
            <a:off x="4176809" y="5106379"/>
            <a:ext cx="3975371" cy="0"/>
          </a:xfrm>
          <a:prstGeom prst="line">
            <a:avLst/>
          </a:prstGeom>
          <a:ln w="12700" cmpd="dbl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696F4C2-EE71-3CF5-F173-17A79D364214}"/>
              </a:ext>
            </a:extLst>
          </p:cNvPr>
          <p:cNvCxnSpPr/>
          <p:nvPr/>
        </p:nvCxnSpPr>
        <p:spPr>
          <a:xfrm>
            <a:off x="4176807" y="2618196"/>
            <a:ext cx="3975371" cy="0"/>
          </a:xfrm>
          <a:prstGeom prst="line">
            <a:avLst/>
          </a:prstGeom>
          <a:ln w="12700" cmpd="dbl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26BF22-66CC-4505-5E23-C5FABF0BF0DE}"/>
              </a:ext>
            </a:extLst>
          </p:cNvPr>
          <p:cNvCxnSpPr/>
          <p:nvPr/>
        </p:nvCxnSpPr>
        <p:spPr>
          <a:xfrm>
            <a:off x="4176806" y="1508587"/>
            <a:ext cx="3975371" cy="0"/>
          </a:xfrm>
          <a:prstGeom prst="line">
            <a:avLst/>
          </a:prstGeom>
          <a:ln w="12700" cmpd="dbl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9B9E82C-C3A4-5CE5-AE7B-BB536C7067A3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6164495" y="1222625"/>
            <a:ext cx="0" cy="56336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2EB76C4-89FE-81B3-BF1D-1C9902053F5B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5085708" y="2371618"/>
            <a:ext cx="1078787" cy="1087472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28C1825-0EDA-4C1C-DDEF-8087CDCADA5F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6164495" y="2371618"/>
            <a:ext cx="1078786" cy="108747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80A382E-24D4-FF27-54A0-EA33657461BC}"/>
              </a:ext>
            </a:extLst>
          </p:cNvPr>
          <p:cNvCxnSpPr>
            <a:stCxn id="4" idx="2"/>
            <a:endCxn id="9" idx="0"/>
          </p:cNvCxnSpPr>
          <p:nvPr/>
        </p:nvCxnSpPr>
        <p:spPr>
          <a:xfrm flipH="1">
            <a:off x="4769960" y="4044717"/>
            <a:ext cx="315748" cy="1419545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44E17041-FD0D-AEBE-73B9-01720858B100}"/>
              </a:ext>
            </a:extLst>
          </p:cNvPr>
          <p:cNvCxnSpPr>
            <a:stCxn id="7" idx="1"/>
            <a:endCxn id="10" idx="0"/>
          </p:cNvCxnSpPr>
          <p:nvPr/>
        </p:nvCxnSpPr>
        <p:spPr>
          <a:xfrm rot="10800000" flipV="1">
            <a:off x="6164494" y="3751902"/>
            <a:ext cx="169888" cy="1712357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DDDCB4-7AF9-9797-3ECC-5228B96838E4}"/>
              </a:ext>
            </a:extLst>
          </p:cNvPr>
          <p:cNvCxnSpPr>
            <a:stCxn id="8" idx="2"/>
            <a:endCxn id="11" idx="0"/>
          </p:cNvCxnSpPr>
          <p:nvPr/>
        </p:nvCxnSpPr>
        <p:spPr>
          <a:xfrm>
            <a:off x="7243281" y="4783598"/>
            <a:ext cx="315749" cy="680662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33225E7-780C-4632-4E69-1DA1D6DE7357}"/>
              </a:ext>
            </a:extLst>
          </p:cNvPr>
          <p:cNvSpPr txBox="1"/>
          <p:nvPr/>
        </p:nvSpPr>
        <p:spPr>
          <a:xfrm>
            <a:off x="4176807" y="2775397"/>
            <a:ext cx="1609154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Vendor Agnostic Parameter Dictionary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8E56BA-70CF-2A03-DFFF-264ACB287465}"/>
              </a:ext>
            </a:extLst>
          </p:cNvPr>
          <p:cNvSpPr txBox="1"/>
          <p:nvPr/>
        </p:nvSpPr>
        <p:spPr>
          <a:xfrm>
            <a:off x="6844727" y="2773016"/>
            <a:ext cx="147734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Vendor Agnostic Parameter Dictionary</a:t>
            </a:r>
          </a:p>
        </p:txBody>
      </p:sp>
    </p:spTree>
    <p:extLst>
      <p:ext uri="{BB962C8B-B14F-4D97-AF65-F5344CB8AC3E}">
        <p14:creationId xmlns:p14="http://schemas.microsoft.com/office/powerpoint/2010/main" val="328947313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F9FE4-F8B1-B07F-C2DD-1766390DC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58">
            <a:extLst>
              <a:ext uri="{FF2B5EF4-FFF2-40B4-BE49-F238E27FC236}">
                <a16:creationId xmlns:a16="http://schemas.microsoft.com/office/drawing/2014/main" id="{0E0671BB-5357-8A4B-12ED-CB1241CD5C0B}"/>
              </a:ext>
            </a:extLst>
          </p:cNvPr>
          <p:cNvSpPr/>
          <p:nvPr/>
        </p:nvSpPr>
        <p:spPr>
          <a:xfrm>
            <a:off x="3523794" y="3691654"/>
            <a:ext cx="4711811" cy="719132"/>
          </a:xfrm>
          <a:prstGeom prst="rect">
            <a:avLst/>
          </a:prstGeom>
          <a:solidFill>
            <a:srgbClr val="3FB4E0">
              <a:alpha val="20093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EBCFC05-4720-D60F-C859-F0B2B48D4BC9}"/>
              </a:ext>
            </a:extLst>
          </p:cNvPr>
          <p:cNvSpPr/>
          <p:nvPr/>
        </p:nvSpPr>
        <p:spPr>
          <a:xfrm>
            <a:off x="3523794" y="2293998"/>
            <a:ext cx="4711811" cy="738688"/>
          </a:xfrm>
          <a:prstGeom prst="rect">
            <a:avLst/>
          </a:prstGeom>
          <a:solidFill>
            <a:srgbClr val="3FB4E0">
              <a:alpha val="20093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2564344-7BD5-60B4-D2DE-5F1819DC4F66}"/>
              </a:ext>
            </a:extLst>
          </p:cNvPr>
          <p:cNvSpPr/>
          <p:nvPr/>
        </p:nvSpPr>
        <p:spPr>
          <a:xfrm>
            <a:off x="5272764" y="2370909"/>
            <a:ext cx="1367932" cy="575090"/>
          </a:xfrm>
          <a:prstGeom prst="rect">
            <a:avLst/>
          </a:prstGeom>
          <a:solidFill>
            <a:srgbClr val="3FB4E0">
              <a:alpha val="79568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/>
              <a:t>   upper-</a:t>
            </a:r>
            <a:r>
              <a:rPr lang="en-US" sz="1000" dirty="0" err="1"/>
              <a:t>nso</a:t>
            </a:r>
            <a:endParaRPr lang="en-US" sz="1000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417314EA-806C-ADD1-C2AC-51B7E7787754}"/>
              </a:ext>
            </a:extLst>
          </p:cNvPr>
          <p:cNvSpPr/>
          <p:nvPr/>
        </p:nvSpPr>
        <p:spPr>
          <a:xfrm>
            <a:off x="5317938" y="2421827"/>
            <a:ext cx="472141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418190-B7FA-620A-AD9E-01569AE16003}"/>
              </a:ext>
            </a:extLst>
          </p:cNvPr>
          <p:cNvSpPr/>
          <p:nvPr/>
        </p:nvSpPr>
        <p:spPr>
          <a:xfrm>
            <a:off x="3336758" y="906086"/>
            <a:ext cx="5076313" cy="4668235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749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6" name="Folded Corner 5">
            <a:extLst>
              <a:ext uri="{FF2B5EF4-FFF2-40B4-BE49-F238E27FC236}">
                <a16:creationId xmlns:a16="http://schemas.microsoft.com/office/drawing/2014/main" id="{F6096971-CE5A-C1D0-1ED1-39F5915062CE}"/>
              </a:ext>
            </a:extLst>
          </p:cNvPr>
          <p:cNvSpPr/>
          <p:nvPr/>
        </p:nvSpPr>
        <p:spPr>
          <a:xfrm>
            <a:off x="5745673" y="1130462"/>
            <a:ext cx="450886" cy="440935"/>
          </a:xfrm>
          <a:prstGeom prst="foldedCorner">
            <a:avLst/>
          </a:prstGeom>
          <a:solidFill>
            <a:srgbClr val="3FB4E0">
              <a:alpha val="79568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&lt;/&gt;</a:t>
            </a:r>
            <a:endParaRPr lang="en-US" sz="1000" b="1" dirty="0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9534D941-2399-94D2-1D15-7527FC527CDC}"/>
              </a:ext>
            </a:extLst>
          </p:cNvPr>
          <p:cNvSpPr/>
          <p:nvPr/>
        </p:nvSpPr>
        <p:spPr>
          <a:xfrm>
            <a:off x="5833956" y="1653465"/>
            <a:ext cx="274320" cy="575091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03FDB171-7790-183A-55C5-323A2B0C8FCA}"/>
              </a:ext>
            </a:extLst>
          </p:cNvPr>
          <p:cNvSpPr/>
          <p:nvPr/>
        </p:nvSpPr>
        <p:spPr>
          <a:xfrm rot="19434337">
            <a:off x="6776961" y="3009118"/>
            <a:ext cx="274320" cy="741680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115657FB-9597-6619-A672-1F9764EE521D}"/>
              </a:ext>
            </a:extLst>
          </p:cNvPr>
          <p:cNvSpPr/>
          <p:nvPr/>
        </p:nvSpPr>
        <p:spPr>
          <a:xfrm rot="2305893">
            <a:off x="4797653" y="3022404"/>
            <a:ext cx="274320" cy="741680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nip Same Side Corner Rectangle 25">
            <a:extLst>
              <a:ext uri="{FF2B5EF4-FFF2-40B4-BE49-F238E27FC236}">
                <a16:creationId xmlns:a16="http://schemas.microsoft.com/office/drawing/2014/main" id="{3DCB84DF-3FAF-52F6-4E04-F9183F8071E4}"/>
              </a:ext>
            </a:extLst>
          </p:cNvPr>
          <p:cNvSpPr/>
          <p:nvPr/>
        </p:nvSpPr>
        <p:spPr>
          <a:xfrm>
            <a:off x="6453672" y="5119715"/>
            <a:ext cx="848710" cy="258291"/>
          </a:xfrm>
          <a:prstGeom prst="snip2SameRect">
            <a:avLst/>
          </a:prstGeom>
          <a:solidFill>
            <a:srgbClr val="3FB4E0">
              <a:alpha val="79564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A85AB6-6A74-5B0F-3E08-4E44F6C5F1AA}"/>
              </a:ext>
            </a:extLst>
          </p:cNvPr>
          <p:cNvSpPr/>
          <p:nvPr/>
        </p:nvSpPr>
        <p:spPr>
          <a:xfrm>
            <a:off x="6519712" y="5209578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B6A533-684A-8383-FBAF-E7C29D7A9953}"/>
              </a:ext>
            </a:extLst>
          </p:cNvPr>
          <p:cNvSpPr/>
          <p:nvPr/>
        </p:nvSpPr>
        <p:spPr>
          <a:xfrm>
            <a:off x="6659850" y="520850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20C032-55D7-A4B4-C29D-095AE05769BF}"/>
              </a:ext>
            </a:extLst>
          </p:cNvPr>
          <p:cNvSpPr/>
          <p:nvPr/>
        </p:nvSpPr>
        <p:spPr>
          <a:xfrm>
            <a:off x="6794571" y="520850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7B62438-57BC-39AC-157F-8A78E252B03F}"/>
              </a:ext>
            </a:extLst>
          </p:cNvPr>
          <p:cNvSpPr/>
          <p:nvPr/>
        </p:nvSpPr>
        <p:spPr>
          <a:xfrm>
            <a:off x="6967628" y="519120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CDEC4C8-E01E-FBC5-BF72-FFF62AB00B0B}"/>
              </a:ext>
            </a:extLst>
          </p:cNvPr>
          <p:cNvSpPr/>
          <p:nvPr/>
        </p:nvSpPr>
        <p:spPr>
          <a:xfrm>
            <a:off x="7126091" y="519120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4" name="Snip Same Side Corner Rectangle 33">
            <a:extLst>
              <a:ext uri="{FF2B5EF4-FFF2-40B4-BE49-F238E27FC236}">
                <a16:creationId xmlns:a16="http://schemas.microsoft.com/office/drawing/2014/main" id="{A45F97BB-E897-B63B-323A-E2E18B93BD70}"/>
              </a:ext>
            </a:extLst>
          </p:cNvPr>
          <p:cNvSpPr/>
          <p:nvPr/>
        </p:nvSpPr>
        <p:spPr>
          <a:xfrm>
            <a:off x="7386895" y="5119714"/>
            <a:ext cx="848710" cy="258291"/>
          </a:xfrm>
          <a:prstGeom prst="snip2SameRect">
            <a:avLst/>
          </a:prstGeom>
          <a:solidFill>
            <a:srgbClr val="3FB4E0">
              <a:alpha val="79564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DD7EAC-4235-4259-E641-873DCAA6188F}"/>
              </a:ext>
            </a:extLst>
          </p:cNvPr>
          <p:cNvSpPr/>
          <p:nvPr/>
        </p:nvSpPr>
        <p:spPr>
          <a:xfrm>
            <a:off x="7452935" y="520957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1FC5EDD-6B66-6A1F-5478-51001C587FC5}"/>
              </a:ext>
            </a:extLst>
          </p:cNvPr>
          <p:cNvSpPr/>
          <p:nvPr/>
        </p:nvSpPr>
        <p:spPr>
          <a:xfrm>
            <a:off x="7593073" y="520850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C196C9-2F4E-C852-CAD1-F9D0B7C115F5}"/>
              </a:ext>
            </a:extLst>
          </p:cNvPr>
          <p:cNvSpPr/>
          <p:nvPr/>
        </p:nvSpPr>
        <p:spPr>
          <a:xfrm>
            <a:off x="7727794" y="520850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7C64625-4C79-7E24-1D53-4A6C3486671F}"/>
              </a:ext>
            </a:extLst>
          </p:cNvPr>
          <p:cNvSpPr/>
          <p:nvPr/>
        </p:nvSpPr>
        <p:spPr>
          <a:xfrm>
            <a:off x="7900851" y="519120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ED065C9-CFCC-ED1A-B0CA-6302393FC95E}"/>
              </a:ext>
            </a:extLst>
          </p:cNvPr>
          <p:cNvSpPr/>
          <p:nvPr/>
        </p:nvSpPr>
        <p:spPr>
          <a:xfrm>
            <a:off x="8059314" y="519120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5" name="Snip Same Side Corner Rectangle 44">
            <a:extLst>
              <a:ext uri="{FF2B5EF4-FFF2-40B4-BE49-F238E27FC236}">
                <a16:creationId xmlns:a16="http://schemas.microsoft.com/office/drawing/2014/main" id="{12C3FD8B-DE7D-17F9-5EB1-FE7E330B3CC4}"/>
              </a:ext>
            </a:extLst>
          </p:cNvPr>
          <p:cNvSpPr/>
          <p:nvPr/>
        </p:nvSpPr>
        <p:spPr>
          <a:xfrm>
            <a:off x="3523795" y="5118848"/>
            <a:ext cx="848710" cy="258291"/>
          </a:xfrm>
          <a:prstGeom prst="snip2SameRect">
            <a:avLst/>
          </a:prstGeom>
          <a:solidFill>
            <a:srgbClr val="3FB4E0">
              <a:alpha val="79564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6763410-AF50-C9D0-5687-8568A9582333}"/>
              </a:ext>
            </a:extLst>
          </p:cNvPr>
          <p:cNvSpPr/>
          <p:nvPr/>
        </p:nvSpPr>
        <p:spPr>
          <a:xfrm>
            <a:off x="3589835" y="5208711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6C6B19-220F-D53E-EC54-2E5C4D8E6B97}"/>
              </a:ext>
            </a:extLst>
          </p:cNvPr>
          <p:cNvSpPr/>
          <p:nvPr/>
        </p:nvSpPr>
        <p:spPr>
          <a:xfrm>
            <a:off x="3729973" y="520764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6E9343-B674-7DCD-D4B3-CE4F4BADB6E5}"/>
              </a:ext>
            </a:extLst>
          </p:cNvPr>
          <p:cNvSpPr/>
          <p:nvPr/>
        </p:nvSpPr>
        <p:spPr>
          <a:xfrm>
            <a:off x="3864694" y="520764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684B221-F514-6828-3997-FF2FE84A3AC6}"/>
              </a:ext>
            </a:extLst>
          </p:cNvPr>
          <p:cNvSpPr/>
          <p:nvPr/>
        </p:nvSpPr>
        <p:spPr>
          <a:xfrm>
            <a:off x="4037751" y="519033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24B7F7E-F80D-01E5-E807-0CF9EEB892E9}"/>
              </a:ext>
            </a:extLst>
          </p:cNvPr>
          <p:cNvSpPr/>
          <p:nvPr/>
        </p:nvSpPr>
        <p:spPr>
          <a:xfrm>
            <a:off x="4196214" y="519033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2" name="Snip Same Side Corner Rectangle 51">
            <a:extLst>
              <a:ext uri="{FF2B5EF4-FFF2-40B4-BE49-F238E27FC236}">
                <a16:creationId xmlns:a16="http://schemas.microsoft.com/office/drawing/2014/main" id="{935B8FA8-88FE-A100-A516-626B5E2FB587}"/>
              </a:ext>
            </a:extLst>
          </p:cNvPr>
          <p:cNvSpPr/>
          <p:nvPr/>
        </p:nvSpPr>
        <p:spPr>
          <a:xfrm>
            <a:off x="4457018" y="5118847"/>
            <a:ext cx="848710" cy="258291"/>
          </a:xfrm>
          <a:prstGeom prst="snip2SameRect">
            <a:avLst/>
          </a:prstGeom>
          <a:solidFill>
            <a:srgbClr val="3FB4E0">
              <a:alpha val="79564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DCFB305-AB5B-CD9F-ABB3-DB841C9A4B68}"/>
              </a:ext>
            </a:extLst>
          </p:cNvPr>
          <p:cNvSpPr/>
          <p:nvPr/>
        </p:nvSpPr>
        <p:spPr>
          <a:xfrm>
            <a:off x="4523058" y="520871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B32B061-9FB5-53ED-B9D3-7FF95336DB13}"/>
              </a:ext>
            </a:extLst>
          </p:cNvPr>
          <p:cNvSpPr/>
          <p:nvPr/>
        </p:nvSpPr>
        <p:spPr>
          <a:xfrm>
            <a:off x="4663196" y="5207639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E0E175D-268B-36AB-4EDC-172EEE7CC957}"/>
              </a:ext>
            </a:extLst>
          </p:cNvPr>
          <p:cNvSpPr/>
          <p:nvPr/>
        </p:nvSpPr>
        <p:spPr>
          <a:xfrm>
            <a:off x="4797917" y="5207639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7FAA05F-ECEA-C208-121A-09A88553AD29}"/>
              </a:ext>
            </a:extLst>
          </p:cNvPr>
          <p:cNvSpPr/>
          <p:nvPr/>
        </p:nvSpPr>
        <p:spPr>
          <a:xfrm>
            <a:off x="4970974" y="5190338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0E38C79-F072-A139-AE11-D78CDFFEF8DD}"/>
              </a:ext>
            </a:extLst>
          </p:cNvPr>
          <p:cNvSpPr/>
          <p:nvPr/>
        </p:nvSpPr>
        <p:spPr>
          <a:xfrm>
            <a:off x="5129437" y="5190338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8" name="Down Arrow 57">
            <a:extLst>
              <a:ext uri="{FF2B5EF4-FFF2-40B4-BE49-F238E27FC236}">
                <a16:creationId xmlns:a16="http://schemas.microsoft.com/office/drawing/2014/main" id="{98DCB763-4A57-09EC-55A4-F7ABF0D80822}"/>
              </a:ext>
            </a:extLst>
          </p:cNvPr>
          <p:cNvSpPr/>
          <p:nvPr/>
        </p:nvSpPr>
        <p:spPr>
          <a:xfrm>
            <a:off x="4271258" y="4541880"/>
            <a:ext cx="274320" cy="451022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Down Arrow 58">
            <a:extLst>
              <a:ext uri="{FF2B5EF4-FFF2-40B4-BE49-F238E27FC236}">
                <a16:creationId xmlns:a16="http://schemas.microsoft.com/office/drawing/2014/main" id="{F1EEBF27-824F-E76D-902F-0039D09E82DD}"/>
              </a:ext>
            </a:extLst>
          </p:cNvPr>
          <p:cNvSpPr/>
          <p:nvPr/>
        </p:nvSpPr>
        <p:spPr>
          <a:xfrm>
            <a:off x="7210957" y="4541880"/>
            <a:ext cx="274320" cy="451022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3C462BB-8CBD-12D2-38AA-C1E5135A4B12}"/>
              </a:ext>
            </a:extLst>
          </p:cNvPr>
          <p:cNvSpPr/>
          <p:nvPr/>
        </p:nvSpPr>
        <p:spPr>
          <a:xfrm>
            <a:off x="5408246" y="2551588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DDE98343-A846-53A1-E72D-B8CCACD04222}"/>
              </a:ext>
            </a:extLst>
          </p:cNvPr>
          <p:cNvSpPr/>
          <p:nvPr/>
        </p:nvSpPr>
        <p:spPr>
          <a:xfrm>
            <a:off x="5495441" y="2496475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AEE55A44-1F61-6EB2-7C37-0E9271D367B4}"/>
              </a:ext>
            </a:extLst>
          </p:cNvPr>
          <p:cNvSpPr/>
          <p:nvPr/>
        </p:nvSpPr>
        <p:spPr>
          <a:xfrm>
            <a:off x="5481079" y="2630842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C3CC0929-3ED1-D9D5-8672-40A8E9BD0705}"/>
              </a:ext>
            </a:extLst>
          </p:cNvPr>
          <p:cNvSpPr/>
          <p:nvPr/>
        </p:nvSpPr>
        <p:spPr>
          <a:xfrm>
            <a:off x="5645400" y="2655839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50FE42A-8D53-9936-D9F9-12D357C76701}"/>
              </a:ext>
            </a:extLst>
          </p:cNvPr>
          <p:cNvCxnSpPr>
            <a:cxnSpLocks/>
            <a:endCxn id="121" idx="3"/>
          </p:cNvCxnSpPr>
          <p:nvPr/>
        </p:nvCxnSpPr>
        <p:spPr>
          <a:xfrm flipV="1">
            <a:off x="5462615" y="2537686"/>
            <a:ext cx="40788" cy="26247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3B15A2D-0D3F-0F1B-87BC-3E7A6197F867}"/>
              </a:ext>
            </a:extLst>
          </p:cNvPr>
          <p:cNvCxnSpPr>
            <a:cxnSpLocks/>
          </p:cNvCxnSpPr>
          <p:nvPr/>
        </p:nvCxnSpPr>
        <p:spPr>
          <a:xfrm flipV="1">
            <a:off x="5531156" y="2612671"/>
            <a:ext cx="40788" cy="26247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4AF31C9D-B900-3EF2-EEBF-5C9BEA57BDEF}"/>
              </a:ext>
            </a:extLst>
          </p:cNvPr>
          <p:cNvCxnSpPr>
            <a:cxnSpLocks/>
            <a:stCxn id="121" idx="5"/>
            <a:endCxn id="128" idx="1"/>
          </p:cNvCxnSpPr>
          <p:nvPr/>
        </p:nvCxnSpPr>
        <p:spPr>
          <a:xfrm>
            <a:off x="5541848" y="2537686"/>
            <a:ext cx="34389" cy="45114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C6DF7944-E948-F16A-C41D-AC416FCAFD02}"/>
              </a:ext>
            </a:extLst>
          </p:cNvPr>
          <p:cNvCxnSpPr>
            <a:cxnSpLocks/>
            <a:stCxn id="128" idx="5"/>
            <a:endCxn id="123" idx="1"/>
          </p:cNvCxnSpPr>
          <p:nvPr/>
        </p:nvCxnSpPr>
        <p:spPr>
          <a:xfrm>
            <a:off x="5614681" y="2616940"/>
            <a:ext cx="38681" cy="4597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>
            <a:extLst>
              <a:ext uri="{FF2B5EF4-FFF2-40B4-BE49-F238E27FC236}">
                <a16:creationId xmlns:a16="http://schemas.microsoft.com/office/drawing/2014/main" id="{70648F9F-781B-501E-BEF6-A6DBE700AABF}"/>
              </a:ext>
            </a:extLst>
          </p:cNvPr>
          <p:cNvSpPr/>
          <p:nvPr/>
        </p:nvSpPr>
        <p:spPr>
          <a:xfrm>
            <a:off x="5568275" y="2575729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9D6F8F4-311A-2A29-8FBB-0212EE6C80E9}"/>
              </a:ext>
            </a:extLst>
          </p:cNvPr>
          <p:cNvSpPr txBox="1"/>
          <p:nvPr/>
        </p:nvSpPr>
        <p:spPr>
          <a:xfrm>
            <a:off x="5350545" y="2657288"/>
            <a:ext cx="46129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F145FAB-BF3F-1D3C-F54E-BA79CCD39F40}"/>
              </a:ext>
            </a:extLst>
          </p:cNvPr>
          <p:cNvSpPr txBox="1"/>
          <p:nvPr/>
        </p:nvSpPr>
        <p:spPr>
          <a:xfrm>
            <a:off x="5125657" y="3936315"/>
            <a:ext cx="145311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RFS -&gt; Device Mapping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B8716EE-48E6-71D0-7485-8D2D15B141BC}"/>
              </a:ext>
            </a:extLst>
          </p:cNvPr>
          <p:cNvSpPr/>
          <p:nvPr/>
        </p:nvSpPr>
        <p:spPr>
          <a:xfrm>
            <a:off x="6619658" y="3764810"/>
            <a:ext cx="1399383" cy="575090"/>
          </a:xfrm>
          <a:prstGeom prst="rect">
            <a:avLst/>
          </a:prstGeom>
          <a:solidFill>
            <a:srgbClr val="3FB4E0">
              <a:alpha val="79568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/>
              <a:t>lower-node-2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18B6804C-9F4B-4E54-19A3-344D699AA167}"/>
              </a:ext>
            </a:extLst>
          </p:cNvPr>
          <p:cNvSpPr/>
          <p:nvPr/>
        </p:nvSpPr>
        <p:spPr>
          <a:xfrm>
            <a:off x="6655823" y="3815728"/>
            <a:ext cx="472141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915AEC7C-A1A1-CF9E-3858-F6D73090F3A1}"/>
              </a:ext>
            </a:extLst>
          </p:cNvPr>
          <p:cNvSpPr/>
          <p:nvPr/>
        </p:nvSpPr>
        <p:spPr>
          <a:xfrm>
            <a:off x="6746131" y="3945489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C38F4929-754F-7384-25C5-8024D40E41D6}"/>
              </a:ext>
            </a:extLst>
          </p:cNvPr>
          <p:cNvSpPr/>
          <p:nvPr/>
        </p:nvSpPr>
        <p:spPr>
          <a:xfrm>
            <a:off x="6833326" y="3890376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04B58120-21AE-831E-E27E-13DB09DEE81E}"/>
              </a:ext>
            </a:extLst>
          </p:cNvPr>
          <p:cNvSpPr/>
          <p:nvPr/>
        </p:nvSpPr>
        <p:spPr>
          <a:xfrm>
            <a:off x="6818964" y="4024743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90C065A6-A0D0-C521-B49F-E28FF74A5460}"/>
              </a:ext>
            </a:extLst>
          </p:cNvPr>
          <p:cNvSpPr/>
          <p:nvPr/>
        </p:nvSpPr>
        <p:spPr>
          <a:xfrm>
            <a:off x="6983285" y="4049740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38E8F391-DCA8-A992-91AF-3E3F87078041}"/>
              </a:ext>
            </a:extLst>
          </p:cNvPr>
          <p:cNvCxnSpPr>
            <a:cxnSpLocks/>
            <a:endCxn id="135" idx="3"/>
          </p:cNvCxnSpPr>
          <p:nvPr/>
        </p:nvCxnSpPr>
        <p:spPr>
          <a:xfrm flipV="1">
            <a:off x="6800500" y="3931587"/>
            <a:ext cx="40788" cy="26247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61C89CCF-B8F9-2AE9-490A-9DD770B11D9F}"/>
              </a:ext>
            </a:extLst>
          </p:cNvPr>
          <p:cNvCxnSpPr>
            <a:cxnSpLocks/>
          </p:cNvCxnSpPr>
          <p:nvPr/>
        </p:nvCxnSpPr>
        <p:spPr>
          <a:xfrm flipV="1">
            <a:off x="6869041" y="4006572"/>
            <a:ext cx="40788" cy="26247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8B1ECE-D5A4-FC1C-FA29-ADB5971F4E37}"/>
              </a:ext>
            </a:extLst>
          </p:cNvPr>
          <p:cNvCxnSpPr>
            <a:cxnSpLocks/>
            <a:stCxn id="135" idx="5"/>
            <a:endCxn id="142" idx="1"/>
          </p:cNvCxnSpPr>
          <p:nvPr/>
        </p:nvCxnSpPr>
        <p:spPr>
          <a:xfrm>
            <a:off x="6879733" y="3931587"/>
            <a:ext cx="34389" cy="45114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4F0DDB4-D3BF-DCCA-7C39-44D97923C91A}"/>
              </a:ext>
            </a:extLst>
          </p:cNvPr>
          <p:cNvCxnSpPr>
            <a:cxnSpLocks/>
            <a:stCxn id="142" idx="5"/>
            <a:endCxn id="137" idx="1"/>
          </p:cNvCxnSpPr>
          <p:nvPr/>
        </p:nvCxnSpPr>
        <p:spPr>
          <a:xfrm>
            <a:off x="6952566" y="4010841"/>
            <a:ext cx="38681" cy="4597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7FCB706E-028D-5BB3-2FDE-222119B3F19B}"/>
              </a:ext>
            </a:extLst>
          </p:cNvPr>
          <p:cNvSpPr/>
          <p:nvPr/>
        </p:nvSpPr>
        <p:spPr>
          <a:xfrm>
            <a:off x="6906160" y="3969630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4877E7A-3067-4FD1-4C2A-4B1D1F5AD255}"/>
              </a:ext>
            </a:extLst>
          </p:cNvPr>
          <p:cNvSpPr txBox="1"/>
          <p:nvPr/>
        </p:nvSpPr>
        <p:spPr>
          <a:xfrm>
            <a:off x="6688430" y="4051189"/>
            <a:ext cx="46129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82E8E05-0F99-6D4B-895C-7CD0309F2D83}"/>
              </a:ext>
            </a:extLst>
          </p:cNvPr>
          <p:cNvSpPr/>
          <p:nvPr/>
        </p:nvSpPr>
        <p:spPr>
          <a:xfrm>
            <a:off x="3775119" y="3767425"/>
            <a:ext cx="1399383" cy="575090"/>
          </a:xfrm>
          <a:prstGeom prst="rect">
            <a:avLst/>
          </a:prstGeom>
          <a:solidFill>
            <a:srgbClr val="3FB4E0">
              <a:alpha val="79568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/>
              <a:t>   lower-node-1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D3B7BEBE-9647-4876-F453-F940853334E8}"/>
              </a:ext>
            </a:extLst>
          </p:cNvPr>
          <p:cNvSpPr/>
          <p:nvPr/>
        </p:nvSpPr>
        <p:spPr>
          <a:xfrm>
            <a:off x="3811284" y="3818343"/>
            <a:ext cx="472141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848C58BE-A637-E79A-891A-03F026CFF342}"/>
              </a:ext>
            </a:extLst>
          </p:cNvPr>
          <p:cNvSpPr/>
          <p:nvPr/>
        </p:nvSpPr>
        <p:spPr>
          <a:xfrm>
            <a:off x="3901592" y="3948104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27CB9FF9-8366-70C7-A5A4-97A9122E13FC}"/>
              </a:ext>
            </a:extLst>
          </p:cNvPr>
          <p:cNvSpPr/>
          <p:nvPr/>
        </p:nvSpPr>
        <p:spPr>
          <a:xfrm>
            <a:off x="3988787" y="3892991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8BE0E3DB-BE6B-593C-E54A-93181F9E9122}"/>
              </a:ext>
            </a:extLst>
          </p:cNvPr>
          <p:cNvSpPr/>
          <p:nvPr/>
        </p:nvSpPr>
        <p:spPr>
          <a:xfrm>
            <a:off x="3974425" y="4027358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DB4110D4-A859-1E0E-C764-E34F0A639A3E}"/>
              </a:ext>
            </a:extLst>
          </p:cNvPr>
          <p:cNvSpPr/>
          <p:nvPr/>
        </p:nvSpPr>
        <p:spPr>
          <a:xfrm>
            <a:off x="4138746" y="4052355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6372A6C-CECD-7791-83AA-644D9F157705}"/>
              </a:ext>
            </a:extLst>
          </p:cNvPr>
          <p:cNvCxnSpPr>
            <a:cxnSpLocks/>
            <a:endCxn id="148" idx="3"/>
          </p:cNvCxnSpPr>
          <p:nvPr/>
        </p:nvCxnSpPr>
        <p:spPr>
          <a:xfrm flipV="1">
            <a:off x="3955961" y="3934202"/>
            <a:ext cx="40788" cy="26247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8F0D63D-1346-A223-F833-068CEE14B85F}"/>
              </a:ext>
            </a:extLst>
          </p:cNvPr>
          <p:cNvCxnSpPr>
            <a:cxnSpLocks/>
          </p:cNvCxnSpPr>
          <p:nvPr/>
        </p:nvCxnSpPr>
        <p:spPr>
          <a:xfrm flipV="1">
            <a:off x="4024502" y="4009187"/>
            <a:ext cx="40788" cy="26247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667C5C49-CFEC-7C9F-D6E4-E8C89F2D0183}"/>
              </a:ext>
            </a:extLst>
          </p:cNvPr>
          <p:cNvCxnSpPr>
            <a:cxnSpLocks/>
            <a:stCxn id="148" idx="5"/>
            <a:endCxn id="155" idx="1"/>
          </p:cNvCxnSpPr>
          <p:nvPr/>
        </p:nvCxnSpPr>
        <p:spPr>
          <a:xfrm>
            <a:off x="4035194" y="3934202"/>
            <a:ext cx="34389" cy="45114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26E3283B-9179-B7B6-693C-4C7E813F3471}"/>
              </a:ext>
            </a:extLst>
          </p:cNvPr>
          <p:cNvCxnSpPr>
            <a:cxnSpLocks/>
            <a:stCxn id="155" idx="5"/>
            <a:endCxn id="150" idx="1"/>
          </p:cNvCxnSpPr>
          <p:nvPr/>
        </p:nvCxnSpPr>
        <p:spPr>
          <a:xfrm>
            <a:off x="4108027" y="4013456"/>
            <a:ext cx="38681" cy="4597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91945D75-A789-19DE-081F-1FAF29636465}"/>
              </a:ext>
            </a:extLst>
          </p:cNvPr>
          <p:cNvSpPr/>
          <p:nvPr/>
        </p:nvSpPr>
        <p:spPr>
          <a:xfrm>
            <a:off x="4061621" y="3972245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32E2928-5BE0-B992-C931-75D9EFB47F59}"/>
              </a:ext>
            </a:extLst>
          </p:cNvPr>
          <p:cNvSpPr txBox="1"/>
          <p:nvPr/>
        </p:nvSpPr>
        <p:spPr>
          <a:xfrm>
            <a:off x="3843891" y="4053804"/>
            <a:ext cx="46129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FC60B60-110D-5523-EA10-0DA95565724E}"/>
              </a:ext>
            </a:extLst>
          </p:cNvPr>
          <p:cNvSpPr txBox="1"/>
          <p:nvPr/>
        </p:nvSpPr>
        <p:spPr>
          <a:xfrm>
            <a:off x="6211014" y="1390236"/>
            <a:ext cx="1126943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 Request: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CFS Instance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B596260-5BEF-543F-2560-DE04C9485D74}"/>
              </a:ext>
            </a:extLst>
          </p:cNvPr>
          <p:cNvSpPr txBox="1"/>
          <p:nvPr/>
        </p:nvSpPr>
        <p:spPr>
          <a:xfrm>
            <a:off x="6612597" y="2538145"/>
            <a:ext cx="135297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CFS -&gt; RFS Mapping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E448BFA-882A-0BB4-67EA-268BAC7E9CD7}"/>
              </a:ext>
            </a:extLst>
          </p:cNvPr>
          <p:cNvSpPr txBox="1"/>
          <p:nvPr/>
        </p:nvSpPr>
        <p:spPr>
          <a:xfrm>
            <a:off x="3845287" y="3210999"/>
            <a:ext cx="9919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RFS1 Instance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23C9BB9-55F0-E602-8050-72D8C76FCAF8}"/>
              </a:ext>
            </a:extLst>
          </p:cNvPr>
          <p:cNvSpPr txBox="1"/>
          <p:nvPr/>
        </p:nvSpPr>
        <p:spPr>
          <a:xfrm>
            <a:off x="7007742" y="3207246"/>
            <a:ext cx="9919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RFS2 Instance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DE4026BA-0E84-5FF4-8843-1E44C90552BF}"/>
              </a:ext>
            </a:extLst>
          </p:cNvPr>
          <p:cNvSpPr txBox="1"/>
          <p:nvPr/>
        </p:nvSpPr>
        <p:spPr>
          <a:xfrm>
            <a:off x="4470629" y="4595977"/>
            <a:ext cx="9919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Config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272009C-4019-7E2C-FE11-B3308D82964D}"/>
              </a:ext>
            </a:extLst>
          </p:cNvPr>
          <p:cNvSpPr txBox="1"/>
          <p:nvPr/>
        </p:nvSpPr>
        <p:spPr>
          <a:xfrm>
            <a:off x="7404858" y="4595977"/>
            <a:ext cx="9919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Config</a:t>
            </a:r>
          </a:p>
        </p:txBody>
      </p:sp>
    </p:spTree>
    <p:extLst>
      <p:ext uri="{BB962C8B-B14F-4D97-AF65-F5344CB8AC3E}">
        <p14:creationId xmlns:p14="http://schemas.microsoft.com/office/powerpoint/2010/main" val="49851509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F8266-23FF-14A1-2C5E-9356651F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0761458-C9BF-1D59-9AFB-E6AEE257E980}"/>
              </a:ext>
            </a:extLst>
          </p:cNvPr>
          <p:cNvSpPr/>
          <p:nvPr/>
        </p:nvSpPr>
        <p:spPr>
          <a:xfrm>
            <a:off x="3379808" y="2366682"/>
            <a:ext cx="5121797" cy="1322586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2" name="Snip Same Side Corner Rectangle 1">
            <a:extLst>
              <a:ext uri="{FF2B5EF4-FFF2-40B4-BE49-F238E27FC236}">
                <a16:creationId xmlns:a16="http://schemas.microsoft.com/office/drawing/2014/main" id="{CF0B13AA-F10A-9576-A110-A78010DA1A67}"/>
              </a:ext>
            </a:extLst>
          </p:cNvPr>
          <p:cNvSpPr/>
          <p:nvPr/>
        </p:nvSpPr>
        <p:spPr>
          <a:xfrm>
            <a:off x="3538951" y="2835374"/>
            <a:ext cx="848710" cy="258291"/>
          </a:xfrm>
          <a:prstGeom prst="snip2SameRect">
            <a:avLst/>
          </a:prstGeom>
          <a:solidFill>
            <a:srgbClr val="3FB4E0"/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78F23A-D3E7-428E-97A2-BCCB61F090BF}"/>
              </a:ext>
            </a:extLst>
          </p:cNvPr>
          <p:cNvSpPr/>
          <p:nvPr/>
        </p:nvSpPr>
        <p:spPr>
          <a:xfrm>
            <a:off x="3604991" y="29252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AB26FC-B373-FB57-5EA8-0DA2A835F9E8}"/>
              </a:ext>
            </a:extLst>
          </p:cNvPr>
          <p:cNvSpPr/>
          <p:nvPr/>
        </p:nvSpPr>
        <p:spPr>
          <a:xfrm>
            <a:off x="3745129" y="292416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65A5BE-AF13-D08F-0EAB-763C0D705877}"/>
              </a:ext>
            </a:extLst>
          </p:cNvPr>
          <p:cNvSpPr/>
          <p:nvPr/>
        </p:nvSpPr>
        <p:spPr>
          <a:xfrm>
            <a:off x="3879850" y="292416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014A9AD-1FE5-1807-F053-E712E4754AFB}"/>
              </a:ext>
            </a:extLst>
          </p:cNvPr>
          <p:cNvSpPr/>
          <p:nvPr/>
        </p:nvSpPr>
        <p:spPr>
          <a:xfrm>
            <a:off x="4052907" y="290686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BEEE477-7CBB-346E-52B9-60137952FCC3}"/>
              </a:ext>
            </a:extLst>
          </p:cNvPr>
          <p:cNvSpPr/>
          <p:nvPr/>
        </p:nvSpPr>
        <p:spPr>
          <a:xfrm>
            <a:off x="4211370" y="290686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2C273BCA-E387-4891-D192-1DB423BDB8C5}"/>
              </a:ext>
            </a:extLst>
          </p:cNvPr>
          <p:cNvSpPr/>
          <p:nvPr/>
        </p:nvSpPr>
        <p:spPr>
          <a:xfrm>
            <a:off x="4528662" y="2770901"/>
            <a:ext cx="860612" cy="400110"/>
          </a:xfrm>
          <a:prstGeom prst="rightArrow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Set .1</a:t>
            </a:r>
          </a:p>
        </p:txBody>
      </p:sp>
      <p:sp>
        <p:nvSpPr>
          <p:cNvPr id="11" name="Snip Same Side Corner Rectangle 10">
            <a:extLst>
              <a:ext uri="{FF2B5EF4-FFF2-40B4-BE49-F238E27FC236}">
                <a16:creationId xmlns:a16="http://schemas.microsoft.com/office/drawing/2014/main" id="{77DDF6BB-4DEF-9395-C733-2F990F57CDB0}"/>
              </a:ext>
            </a:extLst>
          </p:cNvPr>
          <p:cNvSpPr/>
          <p:nvPr/>
        </p:nvSpPr>
        <p:spPr>
          <a:xfrm>
            <a:off x="5530275" y="2835374"/>
            <a:ext cx="848710" cy="258291"/>
          </a:xfrm>
          <a:prstGeom prst="snip2SameRect">
            <a:avLst/>
          </a:prstGeom>
          <a:solidFill>
            <a:srgbClr val="3FB4E0"/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DAA30B-CC50-55DE-B34D-6D4B83E09802}"/>
              </a:ext>
            </a:extLst>
          </p:cNvPr>
          <p:cNvSpPr/>
          <p:nvPr/>
        </p:nvSpPr>
        <p:spPr>
          <a:xfrm>
            <a:off x="5596315" y="29252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DBD0B4-6E9D-373F-A0CE-AF8306449186}"/>
              </a:ext>
            </a:extLst>
          </p:cNvPr>
          <p:cNvSpPr/>
          <p:nvPr/>
        </p:nvSpPr>
        <p:spPr>
          <a:xfrm>
            <a:off x="5736453" y="292416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1E6376-6F66-90E5-F918-83A386764AB9}"/>
              </a:ext>
            </a:extLst>
          </p:cNvPr>
          <p:cNvSpPr/>
          <p:nvPr/>
        </p:nvSpPr>
        <p:spPr>
          <a:xfrm>
            <a:off x="5871174" y="292416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BED1181-5D83-766A-DB2F-F89C398C49AF}"/>
              </a:ext>
            </a:extLst>
          </p:cNvPr>
          <p:cNvSpPr/>
          <p:nvPr/>
        </p:nvSpPr>
        <p:spPr>
          <a:xfrm>
            <a:off x="6044231" y="290686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1D91D52-92C8-3E04-84BC-4159B870437D}"/>
              </a:ext>
            </a:extLst>
          </p:cNvPr>
          <p:cNvSpPr/>
          <p:nvPr/>
        </p:nvSpPr>
        <p:spPr>
          <a:xfrm>
            <a:off x="6202694" y="290686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9" name="Snip Same Side Corner Rectangle 18">
            <a:extLst>
              <a:ext uri="{FF2B5EF4-FFF2-40B4-BE49-F238E27FC236}">
                <a16:creationId xmlns:a16="http://schemas.microsoft.com/office/drawing/2014/main" id="{841D6565-ED0B-A27A-8B42-D04893A91DEF}"/>
              </a:ext>
            </a:extLst>
          </p:cNvPr>
          <p:cNvSpPr/>
          <p:nvPr/>
        </p:nvSpPr>
        <p:spPr>
          <a:xfrm>
            <a:off x="7518479" y="2835374"/>
            <a:ext cx="848710" cy="258291"/>
          </a:xfrm>
          <a:prstGeom prst="snip2SameRect">
            <a:avLst/>
          </a:prstGeom>
          <a:solidFill>
            <a:srgbClr val="3FB4E0"/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EF097E-110E-DC8A-B05A-E8501E537A20}"/>
              </a:ext>
            </a:extLst>
          </p:cNvPr>
          <p:cNvSpPr/>
          <p:nvPr/>
        </p:nvSpPr>
        <p:spPr>
          <a:xfrm>
            <a:off x="7584519" y="29252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7337BE-2F58-7274-FEB7-0E3CAD5B5F2D}"/>
              </a:ext>
            </a:extLst>
          </p:cNvPr>
          <p:cNvSpPr/>
          <p:nvPr/>
        </p:nvSpPr>
        <p:spPr>
          <a:xfrm>
            <a:off x="7724657" y="292416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8F5C2A-500F-1B44-3A0C-1C94376E3F32}"/>
              </a:ext>
            </a:extLst>
          </p:cNvPr>
          <p:cNvSpPr/>
          <p:nvPr/>
        </p:nvSpPr>
        <p:spPr>
          <a:xfrm>
            <a:off x="7859378" y="292416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C484402-58C3-0BA9-DFC1-1037ABB78FF5}"/>
              </a:ext>
            </a:extLst>
          </p:cNvPr>
          <p:cNvSpPr/>
          <p:nvPr/>
        </p:nvSpPr>
        <p:spPr>
          <a:xfrm>
            <a:off x="8032435" y="290686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7AA061-24EA-80A3-C180-E3BF2A55C8BC}"/>
              </a:ext>
            </a:extLst>
          </p:cNvPr>
          <p:cNvSpPr/>
          <p:nvPr/>
        </p:nvSpPr>
        <p:spPr>
          <a:xfrm>
            <a:off x="8190898" y="290686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A5CB1F-D2F2-0D52-7AD0-6D0094E7D47B}"/>
              </a:ext>
            </a:extLst>
          </p:cNvPr>
          <p:cNvSpPr txBox="1"/>
          <p:nvPr/>
        </p:nvSpPr>
        <p:spPr>
          <a:xfrm>
            <a:off x="3443844" y="3112824"/>
            <a:ext cx="94069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DNS: </a:t>
            </a:r>
          </a:p>
          <a:p>
            <a:r>
              <a:rPr lang="en-US" sz="1000" dirty="0">
                <a:solidFill>
                  <a:srgbClr val="3FB4E0"/>
                </a:solidFill>
              </a:rPr>
              <a:t>   /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76EAE0-A0E2-BD19-3EA8-FA819F27C4B1}"/>
              </a:ext>
            </a:extLst>
          </p:cNvPr>
          <p:cNvSpPr txBox="1"/>
          <p:nvPr/>
        </p:nvSpPr>
        <p:spPr>
          <a:xfrm>
            <a:off x="5451625" y="3093665"/>
            <a:ext cx="94069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DNS: </a:t>
            </a:r>
          </a:p>
          <a:p>
            <a:r>
              <a:rPr lang="en-US" sz="1000" dirty="0">
                <a:solidFill>
                  <a:srgbClr val="3FB4E0"/>
                </a:solidFill>
              </a:rPr>
              <a:t>   192.0.2.1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9DD5B9-8432-851F-53DB-DC572F867C29}"/>
              </a:ext>
            </a:extLst>
          </p:cNvPr>
          <p:cNvSpPr txBox="1"/>
          <p:nvPr/>
        </p:nvSpPr>
        <p:spPr>
          <a:xfrm>
            <a:off x="7443029" y="3112824"/>
            <a:ext cx="940697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DNS: </a:t>
            </a:r>
          </a:p>
          <a:p>
            <a:r>
              <a:rPr lang="en-US" sz="1000" dirty="0">
                <a:solidFill>
                  <a:srgbClr val="3FB4E0"/>
                </a:solidFill>
              </a:rPr>
              <a:t>   192.0.2.1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   192.0.2.8</a:t>
            </a: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D78DDA2D-8DFC-6D52-9E5C-2E8E8CA6DDED}"/>
              </a:ext>
            </a:extLst>
          </p:cNvPr>
          <p:cNvSpPr/>
          <p:nvPr/>
        </p:nvSpPr>
        <p:spPr>
          <a:xfrm>
            <a:off x="6510960" y="2764464"/>
            <a:ext cx="860612" cy="400110"/>
          </a:xfrm>
          <a:prstGeom prst="rightArrow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Set .8</a:t>
            </a:r>
          </a:p>
        </p:txBody>
      </p:sp>
    </p:spTree>
    <p:extLst>
      <p:ext uri="{BB962C8B-B14F-4D97-AF65-F5344CB8AC3E}">
        <p14:creationId xmlns:p14="http://schemas.microsoft.com/office/powerpoint/2010/main" val="204787914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3D40B-9AD3-4B52-46E0-621287227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E3BA4119-B73E-3F86-4378-66B412CDBBFA}"/>
              </a:ext>
            </a:extLst>
          </p:cNvPr>
          <p:cNvSpPr/>
          <p:nvPr/>
        </p:nvSpPr>
        <p:spPr>
          <a:xfrm>
            <a:off x="4282542" y="1271935"/>
            <a:ext cx="3596181" cy="2062098"/>
          </a:xfrm>
          <a:prstGeom prst="roundRect">
            <a:avLst/>
          </a:prstGeom>
          <a:solidFill>
            <a:srgbClr val="3FB4E0">
              <a:alpha val="19799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6EADC-EB48-4FE0-53F1-E65BAF180502}"/>
              </a:ext>
            </a:extLst>
          </p:cNvPr>
          <p:cNvSpPr/>
          <p:nvPr/>
        </p:nvSpPr>
        <p:spPr>
          <a:xfrm>
            <a:off x="3190263" y="1092369"/>
            <a:ext cx="5393417" cy="406179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E9CC84F-69EB-DB28-3C63-1846AAEE7AE6}"/>
              </a:ext>
            </a:extLst>
          </p:cNvPr>
          <p:cNvSpPr/>
          <p:nvPr/>
        </p:nvSpPr>
        <p:spPr>
          <a:xfrm>
            <a:off x="5462293" y="2191775"/>
            <a:ext cx="1413631" cy="987747"/>
          </a:xfrm>
          <a:prstGeom prst="round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inus 17">
            <a:extLst>
              <a:ext uri="{FF2B5EF4-FFF2-40B4-BE49-F238E27FC236}">
                <a16:creationId xmlns:a16="http://schemas.microsoft.com/office/drawing/2014/main" id="{8BF345C9-093B-0FB6-55DE-259803C928F5}"/>
              </a:ext>
            </a:extLst>
          </p:cNvPr>
          <p:cNvSpPr/>
          <p:nvPr/>
        </p:nvSpPr>
        <p:spPr>
          <a:xfrm>
            <a:off x="5466666" y="2296298"/>
            <a:ext cx="738018" cy="45719"/>
          </a:xfrm>
          <a:prstGeom prst="mathMinu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inus 20">
            <a:extLst>
              <a:ext uri="{FF2B5EF4-FFF2-40B4-BE49-F238E27FC236}">
                <a16:creationId xmlns:a16="http://schemas.microsoft.com/office/drawing/2014/main" id="{5ABB390E-ADDE-688A-47A9-01D214E6982C}"/>
              </a:ext>
            </a:extLst>
          </p:cNvPr>
          <p:cNvSpPr/>
          <p:nvPr/>
        </p:nvSpPr>
        <p:spPr>
          <a:xfrm>
            <a:off x="6142279" y="2296298"/>
            <a:ext cx="738018" cy="45719"/>
          </a:xfrm>
          <a:prstGeom prst="mathMinus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inus 22">
            <a:extLst>
              <a:ext uri="{FF2B5EF4-FFF2-40B4-BE49-F238E27FC236}">
                <a16:creationId xmlns:a16="http://schemas.microsoft.com/office/drawing/2014/main" id="{080DC31D-5E7B-439B-5E77-13AE8772F1F7}"/>
              </a:ext>
            </a:extLst>
          </p:cNvPr>
          <p:cNvSpPr/>
          <p:nvPr/>
        </p:nvSpPr>
        <p:spPr>
          <a:xfrm>
            <a:off x="5466666" y="2399799"/>
            <a:ext cx="738018" cy="45719"/>
          </a:xfrm>
          <a:prstGeom prst="mathMinu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inus 25">
            <a:extLst>
              <a:ext uri="{FF2B5EF4-FFF2-40B4-BE49-F238E27FC236}">
                <a16:creationId xmlns:a16="http://schemas.microsoft.com/office/drawing/2014/main" id="{900F0C8C-1359-568C-A34A-F33BB2BCD1A4}"/>
              </a:ext>
            </a:extLst>
          </p:cNvPr>
          <p:cNvSpPr/>
          <p:nvPr/>
        </p:nvSpPr>
        <p:spPr>
          <a:xfrm>
            <a:off x="6142279" y="2399799"/>
            <a:ext cx="738018" cy="45719"/>
          </a:xfrm>
          <a:prstGeom prst="mathMinus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inus 26">
            <a:extLst>
              <a:ext uri="{FF2B5EF4-FFF2-40B4-BE49-F238E27FC236}">
                <a16:creationId xmlns:a16="http://schemas.microsoft.com/office/drawing/2014/main" id="{7DCB92D4-5A5F-EC16-E252-4557D6810ADB}"/>
              </a:ext>
            </a:extLst>
          </p:cNvPr>
          <p:cNvSpPr/>
          <p:nvPr/>
        </p:nvSpPr>
        <p:spPr>
          <a:xfrm>
            <a:off x="5466666" y="2503300"/>
            <a:ext cx="738018" cy="45719"/>
          </a:xfrm>
          <a:prstGeom prst="mathMinu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inus 27">
            <a:extLst>
              <a:ext uri="{FF2B5EF4-FFF2-40B4-BE49-F238E27FC236}">
                <a16:creationId xmlns:a16="http://schemas.microsoft.com/office/drawing/2014/main" id="{B8B6CD89-6015-CAA8-3812-3E61E5B932A4}"/>
              </a:ext>
            </a:extLst>
          </p:cNvPr>
          <p:cNvSpPr/>
          <p:nvPr/>
        </p:nvSpPr>
        <p:spPr>
          <a:xfrm>
            <a:off x="6142279" y="2503300"/>
            <a:ext cx="738018" cy="45719"/>
          </a:xfrm>
          <a:prstGeom prst="mathMinus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Minus 28">
            <a:extLst>
              <a:ext uri="{FF2B5EF4-FFF2-40B4-BE49-F238E27FC236}">
                <a16:creationId xmlns:a16="http://schemas.microsoft.com/office/drawing/2014/main" id="{65939138-DCB5-C4E5-7A68-011DAB2DEF04}"/>
              </a:ext>
            </a:extLst>
          </p:cNvPr>
          <p:cNvSpPr/>
          <p:nvPr/>
        </p:nvSpPr>
        <p:spPr>
          <a:xfrm>
            <a:off x="5466666" y="2608111"/>
            <a:ext cx="738018" cy="45719"/>
          </a:xfrm>
          <a:prstGeom prst="mathMinu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Minus 29">
            <a:extLst>
              <a:ext uri="{FF2B5EF4-FFF2-40B4-BE49-F238E27FC236}">
                <a16:creationId xmlns:a16="http://schemas.microsoft.com/office/drawing/2014/main" id="{AA49344E-9F00-B95D-8E4D-66F45D2EE97E}"/>
              </a:ext>
            </a:extLst>
          </p:cNvPr>
          <p:cNvSpPr/>
          <p:nvPr/>
        </p:nvSpPr>
        <p:spPr>
          <a:xfrm>
            <a:off x="6142279" y="2608111"/>
            <a:ext cx="738018" cy="45719"/>
          </a:xfrm>
          <a:prstGeom prst="mathMinus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Minus 31">
            <a:extLst>
              <a:ext uri="{FF2B5EF4-FFF2-40B4-BE49-F238E27FC236}">
                <a16:creationId xmlns:a16="http://schemas.microsoft.com/office/drawing/2014/main" id="{0FEFA68C-F05B-2345-F2FC-36C9A691DF38}"/>
              </a:ext>
            </a:extLst>
          </p:cNvPr>
          <p:cNvSpPr/>
          <p:nvPr/>
        </p:nvSpPr>
        <p:spPr>
          <a:xfrm>
            <a:off x="5466666" y="2712922"/>
            <a:ext cx="738018" cy="45719"/>
          </a:xfrm>
          <a:prstGeom prst="mathMinus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Minus 33">
            <a:extLst>
              <a:ext uri="{FF2B5EF4-FFF2-40B4-BE49-F238E27FC236}">
                <a16:creationId xmlns:a16="http://schemas.microsoft.com/office/drawing/2014/main" id="{6DF2981E-222C-448A-DFD6-4927E246D1A0}"/>
              </a:ext>
            </a:extLst>
          </p:cNvPr>
          <p:cNvSpPr/>
          <p:nvPr/>
        </p:nvSpPr>
        <p:spPr>
          <a:xfrm>
            <a:off x="6142279" y="2712922"/>
            <a:ext cx="738018" cy="45719"/>
          </a:xfrm>
          <a:prstGeom prst="mathMinus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Minus 34">
            <a:extLst>
              <a:ext uri="{FF2B5EF4-FFF2-40B4-BE49-F238E27FC236}">
                <a16:creationId xmlns:a16="http://schemas.microsoft.com/office/drawing/2014/main" id="{B8A07C34-105F-0A2F-50BD-723F59346A08}"/>
              </a:ext>
            </a:extLst>
          </p:cNvPr>
          <p:cNvSpPr/>
          <p:nvPr/>
        </p:nvSpPr>
        <p:spPr>
          <a:xfrm>
            <a:off x="5462293" y="2815803"/>
            <a:ext cx="738018" cy="45719"/>
          </a:xfrm>
          <a:prstGeom prst="mathMinus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Minus 35">
            <a:extLst>
              <a:ext uri="{FF2B5EF4-FFF2-40B4-BE49-F238E27FC236}">
                <a16:creationId xmlns:a16="http://schemas.microsoft.com/office/drawing/2014/main" id="{4F626335-C2DD-C9B8-3473-790FB4C1613F}"/>
              </a:ext>
            </a:extLst>
          </p:cNvPr>
          <p:cNvSpPr/>
          <p:nvPr/>
        </p:nvSpPr>
        <p:spPr>
          <a:xfrm>
            <a:off x="6137906" y="2815803"/>
            <a:ext cx="738018" cy="45719"/>
          </a:xfrm>
          <a:prstGeom prst="mathMinus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Minus 36">
            <a:extLst>
              <a:ext uri="{FF2B5EF4-FFF2-40B4-BE49-F238E27FC236}">
                <a16:creationId xmlns:a16="http://schemas.microsoft.com/office/drawing/2014/main" id="{655AD999-70FD-E1C6-4A71-C66B624BD2C0}"/>
              </a:ext>
            </a:extLst>
          </p:cNvPr>
          <p:cNvSpPr/>
          <p:nvPr/>
        </p:nvSpPr>
        <p:spPr>
          <a:xfrm>
            <a:off x="5467869" y="2918684"/>
            <a:ext cx="738018" cy="45719"/>
          </a:xfrm>
          <a:prstGeom prst="mathMinus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Minus 37">
            <a:extLst>
              <a:ext uri="{FF2B5EF4-FFF2-40B4-BE49-F238E27FC236}">
                <a16:creationId xmlns:a16="http://schemas.microsoft.com/office/drawing/2014/main" id="{D3591E2C-A89A-97C9-8C73-D0EAD40965FA}"/>
              </a:ext>
            </a:extLst>
          </p:cNvPr>
          <p:cNvSpPr/>
          <p:nvPr/>
        </p:nvSpPr>
        <p:spPr>
          <a:xfrm>
            <a:off x="6143482" y="2918684"/>
            <a:ext cx="738018" cy="45719"/>
          </a:xfrm>
          <a:prstGeom prst="mathMinus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Minus 39">
            <a:extLst>
              <a:ext uri="{FF2B5EF4-FFF2-40B4-BE49-F238E27FC236}">
                <a16:creationId xmlns:a16="http://schemas.microsoft.com/office/drawing/2014/main" id="{8D5630FA-7204-9C8F-8BF1-73F510A9FC7C}"/>
              </a:ext>
            </a:extLst>
          </p:cNvPr>
          <p:cNvSpPr/>
          <p:nvPr/>
        </p:nvSpPr>
        <p:spPr>
          <a:xfrm>
            <a:off x="5462293" y="3022805"/>
            <a:ext cx="738018" cy="45719"/>
          </a:xfrm>
          <a:prstGeom prst="mathMinus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Minus 42">
            <a:extLst>
              <a:ext uri="{FF2B5EF4-FFF2-40B4-BE49-F238E27FC236}">
                <a16:creationId xmlns:a16="http://schemas.microsoft.com/office/drawing/2014/main" id="{9D2FF0B6-C0D6-7584-D84D-BC2BC0C83D95}"/>
              </a:ext>
            </a:extLst>
          </p:cNvPr>
          <p:cNvSpPr/>
          <p:nvPr/>
        </p:nvSpPr>
        <p:spPr>
          <a:xfrm>
            <a:off x="6137906" y="3022805"/>
            <a:ext cx="738018" cy="45719"/>
          </a:xfrm>
          <a:prstGeom prst="mathMinus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31DD9F8-F50E-BCE7-26F0-2644CF95EFEA}"/>
              </a:ext>
            </a:extLst>
          </p:cNvPr>
          <p:cNvSpPr/>
          <p:nvPr/>
        </p:nvSpPr>
        <p:spPr>
          <a:xfrm>
            <a:off x="4124867" y="3819543"/>
            <a:ext cx="1060450" cy="1162487"/>
          </a:xfrm>
          <a:prstGeom prst="round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B9DA124-15E3-52E8-7EA0-108BE90BD38E}"/>
              </a:ext>
            </a:extLst>
          </p:cNvPr>
          <p:cNvSpPr/>
          <p:nvPr/>
        </p:nvSpPr>
        <p:spPr>
          <a:xfrm>
            <a:off x="4282541" y="4118936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495F59E-4191-49FD-D599-3036688A27E3}"/>
              </a:ext>
            </a:extLst>
          </p:cNvPr>
          <p:cNvSpPr/>
          <p:nvPr/>
        </p:nvSpPr>
        <p:spPr>
          <a:xfrm>
            <a:off x="4282541" y="4213332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151269C-30CF-7107-856E-C7A1359797E2}"/>
              </a:ext>
            </a:extLst>
          </p:cNvPr>
          <p:cNvSpPr/>
          <p:nvPr/>
        </p:nvSpPr>
        <p:spPr>
          <a:xfrm>
            <a:off x="4282541" y="4307728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D2E5F5E-2306-403F-5829-6D6FBBB80BC9}"/>
              </a:ext>
            </a:extLst>
          </p:cNvPr>
          <p:cNvSpPr/>
          <p:nvPr/>
        </p:nvSpPr>
        <p:spPr>
          <a:xfrm>
            <a:off x="4282541" y="4402124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5746A91-6C80-3B1C-E304-13915245AF07}"/>
              </a:ext>
            </a:extLst>
          </p:cNvPr>
          <p:cNvSpPr/>
          <p:nvPr/>
        </p:nvSpPr>
        <p:spPr>
          <a:xfrm>
            <a:off x="4282541" y="4515570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E5CCA0C-0B5F-C638-47D8-D032B84CEF60}"/>
              </a:ext>
            </a:extLst>
          </p:cNvPr>
          <p:cNvSpPr/>
          <p:nvPr/>
        </p:nvSpPr>
        <p:spPr>
          <a:xfrm>
            <a:off x="4282541" y="4609966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B8A6273-A808-EF33-7FB0-B7363FAE1D17}"/>
              </a:ext>
            </a:extLst>
          </p:cNvPr>
          <p:cNvSpPr/>
          <p:nvPr/>
        </p:nvSpPr>
        <p:spPr>
          <a:xfrm>
            <a:off x="4282541" y="4704362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EA1C5F1-04F6-1BE6-728E-7C683EFD4EBA}"/>
              </a:ext>
            </a:extLst>
          </p:cNvPr>
          <p:cNvSpPr/>
          <p:nvPr/>
        </p:nvSpPr>
        <p:spPr>
          <a:xfrm>
            <a:off x="4282541" y="4798758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B4A9B7D-A89B-5ADE-7923-825C49142F01}"/>
              </a:ext>
            </a:extLst>
          </p:cNvPr>
          <p:cNvSpPr/>
          <p:nvPr/>
        </p:nvSpPr>
        <p:spPr>
          <a:xfrm>
            <a:off x="4727252" y="4122520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D0BAAD1-DF0C-E65E-8498-243B79C4BBFD}"/>
              </a:ext>
            </a:extLst>
          </p:cNvPr>
          <p:cNvSpPr/>
          <p:nvPr/>
        </p:nvSpPr>
        <p:spPr>
          <a:xfrm>
            <a:off x="4727252" y="4216916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6E8E939-CBDC-566D-3A9E-863FE5DD0D9E}"/>
              </a:ext>
            </a:extLst>
          </p:cNvPr>
          <p:cNvSpPr/>
          <p:nvPr/>
        </p:nvSpPr>
        <p:spPr>
          <a:xfrm>
            <a:off x="4727252" y="4311312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768DFE8-EDF5-AC2B-8188-188E107BE510}"/>
              </a:ext>
            </a:extLst>
          </p:cNvPr>
          <p:cNvSpPr/>
          <p:nvPr/>
        </p:nvSpPr>
        <p:spPr>
          <a:xfrm>
            <a:off x="4727252" y="4405708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6D15856-3E0B-6063-2019-D58D834AEA70}"/>
              </a:ext>
            </a:extLst>
          </p:cNvPr>
          <p:cNvSpPr/>
          <p:nvPr/>
        </p:nvSpPr>
        <p:spPr>
          <a:xfrm>
            <a:off x="4727252" y="4515979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9DBA4D9-436E-533F-9FD8-652E78CCDF58}"/>
              </a:ext>
            </a:extLst>
          </p:cNvPr>
          <p:cNvSpPr/>
          <p:nvPr/>
        </p:nvSpPr>
        <p:spPr>
          <a:xfrm>
            <a:off x="4727252" y="4610375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0FD3EFA-726E-BFED-95F9-26EE349D4A9A}"/>
              </a:ext>
            </a:extLst>
          </p:cNvPr>
          <p:cNvSpPr/>
          <p:nvPr/>
        </p:nvSpPr>
        <p:spPr>
          <a:xfrm>
            <a:off x="4727252" y="4704771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6F114B3-5A37-BC86-8861-6455B4F403F5}"/>
              </a:ext>
            </a:extLst>
          </p:cNvPr>
          <p:cNvSpPr/>
          <p:nvPr/>
        </p:nvSpPr>
        <p:spPr>
          <a:xfrm>
            <a:off x="4727252" y="4799167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A6DD8D0-9788-08C1-ADB6-15F3DC2F3B8D}"/>
              </a:ext>
            </a:extLst>
          </p:cNvPr>
          <p:cNvSpPr/>
          <p:nvPr/>
        </p:nvSpPr>
        <p:spPr>
          <a:xfrm>
            <a:off x="4242092" y="4082299"/>
            <a:ext cx="422275" cy="414221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38EAD0C3-ABE4-8F9B-5FBE-3E26D6D9EE32}"/>
              </a:ext>
            </a:extLst>
          </p:cNvPr>
          <p:cNvSpPr/>
          <p:nvPr/>
        </p:nvSpPr>
        <p:spPr>
          <a:xfrm>
            <a:off x="5410136" y="3820880"/>
            <a:ext cx="1060450" cy="1162487"/>
          </a:xfrm>
          <a:prstGeom prst="round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3EECBF8-4A33-EF6B-5804-63173351A5ED}"/>
              </a:ext>
            </a:extLst>
          </p:cNvPr>
          <p:cNvSpPr/>
          <p:nvPr/>
        </p:nvSpPr>
        <p:spPr>
          <a:xfrm>
            <a:off x="5567810" y="4120273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9AD7345-4AA0-75CA-3F7B-62BAE22F839B}"/>
              </a:ext>
            </a:extLst>
          </p:cNvPr>
          <p:cNvSpPr/>
          <p:nvPr/>
        </p:nvSpPr>
        <p:spPr>
          <a:xfrm>
            <a:off x="5567810" y="4214669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FF65564-A14F-D0C3-715E-1FC113E490FB}"/>
              </a:ext>
            </a:extLst>
          </p:cNvPr>
          <p:cNvSpPr/>
          <p:nvPr/>
        </p:nvSpPr>
        <p:spPr>
          <a:xfrm>
            <a:off x="5567810" y="4309065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56F696F-B2CC-B170-EA6B-B01396ED9429}"/>
              </a:ext>
            </a:extLst>
          </p:cNvPr>
          <p:cNvSpPr/>
          <p:nvPr/>
        </p:nvSpPr>
        <p:spPr>
          <a:xfrm>
            <a:off x="5567810" y="4403461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572AF7B-EC9F-2F13-732E-6F18F12C90F3}"/>
              </a:ext>
            </a:extLst>
          </p:cNvPr>
          <p:cNvSpPr/>
          <p:nvPr/>
        </p:nvSpPr>
        <p:spPr>
          <a:xfrm>
            <a:off x="5567810" y="4516907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9A46146-E566-24A5-D012-52504470C224}"/>
              </a:ext>
            </a:extLst>
          </p:cNvPr>
          <p:cNvSpPr/>
          <p:nvPr/>
        </p:nvSpPr>
        <p:spPr>
          <a:xfrm>
            <a:off x="5567810" y="4611303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B323557-05A9-F009-3B08-5FB87D22DED2}"/>
              </a:ext>
            </a:extLst>
          </p:cNvPr>
          <p:cNvSpPr/>
          <p:nvPr/>
        </p:nvSpPr>
        <p:spPr>
          <a:xfrm>
            <a:off x="5567810" y="4705699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80DDCA9-EA47-2624-82AA-F1175F45584B}"/>
              </a:ext>
            </a:extLst>
          </p:cNvPr>
          <p:cNvSpPr/>
          <p:nvPr/>
        </p:nvSpPr>
        <p:spPr>
          <a:xfrm>
            <a:off x="5567810" y="4800095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E2FDC83-013F-267F-7BB1-A16D10442CA6}"/>
              </a:ext>
            </a:extLst>
          </p:cNvPr>
          <p:cNvSpPr/>
          <p:nvPr/>
        </p:nvSpPr>
        <p:spPr>
          <a:xfrm>
            <a:off x="6012521" y="4123857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A127FE6-35B7-F2BE-C71A-6DC3BD4864F2}"/>
              </a:ext>
            </a:extLst>
          </p:cNvPr>
          <p:cNvSpPr/>
          <p:nvPr/>
        </p:nvSpPr>
        <p:spPr>
          <a:xfrm>
            <a:off x="6012521" y="4218253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2C55087-1BE2-5785-0CD1-243CCC3AFCF0}"/>
              </a:ext>
            </a:extLst>
          </p:cNvPr>
          <p:cNvSpPr/>
          <p:nvPr/>
        </p:nvSpPr>
        <p:spPr>
          <a:xfrm>
            <a:off x="6012521" y="4312649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B97858C-E167-5C68-567B-4D64DB4D0D8A}"/>
              </a:ext>
            </a:extLst>
          </p:cNvPr>
          <p:cNvSpPr/>
          <p:nvPr/>
        </p:nvSpPr>
        <p:spPr>
          <a:xfrm>
            <a:off x="6012521" y="4407045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0002012-260D-F0D8-C1B6-50964C42C6F8}"/>
              </a:ext>
            </a:extLst>
          </p:cNvPr>
          <p:cNvSpPr/>
          <p:nvPr/>
        </p:nvSpPr>
        <p:spPr>
          <a:xfrm>
            <a:off x="6012521" y="4517316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20FB58D-D5FA-12B1-2763-D0A3C9E2F663}"/>
              </a:ext>
            </a:extLst>
          </p:cNvPr>
          <p:cNvSpPr/>
          <p:nvPr/>
        </p:nvSpPr>
        <p:spPr>
          <a:xfrm>
            <a:off x="6012521" y="4611712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E973B9A-A5B8-4503-39D0-AD01D3F4F8F0}"/>
              </a:ext>
            </a:extLst>
          </p:cNvPr>
          <p:cNvSpPr/>
          <p:nvPr/>
        </p:nvSpPr>
        <p:spPr>
          <a:xfrm>
            <a:off x="6012521" y="4706108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6EE6090-8CAE-01A3-053B-0C15FE294E8A}"/>
              </a:ext>
            </a:extLst>
          </p:cNvPr>
          <p:cNvSpPr/>
          <p:nvPr/>
        </p:nvSpPr>
        <p:spPr>
          <a:xfrm>
            <a:off x="6012521" y="4800504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796F384-F75A-A3CB-2992-86765FAA82E5}"/>
              </a:ext>
            </a:extLst>
          </p:cNvPr>
          <p:cNvSpPr/>
          <p:nvPr/>
        </p:nvSpPr>
        <p:spPr>
          <a:xfrm>
            <a:off x="5527361" y="4083636"/>
            <a:ext cx="422275" cy="414221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6ED2B86F-85DC-C700-97F1-2EE308025662}"/>
              </a:ext>
            </a:extLst>
          </p:cNvPr>
          <p:cNvSpPr/>
          <p:nvPr/>
        </p:nvSpPr>
        <p:spPr>
          <a:xfrm>
            <a:off x="7332693" y="3820880"/>
            <a:ext cx="1060450" cy="1162487"/>
          </a:xfrm>
          <a:prstGeom prst="round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364AAE5-8FB1-B749-550F-F4575A2EE43F}"/>
              </a:ext>
            </a:extLst>
          </p:cNvPr>
          <p:cNvSpPr/>
          <p:nvPr/>
        </p:nvSpPr>
        <p:spPr>
          <a:xfrm>
            <a:off x="7490367" y="4120273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61E5F68-984B-3D65-6D72-8242F7AA8982}"/>
              </a:ext>
            </a:extLst>
          </p:cNvPr>
          <p:cNvSpPr/>
          <p:nvPr/>
        </p:nvSpPr>
        <p:spPr>
          <a:xfrm>
            <a:off x="7490367" y="4214669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43F2777-47AB-1FAE-8D33-98C18068394B}"/>
              </a:ext>
            </a:extLst>
          </p:cNvPr>
          <p:cNvSpPr/>
          <p:nvPr/>
        </p:nvSpPr>
        <p:spPr>
          <a:xfrm>
            <a:off x="7490367" y="4309065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5B2DD7E-3DF3-AD83-2AB9-14476CFA2406}"/>
              </a:ext>
            </a:extLst>
          </p:cNvPr>
          <p:cNvSpPr/>
          <p:nvPr/>
        </p:nvSpPr>
        <p:spPr>
          <a:xfrm>
            <a:off x="7490367" y="4403461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D5F1CD5-F07A-3F1A-E78F-80631CCFF43F}"/>
              </a:ext>
            </a:extLst>
          </p:cNvPr>
          <p:cNvSpPr/>
          <p:nvPr/>
        </p:nvSpPr>
        <p:spPr>
          <a:xfrm>
            <a:off x="7490367" y="4516907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ADAF1A0-EA6B-5882-410D-B7DAF26FA1F2}"/>
              </a:ext>
            </a:extLst>
          </p:cNvPr>
          <p:cNvSpPr/>
          <p:nvPr/>
        </p:nvSpPr>
        <p:spPr>
          <a:xfrm>
            <a:off x="7490367" y="4611303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037BD89-7E76-67C0-92A1-7B31E5CFA45D}"/>
              </a:ext>
            </a:extLst>
          </p:cNvPr>
          <p:cNvSpPr/>
          <p:nvPr/>
        </p:nvSpPr>
        <p:spPr>
          <a:xfrm>
            <a:off x="7490367" y="4705699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334240B-10F7-0BD0-FC17-692E4C67C9CF}"/>
              </a:ext>
            </a:extLst>
          </p:cNvPr>
          <p:cNvSpPr/>
          <p:nvPr/>
        </p:nvSpPr>
        <p:spPr>
          <a:xfrm>
            <a:off x="7490367" y="4800095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E798957-75FB-A59A-71C3-8BD038F61B1E}"/>
              </a:ext>
            </a:extLst>
          </p:cNvPr>
          <p:cNvSpPr/>
          <p:nvPr/>
        </p:nvSpPr>
        <p:spPr>
          <a:xfrm>
            <a:off x="7935078" y="4123857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8D3C179-3112-696D-9DEF-36CBB8BF97AF}"/>
              </a:ext>
            </a:extLst>
          </p:cNvPr>
          <p:cNvSpPr/>
          <p:nvPr/>
        </p:nvSpPr>
        <p:spPr>
          <a:xfrm>
            <a:off x="7935078" y="4218253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E67F25D-BBBF-CA58-F8FD-144B06110CF2}"/>
              </a:ext>
            </a:extLst>
          </p:cNvPr>
          <p:cNvSpPr/>
          <p:nvPr/>
        </p:nvSpPr>
        <p:spPr>
          <a:xfrm>
            <a:off x="7935078" y="4312649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4198743-1BD7-8DB2-C0FF-1CDE6403B709}"/>
              </a:ext>
            </a:extLst>
          </p:cNvPr>
          <p:cNvSpPr/>
          <p:nvPr/>
        </p:nvSpPr>
        <p:spPr>
          <a:xfrm>
            <a:off x="7935078" y="4407045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19386AA-E8AB-EA95-FE9B-72672FAF62A5}"/>
              </a:ext>
            </a:extLst>
          </p:cNvPr>
          <p:cNvSpPr/>
          <p:nvPr/>
        </p:nvSpPr>
        <p:spPr>
          <a:xfrm>
            <a:off x="7935078" y="4517316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540A251-9AAC-624E-644E-B8A301B63D88}"/>
              </a:ext>
            </a:extLst>
          </p:cNvPr>
          <p:cNvSpPr/>
          <p:nvPr/>
        </p:nvSpPr>
        <p:spPr>
          <a:xfrm>
            <a:off x="7935078" y="4611712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106EE43-CF46-416D-A7DB-6C66F4E104BE}"/>
              </a:ext>
            </a:extLst>
          </p:cNvPr>
          <p:cNvSpPr/>
          <p:nvPr/>
        </p:nvSpPr>
        <p:spPr>
          <a:xfrm>
            <a:off x="7935078" y="4706108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41A5603-0DEA-928A-C4AD-53B9E30C2D2B}"/>
              </a:ext>
            </a:extLst>
          </p:cNvPr>
          <p:cNvSpPr/>
          <p:nvPr/>
        </p:nvSpPr>
        <p:spPr>
          <a:xfrm>
            <a:off x="7935078" y="4800504"/>
            <a:ext cx="348712" cy="546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525F8E5-8B0B-2B58-09A5-9BB17CE427D0}"/>
              </a:ext>
            </a:extLst>
          </p:cNvPr>
          <p:cNvSpPr/>
          <p:nvPr/>
        </p:nvSpPr>
        <p:spPr>
          <a:xfrm>
            <a:off x="7449918" y="4083636"/>
            <a:ext cx="422275" cy="414221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15FCA9A5-319A-3D6F-D1EF-8E6A7178372E}"/>
              </a:ext>
            </a:extLst>
          </p:cNvPr>
          <p:cNvSpPr/>
          <p:nvPr/>
        </p:nvSpPr>
        <p:spPr>
          <a:xfrm>
            <a:off x="5844119" y="1373051"/>
            <a:ext cx="644724" cy="443099"/>
          </a:xfrm>
          <a:prstGeom prst="round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Minus 118">
            <a:extLst>
              <a:ext uri="{FF2B5EF4-FFF2-40B4-BE49-F238E27FC236}">
                <a16:creationId xmlns:a16="http://schemas.microsoft.com/office/drawing/2014/main" id="{9F6D4183-CBAE-2C04-4DF8-77E42FC56CE5}"/>
              </a:ext>
            </a:extLst>
          </p:cNvPr>
          <p:cNvSpPr/>
          <p:nvPr/>
        </p:nvSpPr>
        <p:spPr>
          <a:xfrm>
            <a:off x="5797472" y="1459506"/>
            <a:ext cx="738018" cy="45719"/>
          </a:xfrm>
          <a:prstGeom prst="mathMinus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Minus 119">
            <a:extLst>
              <a:ext uri="{FF2B5EF4-FFF2-40B4-BE49-F238E27FC236}">
                <a16:creationId xmlns:a16="http://schemas.microsoft.com/office/drawing/2014/main" id="{BCF200E0-5E2D-57E2-5F13-C8E9B1B12394}"/>
              </a:ext>
            </a:extLst>
          </p:cNvPr>
          <p:cNvSpPr/>
          <p:nvPr/>
        </p:nvSpPr>
        <p:spPr>
          <a:xfrm>
            <a:off x="5797472" y="1563007"/>
            <a:ext cx="738018" cy="45719"/>
          </a:xfrm>
          <a:prstGeom prst="mathMinus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Minus 120">
            <a:extLst>
              <a:ext uri="{FF2B5EF4-FFF2-40B4-BE49-F238E27FC236}">
                <a16:creationId xmlns:a16="http://schemas.microsoft.com/office/drawing/2014/main" id="{DB50BDFE-7746-B717-7A5A-85F8FA63D51E}"/>
              </a:ext>
            </a:extLst>
          </p:cNvPr>
          <p:cNvSpPr/>
          <p:nvPr/>
        </p:nvSpPr>
        <p:spPr>
          <a:xfrm>
            <a:off x="5797472" y="1666508"/>
            <a:ext cx="738018" cy="45719"/>
          </a:xfrm>
          <a:prstGeom prst="mathMinus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6E9DED3-FC13-EBF1-3468-B7DD84EF4AF9}"/>
              </a:ext>
            </a:extLst>
          </p:cNvPr>
          <p:cNvCxnSpPr>
            <a:cxnSpLocks/>
          </p:cNvCxnSpPr>
          <p:nvPr/>
        </p:nvCxnSpPr>
        <p:spPr>
          <a:xfrm>
            <a:off x="5462293" y="1976485"/>
            <a:ext cx="1413631" cy="0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5AB6D16-4858-F579-5503-F065988B530C}"/>
              </a:ext>
            </a:extLst>
          </p:cNvPr>
          <p:cNvCxnSpPr>
            <a:cxnSpLocks/>
          </p:cNvCxnSpPr>
          <p:nvPr/>
        </p:nvCxnSpPr>
        <p:spPr>
          <a:xfrm>
            <a:off x="6166481" y="1816150"/>
            <a:ext cx="2628" cy="37562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455B1DE3-2AD8-01B6-ED03-9323872078C9}"/>
              </a:ext>
            </a:extLst>
          </p:cNvPr>
          <p:cNvSpPr/>
          <p:nvPr/>
        </p:nvSpPr>
        <p:spPr>
          <a:xfrm>
            <a:off x="4401556" y="1795640"/>
            <a:ext cx="472141" cy="457200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CBA5D3D3-5122-AC83-9EC8-1F2C119C1F69}"/>
              </a:ext>
            </a:extLst>
          </p:cNvPr>
          <p:cNvSpPr/>
          <p:nvPr/>
        </p:nvSpPr>
        <p:spPr>
          <a:xfrm>
            <a:off x="4491864" y="1925401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FB4326CF-59DE-BF5D-064C-CA54C1092613}"/>
              </a:ext>
            </a:extLst>
          </p:cNvPr>
          <p:cNvSpPr/>
          <p:nvPr/>
        </p:nvSpPr>
        <p:spPr>
          <a:xfrm>
            <a:off x="4579059" y="1870288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7457BE24-7768-4A94-4F02-40520DD54922}"/>
              </a:ext>
            </a:extLst>
          </p:cNvPr>
          <p:cNvSpPr/>
          <p:nvPr/>
        </p:nvSpPr>
        <p:spPr>
          <a:xfrm>
            <a:off x="4564697" y="2004655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5096BDA3-BB82-97A7-5196-DD82A5A01BEC}"/>
              </a:ext>
            </a:extLst>
          </p:cNvPr>
          <p:cNvSpPr/>
          <p:nvPr/>
        </p:nvSpPr>
        <p:spPr>
          <a:xfrm>
            <a:off x="4729018" y="2029652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485A3DB-5A2C-F0FB-66D8-628A2E0FD553}"/>
              </a:ext>
            </a:extLst>
          </p:cNvPr>
          <p:cNvCxnSpPr>
            <a:cxnSpLocks/>
            <a:endCxn id="132" idx="3"/>
          </p:cNvCxnSpPr>
          <p:nvPr/>
        </p:nvCxnSpPr>
        <p:spPr>
          <a:xfrm flipV="1">
            <a:off x="4546233" y="1911499"/>
            <a:ext cx="40788" cy="26247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BFFE57E2-6600-90C4-26EC-E343ADD63172}"/>
              </a:ext>
            </a:extLst>
          </p:cNvPr>
          <p:cNvCxnSpPr>
            <a:cxnSpLocks/>
          </p:cNvCxnSpPr>
          <p:nvPr/>
        </p:nvCxnSpPr>
        <p:spPr>
          <a:xfrm flipV="1">
            <a:off x="4614774" y="1986484"/>
            <a:ext cx="40788" cy="26247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CBF7DF9-482C-8461-0577-6C2BE4FE6697}"/>
              </a:ext>
            </a:extLst>
          </p:cNvPr>
          <p:cNvCxnSpPr>
            <a:cxnSpLocks/>
            <a:stCxn id="132" idx="5"/>
            <a:endCxn id="139" idx="1"/>
          </p:cNvCxnSpPr>
          <p:nvPr/>
        </p:nvCxnSpPr>
        <p:spPr>
          <a:xfrm>
            <a:off x="4625466" y="1911499"/>
            <a:ext cx="34389" cy="45114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5AB55E5-5193-3C70-E5F9-5F188CCB36A3}"/>
              </a:ext>
            </a:extLst>
          </p:cNvPr>
          <p:cNvCxnSpPr>
            <a:cxnSpLocks/>
            <a:stCxn id="139" idx="5"/>
            <a:endCxn id="134" idx="1"/>
          </p:cNvCxnSpPr>
          <p:nvPr/>
        </p:nvCxnSpPr>
        <p:spPr>
          <a:xfrm>
            <a:off x="4698299" y="1990753"/>
            <a:ext cx="38681" cy="45970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4462F084-80DC-F6E0-588A-1148E6759114}"/>
              </a:ext>
            </a:extLst>
          </p:cNvPr>
          <p:cNvSpPr/>
          <p:nvPr/>
        </p:nvSpPr>
        <p:spPr>
          <a:xfrm>
            <a:off x="4651893" y="1949542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6B10BC5-2660-8A23-931F-E5A291D31B65}"/>
              </a:ext>
            </a:extLst>
          </p:cNvPr>
          <p:cNvSpPr txBox="1"/>
          <p:nvPr/>
        </p:nvSpPr>
        <p:spPr>
          <a:xfrm>
            <a:off x="4434163" y="2031101"/>
            <a:ext cx="46129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NSO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8A168D6-9AA1-0154-F5CA-02A78E313698}"/>
              </a:ext>
            </a:extLst>
          </p:cNvPr>
          <p:cNvSpPr txBox="1"/>
          <p:nvPr/>
        </p:nvSpPr>
        <p:spPr>
          <a:xfrm>
            <a:off x="4802053" y="1383529"/>
            <a:ext cx="1055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Service Instance Data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7DB9955-3362-A924-7A2C-80078CF489EC}"/>
              </a:ext>
            </a:extLst>
          </p:cNvPr>
          <p:cNvSpPr txBox="1"/>
          <p:nvPr/>
        </p:nvSpPr>
        <p:spPr>
          <a:xfrm>
            <a:off x="6348013" y="1771813"/>
            <a:ext cx="1055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 Mapping Logic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3453C935-50BD-58C5-6870-89D5089E6640}"/>
              </a:ext>
            </a:extLst>
          </p:cNvPr>
          <p:cNvCxnSpPr>
            <a:cxnSpLocks/>
          </p:cNvCxnSpPr>
          <p:nvPr/>
        </p:nvCxnSpPr>
        <p:spPr>
          <a:xfrm>
            <a:off x="4655092" y="3327618"/>
            <a:ext cx="0" cy="504199"/>
          </a:xfrm>
          <a:prstGeom prst="straightConnector1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3A67D92B-9FA7-C328-0933-75480F990D7F}"/>
              </a:ext>
            </a:extLst>
          </p:cNvPr>
          <p:cNvCxnSpPr>
            <a:cxnSpLocks/>
          </p:cNvCxnSpPr>
          <p:nvPr/>
        </p:nvCxnSpPr>
        <p:spPr>
          <a:xfrm>
            <a:off x="5940361" y="3330384"/>
            <a:ext cx="0" cy="490496"/>
          </a:xfrm>
          <a:prstGeom prst="straightConnector1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8C359F2D-15AD-B9E2-7F7E-FFBFE24B5C11}"/>
              </a:ext>
            </a:extLst>
          </p:cNvPr>
          <p:cNvCxnSpPr>
            <a:cxnSpLocks/>
          </p:cNvCxnSpPr>
          <p:nvPr/>
        </p:nvCxnSpPr>
        <p:spPr>
          <a:xfrm>
            <a:off x="7579679" y="3334033"/>
            <a:ext cx="0" cy="496655"/>
          </a:xfrm>
          <a:prstGeom prst="straightConnector1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960E9E47-BD1B-3FD9-5A8D-9899C4B2AD2B}"/>
              </a:ext>
            </a:extLst>
          </p:cNvPr>
          <p:cNvSpPr txBox="1"/>
          <p:nvPr/>
        </p:nvSpPr>
        <p:spPr>
          <a:xfrm>
            <a:off x="4434108" y="2572280"/>
            <a:ext cx="1055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Device Configuration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9B1C793-B3A3-0C4D-E279-F43588607AFC}"/>
              </a:ext>
            </a:extLst>
          </p:cNvPr>
          <p:cNvSpPr/>
          <p:nvPr/>
        </p:nvSpPr>
        <p:spPr>
          <a:xfrm>
            <a:off x="6635713" y="4362419"/>
            <a:ext cx="45719" cy="45719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5FD69CE-852B-06AD-10ED-D182B935A0F1}"/>
              </a:ext>
            </a:extLst>
          </p:cNvPr>
          <p:cNvSpPr/>
          <p:nvPr/>
        </p:nvSpPr>
        <p:spPr>
          <a:xfrm>
            <a:off x="6874497" y="4366003"/>
            <a:ext cx="45719" cy="45719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AF37B4D-ACC2-0035-DE1A-2582F5664D11}"/>
              </a:ext>
            </a:extLst>
          </p:cNvPr>
          <p:cNvSpPr/>
          <p:nvPr/>
        </p:nvSpPr>
        <p:spPr>
          <a:xfrm>
            <a:off x="7099970" y="4362419"/>
            <a:ext cx="45719" cy="45719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491BE1B-6E3C-5F2D-C0F5-9E2B4C8A2157}"/>
              </a:ext>
            </a:extLst>
          </p:cNvPr>
          <p:cNvSpPr txBox="1"/>
          <p:nvPr/>
        </p:nvSpPr>
        <p:spPr>
          <a:xfrm>
            <a:off x="3190263" y="4209856"/>
            <a:ext cx="94524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Device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66290030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5FCC2F8-3572-A6C3-B760-B83E640A0596}"/>
              </a:ext>
            </a:extLst>
          </p:cNvPr>
          <p:cNvSpPr/>
          <p:nvPr/>
        </p:nvSpPr>
        <p:spPr>
          <a:xfrm>
            <a:off x="4791551" y="2209473"/>
            <a:ext cx="3499009" cy="1746509"/>
          </a:xfrm>
          <a:prstGeom prst="roundRect">
            <a:avLst/>
          </a:prstGeom>
          <a:solidFill>
            <a:srgbClr val="3FB4E0">
              <a:alpha val="1950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E411F8-0D35-4CE1-98B4-41EEB903EC8B}"/>
              </a:ext>
            </a:extLst>
          </p:cNvPr>
          <p:cNvSpPr/>
          <p:nvPr/>
        </p:nvSpPr>
        <p:spPr>
          <a:xfrm>
            <a:off x="4626584" y="1089737"/>
            <a:ext cx="3838148" cy="354931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8C1A81-5332-4F98-BDC8-4DC156C295A7}"/>
              </a:ext>
            </a:extLst>
          </p:cNvPr>
          <p:cNvSpPr/>
          <p:nvPr/>
        </p:nvSpPr>
        <p:spPr>
          <a:xfrm>
            <a:off x="6482819" y="2475297"/>
            <a:ext cx="1632247" cy="583630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Service Manager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4A0747-3992-1F69-9400-3A6A065B6983}"/>
              </a:ext>
            </a:extLst>
          </p:cNvPr>
          <p:cNvSpPr/>
          <p:nvPr/>
        </p:nvSpPr>
        <p:spPr>
          <a:xfrm>
            <a:off x="5218043" y="3238387"/>
            <a:ext cx="2897024" cy="583630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Device Manager</a:t>
            </a:r>
          </a:p>
        </p:txBody>
      </p:sp>
      <p:sp>
        <p:nvSpPr>
          <p:cNvPr id="10" name="Snip Same Side Corner Rectangle 9">
            <a:extLst>
              <a:ext uri="{FF2B5EF4-FFF2-40B4-BE49-F238E27FC236}">
                <a16:creationId xmlns:a16="http://schemas.microsoft.com/office/drawing/2014/main" id="{796F4D2F-2B38-1A64-5353-E99CE2BB71D6}"/>
              </a:ext>
            </a:extLst>
          </p:cNvPr>
          <p:cNvSpPr/>
          <p:nvPr/>
        </p:nvSpPr>
        <p:spPr>
          <a:xfrm>
            <a:off x="5209176" y="4204967"/>
            <a:ext cx="848710" cy="258291"/>
          </a:xfrm>
          <a:prstGeom prst="snip2SameRect">
            <a:avLst/>
          </a:prstGeom>
          <a:solidFill>
            <a:srgbClr val="3FB4E0">
              <a:alpha val="8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B90900-09EE-4DF6-DD26-9572AA442F11}"/>
              </a:ext>
            </a:extLst>
          </p:cNvPr>
          <p:cNvSpPr/>
          <p:nvPr/>
        </p:nvSpPr>
        <p:spPr>
          <a:xfrm>
            <a:off x="5275216" y="429483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6689B5-118E-CB6A-3A52-2E63F7ABE077}"/>
              </a:ext>
            </a:extLst>
          </p:cNvPr>
          <p:cNvSpPr/>
          <p:nvPr/>
        </p:nvSpPr>
        <p:spPr>
          <a:xfrm>
            <a:off x="5415354" y="4293759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6732D2-9344-33D1-A9CA-A484E2CAE0BB}"/>
              </a:ext>
            </a:extLst>
          </p:cNvPr>
          <p:cNvSpPr/>
          <p:nvPr/>
        </p:nvSpPr>
        <p:spPr>
          <a:xfrm>
            <a:off x="5550075" y="4293759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FE68446-1503-EDF8-CE75-24897F62A899}"/>
              </a:ext>
            </a:extLst>
          </p:cNvPr>
          <p:cNvSpPr/>
          <p:nvPr/>
        </p:nvSpPr>
        <p:spPr>
          <a:xfrm>
            <a:off x="5723132" y="4276458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C4CB488-5957-0E2C-D6DF-FBF377D0A1A4}"/>
              </a:ext>
            </a:extLst>
          </p:cNvPr>
          <p:cNvSpPr/>
          <p:nvPr/>
        </p:nvSpPr>
        <p:spPr>
          <a:xfrm>
            <a:off x="5881595" y="4276458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Snip Same Side Corner Rectangle 15">
            <a:extLst>
              <a:ext uri="{FF2B5EF4-FFF2-40B4-BE49-F238E27FC236}">
                <a16:creationId xmlns:a16="http://schemas.microsoft.com/office/drawing/2014/main" id="{88187C9A-9689-6CDC-ABD5-F93571A6E897}"/>
              </a:ext>
            </a:extLst>
          </p:cNvPr>
          <p:cNvSpPr/>
          <p:nvPr/>
        </p:nvSpPr>
        <p:spPr>
          <a:xfrm>
            <a:off x="6451929" y="4204967"/>
            <a:ext cx="848710" cy="258291"/>
          </a:xfrm>
          <a:prstGeom prst="snip2SameRect">
            <a:avLst/>
          </a:prstGeom>
          <a:solidFill>
            <a:srgbClr val="3FB4E0">
              <a:alpha val="8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15BFB8-BC96-F00C-E2F2-F4DA29AAB47A}"/>
              </a:ext>
            </a:extLst>
          </p:cNvPr>
          <p:cNvSpPr/>
          <p:nvPr/>
        </p:nvSpPr>
        <p:spPr>
          <a:xfrm>
            <a:off x="6517969" y="429483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AF82A7-99B7-DBBE-EAE2-FE3A2D59B2C9}"/>
              </a:ext>
            </a:extLst>
          </p:cNvPr>
          <p:cNvSpPr/>
          <p:nvPr/>
        </p:nvSpPr>
        <p:spPr>
          <a:xfrm>
            <a:off x="6658107" y="4293759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79A9A3-D3E1-127E-89FD-D8B321153423}"/>
              </a:ext>
            </a:extLst>
          </p:cNvPr>
          <p:cNvSpPr/>
          <p:nvPr/>
        </p:nvSpPr>
        <p:spPr>
          <a:xfrm>
            <a:off x="6792828" y="4293759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065F186-77CA-313B-DD8F-5A0E95B26112}"/>
              </a:ext>
            </a:extLst>
          </p:cNvPr>
          <p:cNvSpPr/>
          <p:nvPr/>
        </p:nvSpPr>
        <p:spPr>
          <a:xfrm>
            <a:off x="6965885" y="4276458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B2350DF-4B1F-AC07-771F-224F0DBBD9E9}"/>
              </a:ext>
            </a:extLst>
          </p:cNvPr>
          <p:cNvSpPr/>
          <p:nvPr/>
        </p:nvSpPr>
        <p:spPr>
          <a:xfrm>
            <a:off x="7124348" y="4276458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2636495-5394-882A-8371-B0FB32B19883}"/>
              </a:ext>
            </a:extLst>
          </p:cNvPr>
          <p:cNvSpPr/>
          <p:nvPr/>
        </p:nvSpPr>
        <p:spPr>
          <a:xfrm>
            <a:off x="4873752" y="2297254"/>
            <a:ext cx="472141" cy="457200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5ED9FC-C09F-5B10-7BC4-78E2305D5840}"/>
              </a:ext>
            </a:extLst>
          </p:cNvPr>
          <p:cNvSpPr/>
          <p:nvPr/>
        </p:nvSpPr>
        <p:spPr>
          <a:xfrm>
            <a:off x="4964060" y="2427015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92CA231-FE3D-3FCD-E678-6F505330E55A}"/>
              </a:ext>
            </a:extLst>
          </p:cNvPr>
          <p:cNvSpPr/>
          <p:nvPr/>
        </p:nvSpPr>
        <p:spPr>
          <a:xfrm>
            <a:off x="5051255" y="2371902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97324A8-04B9-669C-E3D2-F904EB5502CA}"/>
              </a:ext>
            </a:extLst>
          </p:cNvPr>
          <p:cNvSpPr/>
          <p:nvPr/>
        </p:nvSpPr>
        <p:spPr>
          <a:xfrm>
            <a:off x="5036893" y="2506269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FCA8902-9DF0-B01F-514F-787E1B4FE54C}"/>
              </a:ext>
            </a:extLst>
          </p:cNvPr>
          <p:cNvSpPr/>
          <p:nvPr/>
        </p:nvSpPr>
        <p:spPr>
          <a:xfrm>
            <a:off x="5201214" y="2531266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19DC06-7AC0-BCEE-3E5E-218C4DD28891}"/>
              </a:ext>
            </a:extLst>
          </p:cNvPr>
          <p:cNvCxnSpPr>
            <a:cxnSpLocks/>
            <a:endCxn id="25" idx="3"/>
          </p:cNvCxnSpPr>
          <p:nvPr/>
        </p:nvCxnSpPr>
        <p:spPr>
          <a:xfrm flipV="1">
            <a:off x="5018429" y="2413113"/>
            <a:ext cx="40788" cy="26247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D9FAEE1-BC10-B0F4-B55C-9CEC0D12C87F}"/>
              </a:ext>
            </a:extLst>
          </p:cNvPr>
          <p:cNvCxnSpPr>
            <a:cxnSpLocks/>
          </p:cNvCxnSpPr>
          <p:nvPr/>
        </p:nvCxnSpPr>
        <p:spPr>
          <a:xfrm flipV="1">
            <a:off x="5086970" y="2488098"/>
            <a:ext cx="40788" cy="26247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1BF5523-603D-9A2D-5C78-6B7E4D8F965E}"/>
              </a:ext>
            </a:extLst>
          </p:cNvPr>
          <p:cNvCxnSpPr>
            <a:cxnSpLocks/>
            <a:stCxn id="25" idx="5"/>
            <a:endCxn id="32" idx="1"/>
          </p:cNvCxnSpPr>
          <p:nvPr/>
        </p:nvCxnSpPr>
        <p:spPr>
          <a:xfrm>
            <a:off x="5097662" y="2413113"/>
            <a:ext cx="34389" cy="45114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B7AB35C-52E6-9C5A-91E3-E461275D2A7B}"/>
              </a:ext>
            </a:extLst>
          </p:cNvPr>
          <p:cNvCxnSpPr>
            <a:cxnSpLocks/>
            <a:stCxn id="32" idx="5"/>
            <a:endCxn id="27" idx="1"/>
          </p:cNvCxnSpPr>
          <p:nvPr/>
        </p:nvCxnSpPr>
        <p:spPr>
          <a:xfrm>
            <a:off x="5170495" y="2492367"/>
            <a:ext cx="38681" cy="45970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8467E538-E75D-B3EB-FB9C-6AE0F9223D75}"/>
              </a:ext>
            </a:extLst>
          </p:cNvPr>
          <p:cNvSpPr/>
          <p:nvPr/>
        </p:nvSpPr>
        <p:spPr>
          <a:xfrm>
            <a:off x="5124089" y="2451156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F6BA24-9F76-6C53-AC6A-EE62EC0506EE}"/>
              </a:ext>
            </a:extLst>
          </p:cNvPr>
          <p:cNvSpPr txBox="1"/>
          <p:nvPr/>
        </p:nvSpPr>
        <p:spPr>
          <a:xfrm>
            <a:off x="4906359" y="2532715"/>
            <a:ext cx="46129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NSO</a:t>
            </a:r>
          </a:p>
        </p:txBody>
      </p:sp>
      <p:sp>
        <p:nvSpPr>
          <p:cNvPr id="34" name="Down Arrow 33">
            <a:extLst>
              <a:ext uri="{FF2B5EF4-FFF2-40B4-BE49-F238E27FC236}">
                <a16:creationId xmlns:a16="http://schemas.microsoft.com/office/drawing/2014/main" id="{025D9E8F-581D-450B-9DEB-2025A226D8EA}"/>
              </a:ext>
            </a:extLst>
          </p:cNvPr>
          <p:cNvSpPr/>
          <p:nvPr/>
        </p:nvSpPr>
        <p:spPr>
          <a:xfrm>
            <a:off x="6711661" y="2042870"/>
            <a:ext cx="286434" cy="628431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>
            <a:extLst>
              <a:ext uri="{FF2B5EF4-FFF2-40B4-BE49-F238E27FC236}">
                <a16:creationId xmlns:a16="http://schemas.microsoft.com/office/drawing/2014/main" id="{AF7E5F24-B33A-A5CC-8F0A-C9658EF94B4A}"/>
              </a:ext>
            </a:extLst>
          </p:cNvPr>
          <p:cNvSpPr/>
          <p:nvPr/>
        </p:nvSpPr>
        <p:spPr>
          <a:xfrm>
            <a:off x="6711661" y="3063400"/>
            <a:ext cx="286434" cy="395960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2B49576C-6F2A-4027-2AD7-19C9C09AB0E5}"/>
              </a:ext>
            </a:extLst>
          </p:cNvPr>
          <p:cNvSpPr/>
          <p:nvPr/>
        </p:nvSpPr>
        <p:spPr>
          <a:xfrm>
            <a:off x="6711661" y="3822017"/>
            <a:ext cx="286434" cy="378477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>
            <a:extLst>
              <a:ext uri="{FF2B5EF4-FFF2-40B4-BE49-F238E27FC236}">
                <a16:creationId xmlns:a16="http://schemas.microsoft.com/office/drawing/2014/main" id="{4535E155-3C82-7617-66FA-AB3F007C48E4}"/>
              </a:ext>
            </a:extLst>
          </p:cNvPr>
          <p:cNvSpPr/>
          <p:nvPr/>
        </p:nvSpPr>
        <p:spPr>
          <a:xfrm>
            <a:off x="5497609" y="3822017"/>
            <a:ext cx="286434" cy="378477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olded Corner 40">
            <a:extLst>
              <a:ext uri="{FF2B5EF4-FFF2-40B4-BE49-F238E27FC236}">
                <a16:creationId xmlns:a16="http://schemas.microsoft.com/office/drawing/2014/main" id="{0F9EA029-E531-AEB9-4A99-D605504CBFAF}"/>
              </a:ext>
            </a:extLst>
          </p:cNvPr>
          <p:cNvSpPr/>
          <p:nvPr/>
        </p:nvSpPr>
        <p:spPr>
          <a:xfrm>
            <a:off x="7866030" y="2514345"/>
            <a:ext cx="213854" cy="242257"/>
          </a:xfrm>
          <a:prstGeom prst="foldedCorner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42" name="Graphic 41" descr="Germ with solid fill">
            <a:extLst>
              <a:ext uri="{FF2B5EF4-FFF2-40B4-BE49-F238E27FC236}">
                <a16:creationId xmlns:a16="http://schemas.microsoft.com/office/drawing/2014/main" id="{B74A97B0-D18C-C90E-06AD-FD96EE4F1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6030" y="2531001"/>
            <a:ext cx="203184" cy="208943"/>
          </a:xfrm>
          <a:prstGeom prst="rect">
            <a:avLst/>
          </a:prstGeom>
          <a:effectLst/>
        </p:spPr>
      </p:pic>
      <p:sp>
        <p:nvSpPr>
          <p:cNvPr id="44" name="Folded Corner 43">
            <a:extLst>
              <a:ext uri="{FF2B5EF4-FFF2-40B4-BE49-F238E27FC236}">
                <a16:creationId xmlns:a16="http://schemas.microsoft.com/office/drawing/2014/main" id="{C737CB13-10C1-93F2-5DEB-8633D09E544D}"/>
              </a:ext>
            </a:extLst>
          </p:cNvPr>
          <p:cNvSpPr/>
          <p:nvPr/>
        </p:nvSpPr>
        <p:spPr>
          <a:xfrm>
            <a:off x="7866030" y="2779491"/>
            <a:ext cx="213854" cy="242257"/>
          </a:xfrm>
          <a:prstGeom prst="foldedCorner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45" name="Graphic 44" descr="Germ with solid fill">
            <a:extLst>
              <a:ext uri="{FF2B5EF4-FFF2-40B4-BE49-F238E27FC236}">
                <a16:creationId xmlns:a16="http://schemas.microsoft.com/office/drawing/2014/main" id="{C942825A-2735-718F-D207-111D67680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6030" y="2796147"/>
            <a:ext cx="203184" cy="208943"/>
          </a:xfrm>
          <a:prstGeom prst="rect">
            <a:avLst/>
          </a:prstGeom>
          <a:effectLst/>
        </p:spPr>
      </p:pic>
      <p:sp>
        <p:nvSpPr>
          <p:cNvPr id="46" name="Down Arrow 45">
            <a:extLst>
              <a:ext uri="{FF2B5EF4-FFF2-40B4-BE49-F238E27FC236}">
                <a16:creationId xmlns:a16="http://schemas.microsoft.com/office/drawing/2014/main" id="{F1BACCB8-02E4-AB3A-A611-03B0EC54617B}"/>
              </a:ext>
            </a:extLst>
          </p:cNvPr>
          <p:cNvSpPr/>
          <p:nvPr/>
        </p:nvSpPr>
        <p:spPr>
          <a:xfrm>
            <a:off x="5500756" y="2042871"/>
            <a:ext cx="286434" cy="1191044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olded Corner 52">
            <a:extLst>
              <a:ext uri="{FF2B5EF4-FFF2-40B4-BE49-F238E27FC236}">
                <a16:creationId xmlns:a16="http://schemas.microsoft.com/office/drawing/2014/main" id="{EC268DEA-5E21-FD16-36F7-5A682C8B496E}"/>
              </a:ext>
            </a:extLst>
          </p:cNvPr>
          <p:cNvSpPr/>
          <p:nvPr/>
        </p:nvSpPr>
        <p:spPr>
          <a:xfrm>
            <a:off x="5459070" y="1248826"/>
            <a:ext cx="466241" cy="479089"/>
          </a:xfrm>
          <a:prstGeom prst="foldedCorner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&lt;/&gt;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96BDC2-03B5-D464-93F1-956B71DF8AEA}"/>
              </a:ext>
            </a:extLst>
          </p:cNvPr>
          <p:cNvSpPr txBox="1"/>
          <p:nvPr/>
        </p:nvSpPr>
        <p:spPr>
          <a:xfrm>
            <a:off x="5326016" y="1732388"/>
            <a:ext cx="72491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Change 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31983D4-3F09-EFE6-E43F-AFF7358F5A0E}"/>
              </a:ext>
            </a:extLst>
          </p:cNvPr>
          <p:cNvSpPr txBox="1"/>
          <p:nvPr/>
        </p:nvSpPr>
        <p:spPr>
          <a:xfrm>
            <a:off x="6473441" y="1728426"/>
            <a:ext cx="72491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Change 2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175B35A-DFA1-8904-A462-5EE1D13E1961}"/>
              </a:ext>
            </a:extLst>
          </p:cNvPr>
          <p:cNvCxnSpPr>
            <a:cxnSpLocks/>
          </p:cNvCxnSpPr>
          <p:nvPr/>
        </p:nvCxnSpPr>
        <p:spPr>
          <a:xfrm flipV="1">
            <a:off x="7735075" y="2643614"/>
            <a:ext cx="130955" cy="79960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506C725-963D-2BF7-7A07-B9447B08F7D6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7735075" y="2826325"/>
            <a:ext cx="130955" cy="74294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Graphic 38" descr="Eye with solid fill">
            <a:extLst>
              <a:ext uri="{FF2B5EF4-FFF2-40B4-BE49-F238E27FC236}">
                <a16:creationId xmlns:a16="http://schemas.microsoft.com/office/drawing/2014/main" id="{5A82BA17-E313-F0C3-E6C6-C23D52E0E5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1306" y="2613428"/>
            <a:ext cx="319067" cy="319067"/>
          </a:xfrm>
          <a:prstGeom prst="rect">
            <a:avLst/>
          </a:prstGeom>
          <a:effectLst/>
        </p:spPr>
      </p:pic>
      <p:sp>
        <p:nvSpPr>
          <p:cNvPr id="65" name="Folded Corner 64">
            <a:extLst>
              <a:ext uri="{FF2B5EF4-FFF2-40B4-BE49-F238E27FC236}">
                <a16:creationId xmlns:a16="http://schemas.microsoft.com/office/drawing/2014/main" id="{31E47D12-29FA-A890-CCE5-BC73FEB81EE7}"/>
              </a:ext>
            </a:extLst>
          </p:cNvPr>
          <p:cNvSpPr/>
          <p:nvPr/>
        </p:nvSpPr>
        <p:spPr>
          <a:xfrm>
            <a:off x="6646424" y="1243135"/>
            <a:ext cx="466241" cy="479089"/>
          </a:xfrm>
          <a:prstGeom prst="foldedCorner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&lt;/&gt;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6EE7997-ED8E-444C-DF6E-7E9C5CEA81EA}"/>
              </a:ext>
            </a:extLst>
          </p:cNvPr>
          <p:cNvCxnSpPr>
            <a:cxnSpLocks/>
          </p:cNvCxnSpPr>
          <p:nvPr/>
        </p:nvCxnSpPr>
        <p:spPr>
          <a:xfrm flipV="1">
            <a:off x="7735075" y="3396906"/>
            <a:ext cx="130955" cy="79960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AB1AE36-05C1-1435-5140-B0A8C05E10DD}"/>
              </a:ext>
            </a:extLst>
          </p:cNvPr>
          <p:cNvCxnSpPr>
            <a:cxnSpLocks/>
          </p:cNvCxnSpPr>
          <p:nvPr/>
        </p:nvCxnSpPr>
        <p:spPr>
          <a:xfrm>
            <a:off x="7735075" y="3579617"/>
            <a:ext cx="130955" cy="74294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82" descr="Eye with solid fill">
            <a:extLst>
              <a:ext uri="{FF2B5EF4-FFF2-40B4-BE49-F238E27FC236}">
                <a16:creationId xmlns:a16="http://schemas.microsoft.com/office/drawing/2014/main" id="{198352ED-8560-C252-2697-FE850A6AC5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1306" y="3366720"/>
            <a:ext cx="319067" cy="319067"/>
          </a:xfrm>
          <a:prstGeom prst="rect">
            <a:avLst/>
          </a:prstGeom>
          <a:effectLst/>
        </p:spPr>
      </p:pic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42E0CEC4-520F-2D00-B12A-1583FB38896B}"/>
              </a:ext>
            </a:extLst>
          </p:cNvPr>
          <p:cNvSpPr/>
          <p:nvPr/>
        </p:nvSpPr>
        <p:spPr>
          <a:xfrm>
            <a:off x="7866030" y="3535032"/>
            <a:ext cx="157059" cy="233825"/>
          </a:xfrm>
          <a:prstGeom prst="round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FFFAF44-FB7B-90E3-4FEC-5420ABE5B2B6}"/>
              </a:ext>
            </a:extLst>
          </p:cNvPr>
          <p:cNvCxnSpPr/>
          <p:nvPr/>
        </p:nvCxnSpPr>
        <p:spPr>
          <a:xfrm>
            <a:off x="7897415" y="3578176"/>
            <a:ext cx="48276" cy="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0B98A18-82C5-1E9B-EAA5-E3C307888329}"/>
              </a:ext>
            </a:extLst>
          </p:cNvPr>
          <p:cNvCxnSpPr/>
          <p:nvPr/>
        </p:nvCxnSpPr>
        <p:spPr>
          <a:xfrm>
            <a:off x="7917753" y="3600434"/>
            <a:ext cx="48276" cy="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6552359-5986-EAD4-BE85-FE8821A1F10C}"/>
              </a:ext>
            </a:extLst>
          </p:cNvPr>
          <p:cNvCxnSpPr/>
          <p:nvPr/>
        </p:nvCxnSpPr>
        <p:spPr>
          <a:xfrm>
            <a:off x="7945691" y="3623895"/>
            <a:ext cx="48276" cy="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Donut 88">
            <a:extLst>
              <a:ext uri="{FF2B5EF4-FFF2-40B4-BE49-F238E27FC236}">
                <a16:creationId xmlns:a16="http://schemas.microsoft.com/office/drawing/2014/main" id="{94BA3ED4-8D09-5F81-31C9-9A974AEFCCAF}"/>
              </a:ext>
            </a:extLst>
          </p:cNvPr>
          <p:cNvSpPr/>
          <p:nvPr/>
        </p:nvSpPr>
        <p:spPr>
          <a:xfrm>
            <a:off x="7922118" y="3698879"/>
            <a:ext cx="51205" cy="48530"/>
          </a:xfrm>
          <a:prstGeom prst="donut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25EF5F4-9081-586B-F505-CB9630582B77}"/>
              </a:ext>
            </a:extLst>
          </p:cNvPr>
          <p:cNvCxnSpPr>
            <a:cxnSpLocks/>
          </p:cNvCxnSpPr>
          <p:nvPr/>
        </p:nvCxnSpPr>
        <p:spPr>
          <a:xfrm flipV="1">
            <a:off x="7885080" y="3255924"/>
            <a:ext cx="0" cy="118872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8339218-3E83-D5AF-6F80-AF773EF6D18B}"/>
              </a:ext>
            </a:extLst>
          </p:cNvPr>
          <p:cNvCxnSpPr>
            <a:cxnSpLocks/>
          </p:cNvCxnSpPr>
          <p:nvPr/>
        </p:nvCxnSpPr>
        <p:spPr>
          <a:xfrm flipV="1">
            <a:off x="7916830" y="3278149"/>
            <a:ext cx="0" cy="118872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4AE82E59-DA5E-D4E3-6812-3FAEE455C20B}"/>
              </a:ext>
            </a:extLst>
          </p:cNvPr>
          <p:cNvSpPr/>
          <p:nvPr/>
        </p:nvSpPr>
        <p:spPr>
          <a:xfrm>
            <a:off x="7866030" y="3347040"/>
            <a:ext cx="213769" cy="80912"/>
          </a:xfrm>
          <a:prstGeom prst="round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E7CDC575-80E2-9007-D239-4320B8855858}"/>
              </a:ext>
            </a:extLst>
          </p:cNvPr>
          <p:cNvSpPr/>
          <p:nvPr/>
        </p:nvSpPr>
        <p:spPr>
          <a:xfrm>
            <a:off x="7887475" y="3366757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EA8AB64D-E35E-9453-BF39-FB102AAAC1A5}"/>
              </a:ext>
            </a:extLst>
          </p:cNvPr>
          <p:cNvSpPr/>
          <p:nvPr/>
        </p:nvSpPr>
        <p:spPr>
          <a:xfrm>
            <a:off x="7950975" y="3366757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3B262CA-A1E0-7DD3-8A58-CD5B2BD773D8}"/>
              </a:ext>
            </a:extLst>
          </p:cNvPr>
          <p:cNvSpPr/>
          <p:nvPr/>
        </p:nvSpPr>
        <p:spPr>
          <a:xfrm>
            <a:off x="8017650" y="3369932"/>
            <a:ext cx="45719" cy="4571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AA9EFBB-4983-087A-C94E-5EC2B3B0F03E}"/>
              </a:ext>
            </a:extLst>
          </p:cNvPr>
          <p:cNvSpPr txBox="1"/>
          <p:nvPr/>
        </p:nvSpPr>
        <p:spPr>
          <a:xfrm>
            <a:off x="7475990" y="2823057"/>
            <a:ext cx="37708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SM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E39DA6B-BC45-1D26-EED3-1CAF6955050B}"/>
              </a:ext>
            </a:extLst>
          </p:cNvPr>
          <p:cNvSpPr txBox="1"/>
          <p:nvPr/>
        </p:nvSpPr>
        <p:spPr>
          <a:xfrm>
            <a:off x="7485458" y="3582210"/>
            <a:ext cx="37708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DM</a:t>
            </a:r>
          </a:p>
        </p:txBody>
      </p:sp>
    </p:spTree>
    <p:extLst>
      <p:ext uri="{BB962C8B-B14F-4D97-AF65-F5344CB8AC3E}">
        <p14:creationId xmlns:p14="http://schemas.microsoft.com/office/powerpoint/2010/main" val="221968629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9F76-B726-AD12-6708-B38E1D31B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349FD68-6B3B-7BE8-3F99-819CA880F98F}"/>
              </a:ext>
            </a:extLst>
          </p:cNvPr>
          <p:cNvSpPr/>
          <p:nvPr/>
        </p:nvSpPr>
        <p:spPr>
          <a:xfrm>
            <a:off x="4297678" y="1978879"/>
            <a:ext cx="3497023" cy="1978972"/>
          </a:xfrm>
          <a:prstGeom prst="roundRect">
            <a:avLst/>
          </a:prstGeom>
          <a:solidFill>
            <a:srgbClr val="3FB4E0">
              <a:alpha val="1950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725C67-FE80-80D7-EF6D-2C5A1B251D4B}"/>
              </a:ext>
            </a:extLst>
          </p:cNvPr>
          <p:cNvSpPr/>
          <p:nvPr/>
        </p:nvSpPr>
        <p:spPr>
          <a:xfrm>
            <a:off x="4141470" y="885371"/>
            <a:ext cx="3815904" cy="373173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8CE907-B699-A51A-D5BB-9C6E462AD775}"/>
              </a:ext>
            </a:extLst>
          </p:cNvPr>
          <p:cNvSpPr/>
          <p:nvPr/>
        </p:nvSpPr>
        <p:spPr>
          <a:xfrm>
            <a:off x="4450282" y="2414240"/>
            <a:ext cx="1710255" cy="583630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Service Manager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467631-BCB7-8C6E-E98D-D8C6F79BAC7B}"/>
              </a:ext>
            </a:extLst>
          </p:cNvPr>
          <p:cNvSpPr/>
          <p:nvPr/>
        </p:nvSpPr>
        <p:spPr>
          <a:xfrm>
            <a:off x="4450282" y="3177330"/>
            <a:ext cx="1710255" cy="583630"/>
          </a:xfrm>
          <a:prstGeom prst="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Device Manager</a:t>
            </a:r>
          </a:p>
        </p:txBody>
      </p:sp>
      <p:sp>
        <p:nvSpPr>
          <p:cNvPr id="16" name="Snip Same Side Corner Rectangle 15">
            <a:extLst>
              <a:ext uri="{FF2B5EF4-FFF2-40B4-BE49-F238E27FC236}">
                <a16:creationId xmlns:a16="http://schemas.microsoft.com/office/drawing/2014/main" id="{324430AD-AF2C-257A-2627-8C7AFDB1DE7F}"/>
              </a:ext>
            </a:extLst>
          </p:cNvPr>
          <p:cNvSpPr/>
          <p:nvPr/>
        </p:nvSpPr>
        <p:spPr>
          <a:xfrm>
            <a:off x="4497399" y="4209515"/>
            <a:ext cx="848710" cy="258291"/>
          </a:xfrm>
          <a:prstGeom prst="snip2SameRect">
            <a:avLst/>
          </a:prstGeom>
          <a:solidFill>
            <a:srgbClr val="3FB4E0">
              <a:alpha val="8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FA278A-DFA9-7B9B-1436-E67B825046D1}"/>
              </a:ext>
            </a:extLst>
          </p:cNvPr>
          <p:cNvSpPr/>
          <p:nvPr/>
        </p:nvSpPr>
        <p:spPr>
          <a:xfrm>
            <a:off x="4563439" y="4299378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FCBF01-F49A-4B84-4C25-5AFD1D7D6C7F}"/>
              </a:ext>
            </a:extLst>
          </p:cNvPr>
          <p:cNvSpPr/>
          <p:nvPr/>
        </p:nvSpPr>
        <p:spPr>
          <a:xfrm>
            <a:off x="4703577" y="429830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284D69-C4D8-CD9A-5AA8-F7C90B680C12}"/>
              </a:ext>
            </a:extLst>
          </p:cNvPr>
          <p:cNvSpPr/>
          <p:nvPr/>
        </p:nvSpPr>
        <p:spPr>
          <a:xfrm>
            <a:off x="4838298" y="429830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3E33EB9-9A9A-7B54-AC81-4FFDBB8370A1}"/>
              </a:ext>
            </a:extLst>
          </p:cNvPr>
          <p:cNvSpPr/>
          <p:nvPr/>
        </p:nvSpPr>
        <p:spPr>
          <a:xfrm>
            <a:off x="5011355" y="428100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A264209-2760-339A-7F22-F6ED5C3A8889}"/>
              </a:ext>
            </a:extLst>
          </p:cNvPr>
          <p:cNvSpPr/>
          <p:nvPr/>
        </p:nvSpPr>
        <p:spPr>
          <a:xfrm>
            <a:off x="5169818" y="428100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3598555-57CD-2174-7DDE-37225FE38876}"/>
              </a:ext>
            </a:extLst>
          </p:cNvPr>
          <p:cNvSpPr/>
          <p:nvPr/>
        </p:nvSpPr>
        <p:spPr>
          <a:xfrm>
            <a:off x="7228052" y="2046586"/>
            <a:ext cx="472141" cy="457200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6945C97-FD76-DD30-BFE4-0523ED2F258E}"/>
              </a:ext>
            </a:extLst>
          </p:cNvPr>
          <p:cNvSpPr/>
          <p:nvPr/>
        </p:nvSpPr>
        <p:spPr>
          <a:xfrm>
            <a:off x="7318360" y="2176347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B29B0B-2A86-91BA-E717-E65E9840CB8A}"/>
              </a:ext>
            </a:extLst>
          </p:cNvPr>
          <p:cNvSpPr/>
          <p:nvPr/>
        </p:nvSpPr>
        <p:spPr>
          <a:xfrm>
            <a:off x="7405555" y="2121234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6C9C123-029B-7488-C4F0-E871665783B8}"/>
              </a:ext>
            </a:extLst>
          </p:cNvPr>
          <p:cNvSpPr/>
          <p:nvPr/>
        </p:nvSpPr>
        <p:spPr>
          <a:xfrm>
            <a:off x="7391193" y="2255601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6B1D034-96F8-3061-986B-E8E4BF12A9EF}"/>
              </a:ext>
            </a:extLst>
          </p:cNvPr>
          <p:cNvSpPr/>
          <p:nvPr/>
        </p:nvSpPr>
        <p:spPr>
          <a:xfrm>
            <a:off x="7555514" y="2280598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DB76510-15D7-F85D-7B52-68AF1D21C1BF}"/>
              </a:ext>
            </a:extLst>
          </p:cNvPr>
          <p:cNvCxnSpPr>
            <a:cxnSpLocks/>
            <a:endCxn id="25" idx="3"/>
          </p:cNvCxnSpPr>
          <p:nvPr/>
        </p:nvCxnSpPr>
        <p:spPr>
          <a:xfrm flipV="1">
            <a:off x="7372729" y="2162445"/>
            <a:ext cx="40788" cy="26247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45C8779-B38E-B3D0-400B-D1B55709530C}"/>
              </a:ext>
            </a:extLst>
          </p:cNvPr>
          <p:cNvCxnSpPr>
            <a:cxnSpLocks/>
          </p:cNvCxnSpPr>
          <p:nvPr/>
        </p:nvCxnSpPr>
        <p:spPr>
          <a:xfrm flipV="1">
            <a:off x="7441270" y="2237430"/>
            <a:ext cx="40788" cy="26247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DD0F083-C35D-5477-0B37-2BA22C46C456}"/>
              </a:ext>
            </a:extLst>
          </p:cNvPr>
          <p:cNvCxnSpPr>
            <a:cxnSpLocks/>
            <a:stCxn id="25" idx="5"/>
            <a:endCxn id="32" idx="1"/>
          </p:cNvCxnSpPr>
          <p:nvPr/>
        </p:nvCxnSpPr>
        <p:spPr>
          <a:xfrm>
            <a:off x="7451962" y="2162445"/>
            <a:ext cx="34389" cy="45114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B8CC67B-F216-CB7E-38AF-7E2D1D1732E8}"/>
              </a:ext>
            </a:extLst>
          </p:cNvPr>
          <p:cNvCxnSpPr>
            <a:cxnSpLocks/>
            <a:stCxn id="32" idx="5"/>
            <a:endCxn id="27" idx="1"/>
          </p:cNvCxnSpPr>
          <p:nvPr/>
        </p:nvCxnSpPr>
        <p:spPr>
          <a:xfrm>
            <a:off x="7524795" y="2241699"/>
            <a:ext cx="38681" cy="45970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DFDFDFB-9E17-B727-CBC3-DE8688575EFF}"/>
              </a:ext>
            </a:extLst>
          </p:cNvPr>
          <p:cNvSpPr/>
          <p:nvPr/>
        </p:nvSpPr>
        <p:spPr>
          <a:xfrm>
            <a:off x="7478389" y="2200488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E4EB95-FBF0-87C0-4F2E-AB985788A933}"/>
              </a:ext>
            </a:extLst>
          </p:cNvPr>
          <p:cNvSpPr txBox="1"/>
          <p:nvPr/>
        </p:nvSpPr>
        <p:spPr>
          <a:xfrm>
            <a:off x="7260659" y="2282047"/>
            <a:ext cx="46129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NSO</a:t>
            </a:r>
          </a:p>
        </p:txBody>
      </p:sp>
      <p:sp>
        <p:nvSpPr>
          <p:cNvPr id="34" name="Down Arrow 33">
            <a:extLst>
              <a:ext uri="{FF2B5EF4-FFF2-40B4-BE49-F238E27FC236}">
                <a16:creationId xmlns:a16="http://schemas.microsoft.com/office/drawing/2014/main" id="{7B7329BB-D9C4-9C65-700A-2A75D7B70DF2}"/>
              </a:ext>
            </a:extLst>
          </p:cNvPr>
          <p:cNvSpPr/>
          <p:nvPr/>
        </p:nvSpPr>
        <p:spPr>
          <a:xfrm>
            <a:off x="4757131" y="1769294"/>
            <a:ext cx="286434" cy="640473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006C7D74-09F9-20F1-7CBB-34845F680204}"/>
              </a:ext>
            </a:extLst>
          </p:cNvPr>
          <p:cNvSpPr/>
          <p:nvPr/>
        </p:nvSpPr>
        <p:spPr>
          <a:xfrm>
            <a:off x="4757131" y="3760960"/>
            <a:ext cx="286434" cy="441987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olded Corner 40">
            <a:extLst>
              <a:ext uri="{FF2B5EF4-FFF2-40B4-BE49-F238E27FC236}">
                <a16:creationId xmlns:a16="http://schemas.microsoft.com/office/drawing/2014/main" id="{774F2792-A485-B2FE-8384-D41DE27145C1}"/>
              </a:ext>
            </a:extLst>
          </p:cNvPr>
          <p:cNvSpPr/>
          <p:nvPr/>
        </p:nvSpPr>
        <p:spPr>
          <a:xfrm>
            <a:off x="5911500" y="2453288"/>
            <a:ext cx="213854" cy="242257"/>
          </a:xfrm>
          <a:prstGeom prst="foldedCorner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42" name="Graphic 41" descr="Germ with solid fill">
            <a:extLst>
              <a:ext uri="{FF2B5EF4-FFF2-40B4-BE49-F238E27FC236}">
                <a16:creationId xmlns:a16="http://schemas.microsoft.com/office/drawing/2014/main" id="{86CD5EFC-BA85-435E-D145-7FE94F6B1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1500" y="2469944"/>
            <a:ext cx="203184" cy="208943"/>
          </a:xfrm>
          <a:prstGeom prst="rect">
            <a:avLst/>
          </a:prstGeom>
          <a:effectLst/>
        </p:spPr>
      </p:pic>
      <p:sp>
        <p:nvSpPr>
          <p:cNvPr id="44" name="Folded Corner 43">
            <a:extLst>
              <a:ext uri="{FF2B5EF4-FFF2-40B4-BE49-F238E27FC236}">
                <a16:creationId xmlns:a16="http://schemas.microsoft.com/office/drawing/2014/main" id="{BA562DD0-2EC0-3C51-A6A4-1DE054B4CD9C}"/>
              </a:ext>
            </a:extLst>
          </p:cNvPr>
          <p:cNvSpPr/>
          <p:nvPr/>
        </p:nvSpPr>
        <p:spPr>
          <a:xfrm>
            <a:off x="5911500" y="2718434"/>
            <a:ext cx="213854" cy="242257"/>
          </a:xfrm>
          <a:prstGeom prst="foldedCorner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45" name="Graphic 44" descr="Germ with solid fill">
            <a:extLst>
              <a:ext uri="{FF2B5EF4-FFF2-40B4-BE49-F238E27FC236}">
                <a16:creationId xmlns:a16="http://schemas.microsoft.com/office/drawing/2014/main" id="{DD587811-7F4B-88A3-F97E-4AFAAED85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1500" y="2735090"/>
            <a:ext cx="203184" cy="208943"/>
          </a:xfrm>
          <a:prstGeom prst="rect">
            <a:avLst/>
          </a:prstGeom>
          <a:effectLst/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27D8A24F-C217-A06E-B3EF-83B8BD039DE9}"/>
              </a:ext>
            </a:extLst>
          </p:cNvPr>
          <p:cNvSpPr txBox="1"/>
          <p:nvPr/>
        </p:nvSpPr>
        <p:spPr>
          <a:xfrm>
            <a:off x="4322486" y="1529461"/>
            <a:ext cx="113322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Service Request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59BBCB7-AD64-A045-DCBC-0C33B334B45A}"/>
              </a:ext>
            </a:extLst>
          </p:cNvPr>
          <p:cNvCxnSpPr>
            <a:cxnSpLocks/>
          </p:cNvCxnSpPr>
          <p:nvPr/>
        </p:nvCxnSpPr>
        <p:spPr>
          <a:xfrm flipV="1">
            <a:off x="5780545" y="2582557"/>
            <a:ext cx="130955" cy="79960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02D1941-BEC1-0F9E-99CB-B9016C754A69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780545" y="2765268"/>
            <a:ext cx="130955" cy="74294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Graphic 38" descr="Eye with solid fill">
            <a:extLst>
              <a:ext uri="{FF2B5EF4-FFF2-40B4-BE49-F238E27FC236}">
                <a16:creationId xmlns:a16="http://schemas.microsoft.com/office/drawing/2014/main" id="{4B1690F4-9E84-A371-B014-A83CE8859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6776" y="2552371"/>
            <a:ext cx="319067" cy="319067"/>
          </a:xfrm>
          <a:prstGeom prst="rect">
            <a:avLst/>
          </a:prstGeom>
          <a:effectLst/>
        </p:spPr>
      </p:pic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C878EBA-9DBD-367F-3027-E50578E8F0AA}"/>
              </a:ext>
            </a:extLst>
          </p:cNvPr>
          <p:cNvCxnSpPr>
            <a:cxnSpLocks/>
          </p:cNvCxnSpPr>
          <p:nvPr/>
        </p:nvCxnSpPr>
        <p:spPr>
          <a:xfrm flipV="1">
            <a:off x="5780545" y="3335849"/>
            <a:ext cx="130955" cy="79960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A09D82C-A9C3-1E1B-4CF7-BE3C8667DC4E}"/>
              </a:ext>
            </a:extLst>
          </p:cNvPr>
          <p:cNvCxnSpPr>
            <a:cxnSpLocks/>
          </p:cNvCxnSpPr>
          <p:nvPr/>
        </p:nvCxnSpPr>
        <p:spPr>
          <a:xfrm>
            <a:off x="5780545" y="3518560"/>
            <a:ext cx="130955" cy="74294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82" descr="Eye with solid fill">
            <a:extLst>
              <a:ext uri="{FF2B5EF4-FFF2-40B4-BE49-F238E27FC236}">
                <a16:creationId xmlns:a16="http://schemas.microsoft.com/office/drawing/2014/main" id="{2F605327-58BB-BBEE-9710-75CC12F083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6776" y="3305663"/>
            <a:ext cx="319067" cy="319067"/>
          </a:xfrm>
          <a:prstGeom prst="rect">
            <a:avLst/>
          </a:prstGeom>
          <a:effectLst/>
        </p:spPr>
      </p:pic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09FDC06C-B48E-6633-6C53-E31301E86C4E}"/>
              </a:ext>
            </a:extLst>
          </p:cNvPr>
          <p:cNvSpPr/>
          <p:nvPr/>
        </p:nvSpPr>
        <p:spPr>
          <a:xfrm>
            <a:off x="5911500" y="3473975"/>
            <a:ext cx="157059" cy="233825"/>
          </a:xfrm>
          <a:prstGeom prst="round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A6BC99A-08C0-A928-1DCC-AE20B2AD8AF6}"/>
              </a:ext>
            </a:extLst>
          </p:cNvPr>
          <p:cNvCxnSpPr/>
          <p:nvPr/>
        </p:nvCxnSpPr>
        <p:spPr>
          <a:xfrm>
            <a:off x="5942885" y="3517119"/>
            <a:ext cx="48276" cy="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73812A4-056F-1322-2FB0-7E724837B881}"/>
              </a:ext>
            </a:extLst>
          </p:cNvPr>
          <p:cNvCxnSpPr/>
          <p:nvPr/>
        </p:nvCxnSpPr>
        <p:spPr>
          <a:xfrm>
            <a:off x="5963223" y="3539377"/>
            <a:ext cx="48276" cy="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9E90696-231D-5C7A-E865-ABFE298F76AE}"/>
              </a:ext>
            </a:extLst>
          </p:cNvPr>
          <p:cNvCxnSpPr/>
          <p:nvPr/>
        </p:nvCxnSpPr>
        <p:spPr>
          <a:xfrm>
            <a:off x="5991161" y="3562838"/>
            <a:ext cx="48276" cy="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Donut 88">
            <a:extLst>
              <a:ext uri="{FF2B5EF4-FFF2-40B4-BE49-F238E27FC236}">
                <a16:creationId xmlns:a16="http://schemas.microsoft.com/office/drawing/2014/main" id="{8A58491B-50FC-E5D2-6848-DCEC95323026}"/>
              </a:ext>
            </a:extLst>
          </p:cNvPr>
          <p:cNvSpPr/>
          <p:nvPr/>
        </p:nvSpPr>
        <p:spPr>
          <a:xfrm>
            <a:off x="5967588" y="3637822"/>
            <a:ext cx="51205" cy="48530"/>
          </a:xfrm>
          <a:prstGeom prst="donut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3323612-0DDA-90F5-2EC9-5F98A92F2ED0}"/>
              </a:ext>
            </a:extLst>
          </p:cNvPr>
          <p:cNvCxnSpPr>
            <a:cxnSpLocks/>
          </p:cNvCxnSpPr>
          <p:nvPr/>
        </p:nvCxnSpPr>
        <p:spPr>
          <a:xfrm flipV="1">
            <a:off x="5930550" y="3194867"/>
            <a:ext cx="0" cy="118872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548FE2F-CDAA-9AA1-F460-34D2D60EDE78}"/>
              </a:ext>
            </a:extLst>
          </p:cNvPr>
          <p:cNvCxnSpPr>
            <a:cxnSpLocks/>
          </p:cNvCxnSpPr>
          <p:nvPr/>
        </p:nvCxnSpPr>
        <p:spPr>
          <a:xfrm flipV="1">
            <a:off x="5962300" y="3217092"/>
            <a:ext cx="0" cy="118872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63207088-E8F8-6DBB-4778-60E8A89E686E}"/>
              </a:ext>
            </a:extLst>
          </p:cNvPr>
          <p:cNvSpPr/>
          <p:nvPr/>
        </p:nvSpPr>
        <p:spPr>
          <a:xfrm>
            <a:off x="5911500" y="3285983"/>
            <a:ext cx="213769" cy="80912"/>
          </a:xfrm>
          <a:prstGeom prst="round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2B62AF4-B304-6FC7-21F4-DAFD04094892}"/>
              </a:ext>
            </a:extLst>
          </p:cNvPr>
          <p:cNvSpPr/>
          <p:nvPr/>
        </p:nvSpPr>
        <p:spPr>
          <a:xfrm>
            <a:off x="5932945" y="3305700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63932F51-8BAD-656A-6140-5423BBC56DA2}"/>
              </a:ext>
            </a:extLst>
          </p:cNvPr>
          <p:cNvSpPr/>
          <p:nvPr/>
        </p:nvSpPr>
        <p:spPr>
          <a:xfrm>
            <a:off x="5996445" y="3305700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4DA59C9-3747-329B-4901-47FBF52ABFE1}"/>
              </a:ext>
            </a:extLst>
          </p:cNvPr>
          <p:cNvSpPr/>
          <p:nvPr/>
        </p:nvSpPr>
        <p:spPr>
          <a:xfrm>
            <a:off x="6063120" y="3308875"/>
            <a:ext cx="45719" cy="4571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5A441E1-68C9-0B24-7E49-CD47194C6170}"/>
              </a:ext>
            </a:extLst>
          </p:cNvPr>
          <p:cNvSpPr txBox="1"/>
          <p:nvPr/>
        </p:nvSpPr>
        <p:spPr>
          <a:xfrm>
            <a:off x="5521460" y="2762000"/>
            <a:ext cx="37708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SM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38EAE46-A38B-2B31-D01C-9820D36DBF8A}"/>
              </a:ext>
            </a:extLst>
          </p:cNvPr>
          <p:cNvSpPr txBox="1"/>
          <p:nvPr/>
        </p:nvSpPr>
        <p:spPr>
          <a:xfrm>
            <a:off x="5530928" y="3521153"/>
            <a:ext cx="37708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DM</a:t>
            </a:r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83517EDD-735F-5E3D-2C8D-3D99603A98CC}"/>
              </a:ext>
            </a:extLst>
          </p:cNvPr>
          <p:cNvSpPr/>
          <p:nvPr/>
        </p:nvSpPr>
        <p:spPr>
          <a:xfrm rot="16200000">
            <a:off x="6403502" y="2566650"/>
            <a:ext cx="1342778" cy="1439621"/>
          </a:xfrm>
          <a:prstGeom prst="round1Rect">
            <a:avLst/>
          </a:prstGeom>
          <a:solidFill>
            <a:srgbClr val="3FB4E0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lower without stem with solid fill">
            <a:extLst>
              <a:ext uri="{FF2B5EF4-FFF2-40B4-BE49-F238E27FC236}">
                <a16:creationId xmlns:a16="http://schemas.microsoft.com/office/drawing/2014/main" id="{886B11C5-DFFF-EE81-271A-314C5A6EEE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4132" y="2988795"/>
            <a:ext cx="387034" cy="387034"/>
          </a:xfrm>
          <a:prstGeom prst="rect">
            <a:avLst/>
          </a:prstGeom>
          <a:effectLst/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4CCA52DC-ED55-A4E6-9C2E-D26D0B19EC90}"/>
              </a:ext>
            </a:extLst>
          </p:cNvPr>
          <p:cNvSpPr txBox="1"/>
          <p:nvPr/>
        </p:nvSpPr>
        <p:spPr>
          <a:xfrm>
            <a:off x="7112488" y="3324618"/>
            <a:ext cx="782994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Service Code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4C2222-4651-EFFD-FF0E-4ECBF2E8C6BB}"/>
              </a:ext>
            </a:extLst>
          </p:cNvPr>
          <p:cNvSpPr txBox="1"/>
          <p:nvPr/>
        </p:nvSpPr>
        <p:spPr>
          <a:xfrm>
            <a:off x="6427117" y="2637392"/>
            <a:ext cx="7829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Callback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836BEA-7AED-9617-6544-FF59F9FC352C}"/>
              </a:ext>
            </a:extLst>
          </p:cNvPr>
          <p:cNvSpPr txBox="1"/>
          <p:nvPr/>
        </p:nvSpPr>
        <p:spPr>
          <a:xfrm>
            <a:off x="6382952" y="3461937"/>
            <a:ext cx="95024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Device Configuration</a:t>
            </a:r>
          </a:p>
        </p:txBody>
      </p:sp>
      <p:sp>
        <p:nvSpPr>
          <p:cNvPr id="70" name="Down Arrow 69">
            <a:extLst>
              <a:ext uri="{FF2B5EF4-FFF2-40B4-BE49-F238E27FC236}">
                <a16:creationId xmlns:a16="http://schemas.microsoft.com/office/drawing/2014/main" id="{154D1F1B-F7E0-5BA3-11F3-D2D5AF34DE55}"/>
              </a:ext>
            </a:extLst>
          </p:cNvPr>
          <p:cNvSpPr/>
          <p:nvPr/>
        </p:nvSpPr>
        <p:spPr>
          <a:xfrm rot="17283280">
            <a:off x="6708683" y="2340169"/>
            <a:ext cx="122511" cy="1214731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Down Arrow 70">
            <a:extLst>
              <a:ext uri="{FF2B5EF4-FFF2-40B4-BE49-F238E27FC236}">
                <a16:creationId xmlns:a16="http://schemas.microsoft.com/office/drawing/2014/main" id="{345E4546-DF7B-054F-2BF6-01B0B3FF6076}"/>
              </a:ext>
            </a:extLst>
          </p:cNvPr>
          <p:cNvSpPr/>
          <p:nvPr/>
        </p:nvSpPr>
        <p:spPr>
          <a:xfrm rot="4358698">
            <a:off x="6693386" y="2808443"/>
            <a:ext cx="122511" cy="1214731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Snip Same Side Corner Rectangle 71">
            <a:extLst>
              <a:ext uri="{FF2B5EF4-FFF2-40B4-BE49-F238E27FC236}">
                <a16:creationId xmlns:a16="http://schemas.microsoft.com/office/drawing/2014/main" id="{77E7F3A6-22F8-8E06-EAA2-8641B78BABB6}"/>
              </a:ext>
            </a:extLst>
          </p:cNvPr>
          <p:cNvSpPr/>
          <p:nvPr/>
        </p:nvSpPr>
        <p:spPr>
          <a:xfrm>
            <a:off x="4805177" y="1163512"/>
            <a:ext cx="200135" cy="354450"/>
          </a:xfrm>
          <a:prstGeom prst="snip2SameRect">
            <a:avLst/>
          </a:prstGeom>
          <a:solidFill>
            <a:srgbClr val="3FB4E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155779D-1A97-B5C7-BFFB-833223315D1C}"/>
              </a:ext>
            </a:extLst>
          </p:cNvPr>
          <p:cNvSpPr/>
          <p:nvPr/>
        </p:nvSpPr>
        <p:spPr>
          <a:xfrm>
            <a:off x="4822636" y="967661"/>
            <a:ext cx="165216" cy="157544"/>
          </a:xfrm>
          <a:prstGeom prst="ellipse">
            <a:avLst/>
          </a:prstGeom>
          <a:solidFill>
            <a:srgbClr val="FFC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1202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EAA00-333E-D68F-7C93-6BA3814F3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5E34815-1BB8-4FB9-16FF-A7F23C483A31}"/>
              </a:ext>
            </a:extLst>
          </p:cNvPr>
          <p:cNvSpPr txBox="1"/>
          <p:nvPr/>
        </p:nvSpPr>
        <p:spPr>
          <a:xfrm>
            <a:off x="5140007" y="1497841"/>
            <a:ext cx="1777628" cy="1169551"/>
          </a:xfrm>
          <a:prstGeom prst="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Sample Instance Parameters</a:t>
            </a: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i="1" dirty="0">
              <a:solidFill>
                <a:srgbClr val="3FB4E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3422ED-B9C1-9220-E524-CD74BBBF92E9}"/>
              </a:ext>
            </a:extLst>
          </p:cNvPr>
          <p:cNvSpPr txBox="1"/>
          <p:nvPr/>
        </p:nvSpPr>
        <p:spPr>
          <a:xfrm>
            <a:off x="3136921" y="1497841"/>
            <a:ext cx="1957366" cy="1452324"/>
          </a:xfrm>
          <a:prstGeom prst="flowChartDocumen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YANG Model</a:t>
            </a: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dns-v2 </a:t>
            </a:r>
            <a:r>
              <a:rPr lang="en-US" sz="1000" i="1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[list-service]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name </a:t>
            </a:r>
            <a:r>
              <a:rPr lang="en-US" sz="1000" i="1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[string]</a:t>
            </a:r>
          </a:p>
          <a:p>
            <a:pPr marL="285750" indent="-2857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target-device </a:t>
            </a:r>
            <a:r>
              <a:rPr lang="en-US" sz="1000" i="1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[string]</a:t>
            </a:r>
          </a:p>
          <a:p>
            <a:pPr marL="285750" indent="-285750">
              <a:buFontTx/>
              <a:buChar char="-"/>
            </a:pP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</a:rPr>
              <a:t>dns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-server-</a:t>
            </a: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</a:rPr>
              <a:t>ip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 </a:t>
            </a:r>
            <a:r>
              <a:rPr lang="en-US" sz="1000" i="1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[</a:t>
            </a:r>
            <a:r>
              <a:rPr lang="en-US" sz="1000" i="1" dirty="0" err="1">
                <a:solidFill>
                  <a:srgbClr val="3FB4E0"/>
                </a:solidFill>
                <a:latin typeface="Sabon Next LT Display" panose="020A0402070306020202" pitchFamily="18" charset="77"/>
              </a:rPr>
              <a:t>ip</a:t>
            </a:r>
            <a:r>
              <a:rPr lang="en-US" sz="1000" i="1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-address]</a:t>
            </a:r>
          </a:p>
          <a:p>
            <a:pPr marL="285750" indent="-285750">
              <a:buFontTx/>
              <a:buChar char="-"/>
            </a:pPr>
            <a:endParaRPr lang="en-US" sz="1000" i="1" dirty="0">
              <a:solidFill>
                <a:srgbClr val="3FB4E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B0FB93-73FE-ADDD-A129-749024EBE9A6}"/>
              </a:ext>
            </a:extLst>
          </p:cNvPr>
          <p:cNvSpPr txBox="1"/>
          <p:nvPr/>
        </p:nvSpPr>
        <p:spPr>
          <a:xfrm>
            <a:off x="6963355" y="1498233"/>
            <a:ext cx="1838209" cy="1169551"/>
          </a:xfrm>
          <a:prstGeom prst="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Sample CLI Input</a:t>
            </a: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i="1" dirty="0">
              <a:solidFill>
                <a:srgbClr val="3FB4E0"/>
              </a:solidFill>
            </a:endParaRPr>
          </a:p>
          <a:p>
            <a:pPr algn="ctr"/>
            <a:endParaRPr lang="en-US" sz="1000" i="1" dirty="0">
              <a:solidFill>
                <a:srgbClr val="3FB4E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07E9EE-4C95-7848-379B-F892E5AB774A}"/>
              </a:ext>
            </a:extLst>
          </p:cNvPr>
          <p:cNvSpPr/>
          <p:nvPr/>
        </p:nvSpPr>
        <p:spPr>
          <a:xfrm>
            <a:off x="2994660" y="1319249"/>
            <a:ext cx="5943600" cy="3560399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156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C1EFB0-74E8-865C-19BC-91EAE34051BC}"/>
              </a:ext>
            </a:extLst>
          </p:cNvPr>
          <p:cNvSpPr txBox="1"/>
          <p:nvPr/>
        </p:nvSpPr>
        <p:spPr>
          <a:xfrm>
            <a:off x="7029211" y="1799797"/>
            <a:ext cx="1710724" cy="553998"/>
          </a:xfrm>
          <a:prstGeom prst="rect">
            <a:avLst/>
          </a:prstGeom>
          <a:solidFill>
            <a:srgbClr val="FF9300">
              <a:alpha val="80000"/>
            </a:srgbClr>
          </a:solidFill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dns-v2 dns-for-c2</a:t>
            </a:r>
          </a:p>
          <a:p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    target-device c2</a:t>
            </a:r>
          </a:p>
          <a:p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    </a:t>
            </a:r>
            <a:r>
              <a:rPr lang="en-US" sz="1000" dirty="0" err="1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dns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-server-</a:t>
            </a:r>
            <a:r>
              <a:rPr lang="en-US" sz="1000" dirty="0" err="1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ip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 192.0.2.115</a:t>
            </a:r>
          </a:p>
        </p:txBody>
      </p:sp>
      <p:sp>
        <p:nvSpPr>
          <p:cNvPr id="54" name="Plus 53">
            <a:extLst>
              <a:ext uri="{FF2B5EF4-FFF2-40B4-BE49-F238E27FC236}">
                <a16:creationId xmlns:a16="http://schemas.microsoft.com/office/drawing/2014/main" id="{2F44881C-43C2-FE35-4BC1-C5C59F72778D}"/>
              </a:ext>
            </a:extLst>
          </p:cNvPr>
          <p:cNvSpPr/>
          <p:nvPr/>
        </p:nvSpPr>
        <p:spPr>
          <a:xfrm>
            <a:off x="3785040" y="3014256"/>
            <a:ext cx="300147" cy="321087"/>
          </a:xfrm>
          <a:prstGeom prst="mathPlus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479A6C1-FC38-390E-4077-6B35A042F485}"/>
              </a:ext>
            </a:extLst>
          </p:cNvPr>
          <p:cNvSpPr txBox="1"/>
          <p:nvPr/>
        </p:nvSpPr>
        <p:spPr>
          <a:xfrm>
            <a:off x="3136920" y="3460012"/>
            <a:ext cx="1896533" cy="1261229"/>
          </a:xfrm>
          <a:prstGeom prst="flowChartDocumen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XML Template</a:t>
            </a:r>
          </a:p>
          <a:p>
            <a:pPr algn="ctr"/>
            <a:endParaRPr lang="en-US" sz="1000" dirty="0">
              <a:solidFill>
                <a:srgbClr val="3FB4E0"/>
              </a:solidFill>
              <a:latin typeface="Sabon Next LT Display" panose="020A0402070306020202" pitchFamily="18" charset="77"/>
            </a:endParaRP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&lt;…&gt;</a:t>
            </a:r>
          </a:p>
          <a:p>
            <a:r>
              <a:rPr lang="en-US" sz="1000" i="1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        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&lt;…&gt;{/target-device}&lt;/…&gt;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        &lt;…&gt;{/</a:t>
            </a: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</a:rPr>
              <a:t>dns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-server-</a:t>
            </a: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</a:rPr>
              <a:t>ip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}&lt;/…&gt;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&lt;/…&gt;</a:t>
            </a:r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2F067E5C-1183-73F8-5511-B1421DBCD5FF}"/>
              </a:ext>
            </a:extLst>
          </p:cNvPr>
          <p:cNvSpPr/>
          <p:nvPr/>
        </p:nvSpPr>
        <p:spPr>
          <a:xfrm>
            <a:off x="5252740" y="3886995"/>
            <a:ext cx="406460" cy="25200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E97AB4-A6AC-123F-BB2B-7A74807D5502}"/>
              </a:ext>
            </a:extLst>
          </p:cNvPr>
          <p:cNvSpPr txBox="1"/>
          <p:nvPr/>
        </p:nvSpPr>
        <p:spPr>
          <a:xfrm>
            <a:off x="5769735" y="3460012"/>
            <a:ext cx="1965391" cy="1015663"/>
          </a:xfrm>
          <a:prstGeom prst="rect">
            <a:avLst/>
          </a:prstGeom>
          <a:noFill/>
          <a:ln w="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Service dev. config. output</a:t>
            </a: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i="1" dirty="0">
              <a:solidFill>
                <a:srgbClr val="3FB4E0"/>
              </a:solidFill>
            </a:endParaRPr>
          </a:p>
          <a:p>
            <a:pPr algn="ctr"/>
            <a:endParaRPr lang="en-US" sz="1000" i="1" dirty="0">
              <a:solidFill>
                <a:srgbClr val="3FB4E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D88CCA-A796-DB4F-E084-B8D86E5A9991}"/>
              </a:ext>
            </a:extLst>
          </p:cNvPr>
          <p:cNvSpPr txBox="1"/>
          <p:nvPr/>
        </p:nvSpPr>
        <p:spPr>
          <a:xfrm>
            <a:off x="5874945" y="3812940"/>
            <a:ext cx="1789453" cy="400110"/>
          </a:xfrm>
          <a:prstGeom prst="rect">
            <a:avLst/>
          </a:prstGeom>
          <a:solidFill>
            <a:schemeClr val="accent6">
              <a:alpha val="80000"/>
            </a:schemeClr>
          </a:solidFill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devices device c2 config</a:t>
            </a:r>
          </a:p>
          <a:p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    </a:t>
            </a:r>
            <a:r>
              <a:rPr lang="en-US" sz="1000" dirty="0" err="1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ip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 name-server 192.0.2.115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1CF372-3196-6B25-34E2-FC507CDAA529}"/>
              </a:ext>
            </a:extLst>
          </p:cNvPr>
          <p:cNvSpPr/>
          <p:nvPr/>
        </p:nvSpPr>
        <p:spPr>
          <a:xfrm>
            <a:off x="5585609" y="1805617"/>
            <a:ext cx="869950" cy="778846"/>
          </a:xfrm>
          <a:prstGeom prst="rect">
            <a:avLst/>
          </a:prstGeom>
          <a:noFill/>
          <a:ln w="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3A48BF-0EE7-4BCF-2132-907C79C21503}"/>
              </a:ext>
            </a:extLst>
          </p:cNvPr>
          <p:cNvSpPr txBox="1"/>
          <p:nvPr/>
        </p:nvSpPr>
        <p:spPr>
          <a:xfrm>
            <a:off x="5579620" y="2082027"/>
            <a:ext cx="877372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Sabon Next LT" panose="02000500000000000000" pitchFamily="2" charset="0"/>
              </a:rPr>
              <a:t>“c2”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109EE9-B445-AF49-AFD1-D9A34A0D355B}"/>
              </a:ext>
            </a:extLst>
          </p:cNvPr>
          <p:cNvCxnSpPr>
            <a:cxnSpLocks/>
          </p:cNvCxnSpPr>
          <p:nvPr/>
        </p:nvCxnSpPr>
        <p:spPr>
          <a:xfrm>
            <a:off x="5583916" y="2051836"/>
            <a:ext cx="869950" cy="2131"/>
          </a:xfrm>
          <a:prstGeom prst="line">
            <a:avLst/>
          </a:prstGeom>
          <a:ln w="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3FECFA0-3C79-ED34-0C60-7F591B35871A}"/>
              </a:ext>
            </a:extLst>
          </p:cNvPr>
          <p:cNvSpPr txBox="1"/>
          <p:nvPr/>
        </p:nvSpPr>
        <p:spPr>
          <a:xfrm>
            <a:off x="5579457" y="1820761"/>
            <a:ext cx="877535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Sabon Next LT" panose="02000500000000000000" pitchFamily="2" charset="0"/>
              </a:rPr>
              <a:t>“dns-for-c2”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F87C05-C0E5-A37B-0ED5-6E0D86EEF4C6}"/>
              </a:ext>
            </a:extLst>
          </p:cNvPr>
          <p:cNvCxnSpPr>
            <a:cxnSpLocks/>
          </p:cNvCxnSpPr>
          <p:nvPr/>
        </p:nvCxnSpPr>
        <p:spPr>
          <a:xfrm>
            <a:off x="5580506" y="2317837"/>
            <a:ext cx="873360" cy="0"/>
          </a:xfrm>
          <a:prstGeom prst="line">
            <a:avLst/>
          </a:prstGeom>
          <a:ln w="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CAA2BAC-396B-0B51-D5EE-B7CE98E3F265}"/>
              </a:ext>
            </a:extLst>
          </p:cNvPr>
          <p:cNvSpPr txBox="1"/>
          <p:nvPr/>
        </p:nvSpPr>
        <p:spPr>
          <a:xfrm>
            <a:off x="5582867" y="2340065"/>
            <a:ext cx="870058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Sabon Next LT" panose="02000500000000000000" pitchFamily="2" charset="0"/>
              </a:rPr>
              <a:t>192.0.2.115</a:t>
            </a:r>
          </a:p>
        </p:txBody>
      </p:sp>
    </p:spTree>
    <p:extLst>
      <p:ext uri="{BB962C8B-B14F-4D97-AF65-F5344CB8AC3E}">
        <p14:creationId xmlns:p14="http://schemas.microsoft.com/office/powerpoint/2010/main" val="90387182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AC979-7508-55CE-8CCC-A9562E50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BC02D3-8D97-4535-5BC2-53373A37B69A}"/>
              </a:ext>
            </a:extLst>
          </p:cNvPr>
          <p:cNvSpPr/>
          <p:nvPr/>
        </p:nvSpPr>
        <p:spPr>
          <a:xfrm>
            <a:off x="4291308" y="1117345"/>
            <a:ext cx="3003395" cy="2995961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601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B528D7-1ACB-898A-1904-B28546A4F119}"/>
              </a:ext>
            </a:extLst>
          </p:cNvPr>
          <p:cNvSpPr/>
          <p:nvPr/>
        </p:nvSpPr>
        <p:spPr>
          <a:xfrm>
            <a:off x="4414527" y="1271688"/>
            <a:ext cx="2736376" cy="2702256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F9FB4-3F09-8274-2DA4-FDA835089D52}"/>
              </a:ext>
            </a:extLst>
          </p:cNvPr>
          <p:cNvSpPr txBox="1"/>
          <p:nvPr/>
        </p:nvSpPr>
        <p:spPr>
          <a:xfrm>
            <a:off x="4574188" y="1609469"/>
            <a:ext cx="2408429" cy="707886"/>
          </a:xfrm>
          <a:prstGeom prst="rect">
            <a:avLst/>
          </a:prstGeom>
          <a:solidFill>
            <a:srgbClr val="FF9300">
              <a:alpha val="70010"/>
            </a:srgbClr>
          </a:solidFill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&lt;…&gt;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       &lt;address&gt;192.168.5.1&lt;/address&gt;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       &lt;mask&gt;255.255.255.0&lt;/mask&gt;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&lt;/…&gt;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9B387D15-E191-2974-C520-792DEBB7A1BE}"/>
              </a:ext>
            </a:extLst>
          </p:cNvPr>
          <p:cNvSpPr/>
          <p:nvPr/>
        </p:nvSpPr>
        <p:spPr>
          <a:xfrm>
            <a:off x="5628328" y="2439508"/>
            <a:ext cx="300147" cy="321087"/>
          </a:xfrm>
          <a:prstGeom prst="downArrow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AE586A-3385-8A04-0D71-EC5BDD44C411}"/>
              </a:ext>
            </a:extLst>
          </p:cNvPr>
          <p:cNvSpPr txBox="1"/>
          <p:nvPr/>
        </p:nvSpPr>
        <p:spPr>
          <a:xfrm>
            <a:off x="4574188" y="3112273"/>
            <a:ext cx="2408429" cy="707886"/>
          </a:xfrm>
          <a:prstGeom prst="rect">
            <a:avLst/>
          </a:prstGeom>
          <a:solidFill>
            <a:srgbClr val="FF9300">
              <a:alpha val="70010"/>
            </a:srgbClr>
          </a:solidFill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&lt;…&gt;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       &lt;address&gt;{/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</a:rPr>
              <a:t>ip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-address}&lt;/address&gt;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       &lt;mask&gt;255.255.255.0&lt;/mask&gt;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&lt;/…&gt;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4F920F-C78C-CA73-0FB6-0C0C8D0AB6AD}"/>
              </a:ext>
            </a:extLst>
          </p:cNvPr>
          <p:cNvSpPr txBox="1"/>
          <p:nvPr/>
        </p:nvSpPr>
        <p:spPr>
          <a:xfrm>
            <a:off x="4916335" y="1364205"/>
            <a:ext cx="172413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Sample Configuration (XML)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DDD07D-DB06-6501-2C28-D2385246072A}"/>
              </a:ext>
            </a:extLst>
          </p:cNvPr>
          <p:cNvSpPr txBox="1"/>
          <p:nvPr/>
        </p:nvSpPr>
        <p:spPr>
          <a:xfrm>
            <a:off x="4794181" y="2866052"/>
            <a:ext cx="196843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Templatized Configuration (XML)</a:t>
            </a:r>
          </a:p>
        </p:txBody>
      </p:sp>
    </p:spTree>
    <p:extLst>
      <p:ext uri="{BB962C8B-B14F-4D97-AF65-F5344CB8AC3E}">
        <p14:creationId xmlns:p14="http://schemas.microsoft.com/office/powerpoint/2010/main" val="202296612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3D903-1ABC-A373-11D7-D2AABF585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069BCF4-6CE8-9CE9-C0FC-8476C53BE916}"/>
              </a:ext>
            </a:extLst>
          </p:cNvPr>
          <p:cNvSpPr/>
          <p:nvPr/>
        </p:nvSpPr>
        <p:spPr>
          <a:xfrm>
            <a:off x="4178340" y="1186414"/>
            <a:ext cx="3005820" cy="3791064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AFD6E8-2596-F44D-4F32-216D892EDDE9}"/>
              </a:ext>
            </a:extLst>
          </p:cNvPr>
          <p:cNvSpPr txBox="1"/>
          <p:nvPr/>
        </p:nvSpPr>
        <p:spPr>
          <a:xfrm>
            <a:off x="4468784" y="1524196"/>
            <a:ext cx="2408429" cy="707886"/>
          </a:xfrm>
          <a:prstGeom prst="rect">
            <a:avLst/>
          </a:prstGeom>
          <a:solidFill>
            <a:srgbClr val="FF9300">
              <a:alpha val="69639"/>
            </a:srgbClr>
          </a:solidFill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&lt;…&gt;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       &lt;address&gt;192.168.5.1&lt;/address&gt;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       &lt;mask&gt;255.255.255.0&lt;/mask&gt;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&lt;/…&gt;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A8F49B28-AC20-C888-D3BC-E94850CC7C1C}"/>
              </a:ext>
            </a:extLst>
          </p:cNvPr>
          <p:cNvSpPr/>
          <p:nvPr/>
        </p:nvSpPr>
        <p:spPr>
          <a:xfrm>
            <a:off x="5522924" y="2354235"/>
            <a:ext cx="300147" cy="321087"/>
          </a:xfrm>
          <a:prstGeom prst="downArrow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BBC473-7A3B-9E2F-2DCD-5B735E3507BD}"/>
              </a:ext>
            </a:extLst>
          </p:cNvPr>
          <p:cNvSpPr txBox="1"/>
          <p:nvPr/>
        </p:nvSpPr>
        <p:spPr>
          <a:xfrm>
            <a:off x="4468784" y="3027000"/>
            <a:ext cx="2408429" cy="707886"/>
          </a:xfrm>
          <a:prstGeom prst="rect">
            <a:avLst/>
          </a:prstGeom>
          <a:solidFill>
            <a:srgbClr val="FF9300">
              <a:alpha val="69639"/>
            </a:srgbClr>
          </a:solidFill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&lt;…&gt;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       &lt;address&gt;{/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</a:rPr>
              <a:t>ip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-address}&lt;/address&gt;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       &lt;mask&gt;255.255.255.0&lt;/mask&gt;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&lt;/…&gt;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B62CF6-2D59-D883-E7ED-9F3AD1E16C9A}"/>
              </a:ext>
            </a:extLst>
          </p:cNvPr>
          <p:cNvSpPr txBox="1"/>
          <p:nvPr/>
        </p:nvSpPr>
        <p:spPr>
          <a:xfrm>
            <a:off x="4810931" y="1278932"/>
            <a:ext cx="172413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Sample Configuration (XML)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BE03EC-FC82-E80B-1D35-F7A9A22BC8C4}"/>
              </a:ext>
            </a:extLst>
          </p:cNvPr>
          <p:cNvSpPr txBox="1"/>
          <p:nvPr/>
        </p:nvSpPr>
        <p:spPr>
          <a:xfrm>
            <a:off x="4688777" y="2780779"/>
            <a:ext cx="196843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Templatized Configuration (XML)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232C7B-487D-CB65-BDF5-1F97D50B0845}"/>
              </a:ext>
            </a:extLst>
          </p:cNvPr>
          <p:cNvSpPr/>
          <p:nvPr/>
        </p:nvSpPr>
        <p:spPr>
          <a:xfrm>
            <a:off x="4043771" y="1054054"/>
            <a:ext cx="3301999" cy="4075824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D28253-A330-3994-883D-2A6FF95F1B82}"/>
              </a:ext>
            </a:extLst>
          </p:cNvPr>
          <p:cNvSpPr txBox="1"/>
          <p:nvPr/>
        </p:nvSpPr>
        <p:spPr>
          <a:xfrm>
            <a:off x="4468784" y="4529804"/>
            <a:ext cx="2408429" cy="246221"/>
          </a:xfrm>
          <a:prstGeom prst="rect">
            <a:avLst/>
          </a:prstGeom>
          <a:solidFill>
            <a:schemeClr val="accent6">
              <a:alpha val="70293"/>
            </a:schemeClr>
          </a:solidFill>
          <a:ln w="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</a:rPr>
              <a:t>ip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-address [</a:t>
            </a:r>
            <a:r>
              <a:rPr lang="en-US" sz="1000" i="1" dirty="0" err="1">
                <a:solidFill>
                  <a:schemeClr val="bg1"/>
                </a:solidFill>
                <a:latin typeface="Sabon Next LT Display" panose="020A0402070306020202" pitchFamily="18" charset="77"/>
              </a:rPr>
              <a:t>inet:ip-address</a:t>
            </a:r>
            <a:r>
              <a:rPr lang="en-US" sz="1000" i="1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type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]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DD6089-7B4F-2845-A481-5F44A165495A}"/>
              </a:ext>
            </a:extLst>
          </p:cNvPr>
          <p:cNvSpPr txBox="1"/>
          <p:nvPr/>
        </p:nvSpPr>
        <p:spPr>
          <a:xfrm>
            <a:off x="4186216" y="4283583"/>
            <a:ext cx="299006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Definitions and Constraints for Parameters (YANG)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D4AEFA93-A2F7-4DA7-67CC-15B2F37AC83C}"/>
              </a:ext>
            </a:extLst>
          </p:cNvPr>
          <p:cNvSpPr/>
          <p:nvPr/>
        </p:nvSpPr>
        <p:spPr>
          <a:xfrm>
            <a:off x="5517875" y="3860505"/>
            <a:ext cx="300147" cy="321087"/>
          </a:xfrm>
          <a:prstGeom prst="downArrow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49737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F7F21-ECDB-30AA-4D82-DB23A4023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889A05-D837-DF9D-52B0-D19EA122AD62}"/>
              </a:ext>
            </a:extLst>
          </p:cNvPr>
          <p:cNvSpPr/>
          <p:nvPr/>
        </p:nvSpPr>
        <p:spPr>
          <a:xfrm>
            <a:off x="3169920" y="1740746"/>
            <a:ext cx="6339840" cy="277706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827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25C11D4-08E9-1734-ACCA-45C552F8EC86}"/>
              </a:ext>
            </a:extLst>
          </p:cNvPr>
          <p:cNvSpPr/>
          <p:nvPr/>
        </p:nvSpPr>
        <p:spPr>
          <a:xfrm>
            <a:off x="3594599" y="2792114"/>
            <a:ext cx="2813174" cy="1564107"/>
          </a:xfrm>
          <a:prstGeom prst="round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02F448C-D392-B708-B8F5-0C3ACAE7C464}"/>
              </a:ext>
            </a:extLst>
          </p:cNvPr>
          <p:cNvSpPr/>
          <p:nvPr/>
        </p:nvSpPr>
        <p:spPr>
          <a:xfrm>
            <a:off x="5935437" y="3631342"/>
            <a:ext cx="147837" cy="146889"/>
          </a:xfrm>
          <a:prstGeom prst="ellipse">
            <a:avLst/>
          </a:prstGeom>
          <a:solidFill>
            <a:srgbClr val="FFD579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770E5B-DD36-6008-5030-C15BCE7C0FBE}"/>
              </a:ext>
            </a:extLst>
          </p:cNvPr>
          <p:cNvSpPr/>
          <p:nvPr/>
        </p:nvSpPr>
        <p:spPr>
          <a:xfrm>
            <a:off x="5932199" y="3833035"/>
            <a:ext cx="147837" cy="148661"/>
          </a:xfrm>
          <a:prstGeom prst="ellipse">
            <a:avLst/>
          </a:prstGeom>
          <a:solidFill>
            <a:srgbClr val="FFFC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D4220D-15AB-EDB4-9C6C-FC9715A7C52D}"/>
              </a:ext>
            </a:extLst>
          </p:cNvPr>
          <p:cNvSpPr/>
          <p:nvPr/>
        </p:nvSpPr>
        <p:spPr>
          <a:xfrm>
            <a:off x="5932199" y="4035289"/>
            <a:ext cx="147837" cy="146889"/>
          </a:xfrm>
          <a:prstGeom prst="ellipse">
            <a:avLst/>
          </a:prstGeom>
          <a:solidFill>
            <a:srgbClr val="FF85FF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80DA59A-218A-77B3-F83D-B897B780876D}"/>
              </a:ext>
            </a:extLst>
          </p:cNvPr>
          <p:cNvSpPr/>
          <p:nvPr/>
        </p:nvSpPr>
        <p:spPr>
          <a:xfrm>
            <a:off x="3865208" y="3181354"/>
            <a:ext cx="147837" cy="158308"/>
          </a:xfrm>
          <a:prstGeom prst="ellipse">
            <a:avLst/>
          </a:prstGeom>
          <a:solidFill>
            <a:schemeClr val="accent6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29D8D4-C56C-E1BC-F423-C98504167FC3}"/>
              </a:ext>
            </a:extLst>
          </p:cNvPr>
          <p:cNvSpPr/>
          <p:nvPr/>
        </p:nvSpPr>
        <p:spPr>
          <a:xfrm>
            <a:off x="4311974" y="3488063"/>
            <a:ext cx="372234" cy="159846"/>
          </a:xfrm>
          <a:prstGeom prst="rect">
            <a:avLst/>
          </a:prstGeom>
          <a:solidFill>
            <a:srgbClr val="009193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4D9CF2-A94C-6DD9-7416-5285DF3CF37A}"/>
              </a:ext>
            </a:extLst>
          </p:cNvPr>
          <p:cNvSpPr/>
          <p:nvPr/>
        </p:nvSpPr>
        <p:spPr>
          <a:xfrm>
            <a:off x="4311974" y="3691811"/>
            <a:ext cx="372234" cy="159846"/>
          </a:xfrm>
          <a:prstGeom prst="rect">
            <a:avLst/>
          </a:prstGeom>
          <a:solidFill>
            <a:schemeClr val="tx2">
              <a:lumMod val="50000"/>
              <a:lumOff val="5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3B03E1-45CC-10C5-55F2-FB9755A0612D}"/>
              </a:ext>
            </a:extLst>
          </p:cNvPr>
          <p:cNvSpPr/>
          <p:nvPr/>
        </p:nvSpPr>
        <p:spPr>
          <a:xfrm>
            <a:off x="4311974" y="3895559"/>
            <a:ext cx="372234" cy="159846"/>
          </a:xfrm>
          <a:prstGeom prst="rect">
            <a:avLst/>
          </a:prstGeom>
          <a:solidFill>
            <a:srgbClr val="FF7E79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95393F-F491-26B7-7853-9BCDA1C4320F}"/>
              </a:ext>
            </a:extLst>
          </p:cNvPr>
          <p:cNvSpPr/>
          <p:nvPr/>
        </p:nvSpPr>
        <p:spPr>
          <a:xfrm>
            <a:off x="5931902" y="3054041"/>
            <a:ext cx="147837" cy="153313"/>
          </a:xfrm>
          <a:prstGeom prst="ellipse">
            <a:avLst/>
          </a:prstGeom>
          <a:solidFill>
            <a:srgbClr val="009193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AC0320C-90B4-C1D2-3382-01A3840551F3}"/>
              </a:ext>
            </a:extLst>
          </p:cNvPr>
          <p:cNvSpPr/>
          <p:nvPr/>
        </p:nvSpPr>
        <p:spPr>
          <a:xfrm>
            <a:off x="5779152" y="3245544"/>
            <a:ext cx="147837" cy="153313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D92E38-3360-0730-3901-D5677FD1649B}"/>
              </a:ext>
            </a:extLst>
          </p:cNvPr>
          <p:cNvSpPr/>
          <p:nvPr/>
        </p:nvSpPr>
        <p:spPr>
          <a:xfrm>
            <a:off x="6079739" y="3251082"/>
            <a:ext cx="147837" cy="153313"/>
          </a:xfrm>
          <a:prstGeom prst="ellipse">
            <a:avLst/>
          </a:prstGeom>
          <a:solidFill>
            <a:srgbClr val="009193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41A6451-7669-EF9B-62EF-773C8358D672}"/>
              </a:ext>
            </a:extLst>
          </p:cNvPr>
          <p:cNvCxnSpPr>
            <a:cxnSpLocks/>
          </p:cNvCxnSpPr>
          <p:nvPr/>
        </p:nvCxnSpPr>
        <p:spPr>
          <a:xfrm flipV="1">
            <a:off x="5908514" y="3207354"/>
            <a:ext cx="100482" cy="6064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D17304D-A9F3-58CE-715C-AF402E20F4F8}"/>
              </a:ext>
            </a:extLst>
          </p:cNvPr>
          <p:cNvCxnSpPr>
            <a:cxnSpLocks/>
          </p:cNvCxnSpPr>
          <p:nvPr/>
        </p:nvCxnSpPr>
        <p:spPr>
          <a:xfrm>
            <a:off x="6008524" y="3207354"/>
            <a:ext cx="89690" cy="6618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09CCEE5-E2CB-CF79-17AE-5622FE94C7DE}"/>
              </a:ext>
            </a:extLst>
          </p:cNvPr>
          <p:cNvSpPr txBox="1"/>
          <p:nvPr/>
        </p:nvSpPr>
        <p:spPr>
          <a:xfrm>
            <a:off x="5708159" y="3581471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A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0E6B9D-F206-0306-BDBB-A19346542D31}"/>
              </a:ext>
            </a:extLst>
          </p:cNvPr>
          <p:cNvSpPr txBox="1"/>
          <p:nvPr/>
        </p:nvSpPr>
        <p:spPr>
          <a:xfrm>
            <a:off x="5702697" y="3781560"/>
            <a:ext cx="23222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B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A358F8-300A-BEF2-BB1F-3A4D988564D1}"/>
              </a:ext>
            </a:extLst>
          </p:cNvPr>
          <p:cNvSpPr txBox="1"/>
          <p:nvPr/>
        </p:nvSpPr>
        <p:spPr>
          <a:xfrm>
            <a:off x="5699165" y="3987432"/>
            <a:ext cx="23222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ED26B7-D5A7-17A6-9649-7AEA5D247842}"/>
              </a:ext>
            </a:extLst>
          </p:cNvPr>
          <p:cNvSpPr txBox="1"/>
          <p:nvPr/>
        </p:nvSpPr>
        <p:spPr>
          <a:xfrm>
            <a:off x="3701853" y="2821046"/>
            <a:ext cx="98256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 Model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3" name="Striped Right Arrow 22">
            <a:extLst>
              <a:ext uri="{FF2B5EF4-FFF2-40B4-BE49-F238E27FC236}">
                <a16:creationId xmlns:a16="http://schemas.microsoft.com/office/drawing/2014/main" id="{0DBA7979-E064-7BAE-949F-7BB9E4D4F599}"/>
              </a:ext>
            </a:extLst>
          </p:cNvPr>
          <p:cNvSpPr/>
          <p:nvPr/>
        </p:nvSpPr>
        <p:spPr>
          <a:xfrm>
            <a:off x="3325073" y="3216030"/>
            <a:ext cx="512623" cy="93947"/>
          </a:xfrm>
          <a:prstGeom prst="stripedRightArrow">
            <a:avLst/>
          </a:prstGeom>
          <a:solidFill>
            <a:srgbClr val="009193">
              <a:alpha val="80000"/>
            </a:srgbClr>
          </a:solidFill>
          <a:ln w="12700">
            <a:solidFill>
              <a:srgbClr val="009193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E33CFF-72A5-D051-A3CA-BBC3A96A627F}"/>
              </a:ext>
            </a:extLst>
          </p:cNvPr>
          <p:cNvSpPr txBox="1"/>
          <p:nvPr/>
        </p:nvSpPr>
        <p:spPr>
          <a:xfrm>
            <a:off x="4096499" y="3445633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X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58B2C7-606E-001B-077C-7541509FA421}"/>
              </a:ext>
            </a:extLst>
          </p:cNvPr>
          <p:cNvSpPr txBox="1"/>
          <p:nvPr/>
        </p:nvSpPr>
        <p:spPr>
          <a:xfrm>
            <a:off x="4091252" y="3649338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Y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1CE321-32BB-1E60-8966-0068FA59A595}"/>
              </a:ext>
            </a:extLst>
          </p:cNvPr>
          <p:cNvSpPr txBox="1"/>
          <p:nvPr/>
        </p:nvSpPr>
        <p:spPr>
          <a:xfrm>
            <a:off x="4091252" y="3848391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Z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A4ECD8-A2D8-DB6A-59E3-7939BE8E14DA}"/>
              </a:ext>
            </a:extLst>
          </p:cNvPr>
          <p:cNvSpPr txBox="1"/>
          <p:nvPr/>
        </p:nvSpPr>
        <p:spPr>
          <a:xfrm>
            <a:off x="3954204" y="3139892"/>
            <a:ext cx="98256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New Service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62BB00C-8C2A-C556-7635-1B21CCA243ED}"/>
              </a:ext>
            </a:extLst>
          </p:cNvPr>
          <p:cNvCxnSpPr>
            <a:cxnSpLocks/>
          </p:cNvCxnSpPr>
          <p:nvPr/>
        </p:nvCxnSpPr>
        <p:spPr>
          <a:xfrm>
            <a:off x="4767718" y="3275785"/>
            <a:ext cx="934171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017FB31-55B9-C593-0482-9CB59049AB1D}"/>
              </a:ext>
            </a:extLst>
          </p:cNvPr>
          <p:cNvCxnSpPr>
            <a:cxnSpLocks/>
          </p:cNvCxnSpPr>
          <p:nvPr/>
        </p:nvCxnSpPr>
        <p:spPr>
          <a:xfrm>
            <a:off x="4784019" y="3815877"/>
            <a:ext cx="917870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CA1CDC3-A413-5EF0-131A-1926026DA6D3}"/>
              </a:ext>
            </a:extLst>
          </p:cNvPr>
          <p:cNvSpPr/>
          <p:nvPr/>
        </p:nvSpPr>
        <p:spPr>
          <a:xfrm>
            <a:off x="7035526" y="2799417"/>
            <a:ext cx="1003666" cy="1564107"/>
          </a:xfrm>
          <a:prstGeom prst="round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18E2E88-ECBD-345B-F9E3-AD5B265F7D43}"/>
              </a:ext>
            </a:extLst>
          </p:cNvPr>
          <p:cNvSpPr/>
          <p:nvPr/>
        </p:nvSpPr>
        <p:spPr>
          <a:xfrm>
            <a:off x="7456756" y="3675302"/>
            <a:ext cx="147837" cy="145828"/>
          </a:xfrm>
          <a:prstGeom prst="ellipse">
            <a:avLst/>
          </a:prstGeom>
          <a:solidFill>
            <a:srgbClr val="FFD579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466CD70-CD14-8F1F-441F-60BEC7C161C4}"/>
              </a:ext>
            </a:extLst>
          </p:cNvPr>
          <p:cNvSpPr/>
          <p:nvPr/>
        </p:nvSpPr>
        <p:spPr>
          <a:xfrm>
            <a:off x="7458011" y="3869286"/>
            <a:ext cx="147837" cy="145828"/>
          </a:xfrm>
          <a:prstGeom prst="ellipse">
            <a:avLst/>
          </a:prstGeom>
          <a:solidFill>
            <a:srgbClr val="FFFC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0CD259C-BB33-2BFE-3FCD-9001C913ECC0}"/>
              </a:ext>
            </a:extLst>
          </p:cNvPr>
          <p:cNvSpPr/>
          <p:nvPr/>
        </p:nvSpPr>
        <p:spPr>
          <a:xfrm>
            <a:off x="7458010" y="4078165"/>
            <a:ext cx="147837" cy="145828"/>
          </a:xfrm>
          <a:prstGeom prst="ellipse">
            <a:avLst/>
          </a:prstGeom>
          <a:solidFill>
            <a:schemeClr val="bg1">
              <a:lumMod val="65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924C61-0BD6-C737-FFE5-44B6D33BB011}"/>
              </a:ext>
            </a:extLst>
          </p:cNvPr>
          <p:cNvSpPr txBox="1"/>
          <p:nvPr/>
        </p:nvSpPr>
        <p:spPr>
          <a:xfrm>
            <a:off x="6501593" y="3385820"/>
            <a:ext cx="41815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Diff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4875FE-5FE0-62FB-A599-D851812F8F5F}"/>
              </a:ext>
            </a:extLst>
          </p:cNvPr>
          <p:cNvSpPr txBox="1"/>
          <p:nvPr/>
        </p:nvSpPr>
        <p:spPr>
          <a:xfrm>
            <a:off x="4752491" y="3305185"/>
            <a:ext cx="98256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Create Config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C2F288-4FBF-8114-93BD-3371E685B6E7}"/>
              </a:ext>
            </a:extLst>
          </p:cNvPr>
          <p:cNvSpPr txBox="1"/>
          <p:nvPr/>
        </p:nvSpPr>
        <p:spPr>
          <a:xfrm>
            <a:off x="4694998" y="3835592"/>
            <a:ext cx="109304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Calculate &amp; Set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03D735-D538-EFD3-CEAB-709D2C88B460}"/>
              </a:ext>
            </a:extLst>
          </p:cNvPr>
          <p:cNvSpPr txBox="1"/>
          <p:nvPr/>
        </p:nvSpPr>
        <p:spPr>
          <a:xfrm>
            <a:off x="5000252" y="2820677"/>
            <a:ext cx="13441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“New” Device Model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CB438AE-92B3-017C-FC4F-1C74803153B3}"/>
              </a:ext>
            </a:extLst>
          </p:cNvPr>
          <p:cNvSpPr/>
          <p:nvPr/>
        </p:nvSpPr>
        <p:spPr>
          <a:xfrm>
            <a:off x="7458011" y="3240772"/>
            <a:ext cx="147837" cy="153313"/>
          </a:xfrm>
          <a:prstGeom prst="ellipse">
            <a:avLst/>
          </a:prstGeom>
          <a:solidFill>
            <a:srgbClr val="009193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9061CCF-3503-5AB2-0FFF-D289B335F937}"/>
              </a:ext>
            </a:extLst>
          </p:cNvPr>
          <p:cNvSpPr/>
          <p:nvPr/>
        </p:nvSpPr>
        <p:spPr>
          <a:xfrm>
            <a:off x="7305261" y="3432275"/>
            <a:ext cx="147837" cy="153313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D3042CE-145C-68B3-1052-6630B2416A1A}"/>
              </a:ext>
            </a:extLst>
          </p:cNvPr>
          <p:cNvSpPr/>
          <p:nvPr/>
        </p:nvSpPr>
        <p:spPr>
          <a:xfrm>
            <a:off x="7605848" y="3437813"/>
            <a:ext cx="147837" cy="153313"/>
          </a:xfrm>
          <a:prstGeom prst="ellipse">
            <a:avLst/>
          </a:prstGeom>
          <a:solidFill>
            <a:srgbClr val="009193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DFA7110-551C-0511-4F55-D04242724372}"/>
              </a:ext>
            </a:extLst>
          </p:cNvPr>
          <p:cNvCxnSpPr>
            <a:cxnSpLocks/>
          </p:cNvCxnSpPr>
          <p:nvPr/>
        </p:nvCxnSpPr>
        <p:spPr>
          <a:xfrm flipV="1">
            <a:off x="7434623" y="3394085"/>
            <a:ext cx="100482" cy="6064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EB5ECD9-CADD-CA04-4C7C-0CB9C4436268}"/>
              </a:ext>
            </a:extLst>
          </p:cNvPr>
          <p:cNvCxnSpPr>
            <a:cxnSpLocks/>
          </p:cNvCxnSpPr>
          <p:nvPr/>
        </p:nvCxnSpPr>
        <p:spPr>
          <a:xfrm>
            <a:off x="7534633" y="3394085"/>
            <a:ext cx="89690" cy="6618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A065393-E80F-EE28-D7E1-83561995F539}"/>
              </a:ext>
            </a:extLst>
          </p:cNvPr>
          <p:cNvSpPr txBox="1"/>
          <p:nvPr/>
        </p:nvSpPr>
        <p:spPr>
          <a:xfrm>
            <a:off x="6856959" y="2822347"/>
            <a:ext cx="136526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Existing Device Model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8B1730C-688F-AC76-4523-A550F73D7ABC}"/>
              </a:ext>
            </a:extLst>
          </p:cNvPr>
          <p:cNvSpPr/>
          <p:nvPr/>
        </p:nvSpPr>
        <p:spPr>
          <a:xfrm>
            <a:off x="8659453" y="2799417"/>
            <a:ext cx="659838" cy="1564107"/>
          </a:xfrm>
          <a:prstGeom prst="round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9D01594-395E-4377-D301-2964014FA0B3}"/>
              </a:ext>
            </a:extLst>
          </p:cNvPr>
          <p:cNvSpPr/>
          <p:nvPr/>
        </p:nvSpPr>
        <p:spPr>
          <a:xfrm>
            <a:off x="8728870" y="3815877"/>
            <a:ext cx="147837" cy="148756"/>
          </a:xfrm>
          <a:prstGeom prst="ellipse">
            <a:avLst/>
          </a:prstGeom>
          <a:solidFill>
            <a:srgbClr val="FF85FF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4E25F8-EBE6-C945-DEB1-49829CC16891}"/>
              </a:ext>
            </a:extLst>
          </p:cNvPr>
          <p:cNvSpPr txBox="1"/>
          <p:nvPr/>
        </p:nvSpPr>
        <p:spPr>
          <a:xfrm>
            <a:off x="8594559" y="3557230"/>
            <a:ext cx="4378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Set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49" name="Rounded Rectangular Callout 48">
            <a:extLst>
              <a:ext uri="{FF2B5EF4-FFF2-40B4-BE49-F238E27FC236}">
                <a16:creationId xmlns:a16="http://schemas.microsoft.com/office/drawing/2014/main" id="{D93B6F9C-AD01-CA5D-2455-A9980F898D3F}"/>
              </a:ext>
            </a:extLst>
          </p:cNvPr>
          <p:cNvSpPr/>
          <p:nvPr/>
        </p:nvSpPr>
        <p:spPr>
          <a:xfrm>
            <a:off x="3576874" y="1907724"/>
            <a:ext cx="1792656" cy="671118"/>
          </a:xfrm>
          <a:prstGeom prst="wedgeRoundRectCallout">
            <a:avLst/>
          </a:prstGeom>
          <a:noFill/>
          <a:ln w="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</a:rPr>
              <a:t>1. The create method is called as if the service is created from scratch</a:t>
            </a:r>
          </a:p>
        </p:txBody>
      </p:sp>
      <p:sp>
        <p:nvSpPr>
          <p:cNvPr id="50" name="Rounded Rectangular Callout 49">
            <a:extLst>
              <a:ext uri="{FF2B5EF4-FFF2-40B4-BE49-F238E27FC236}">
                <a16:creationId xmlns:a16="http://schemas.microsoft.com/office/drawing/2014/main" id="{22A247C2-787B-1B67-6052-1686CA843DDD}"/>
              </a:ext>
            </a:extLst>
          </p:cNvPr>
          <p:cNvSpPr/>
          <p:nvPr/>
        </p:nvSpPr>
        <p:spPr>
          <a:xfrm>
            <a:off x="6015132" y="1907724"/>
            <a:ext cx="1614679" cy="671118"/>
          </a:xfrm>
          <a:prstGeom prst="wedgeRoundRectCallout">
            <a:avLst/>
          </a:prstGeom>
          <a:noFill/>
          <a:ln w="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</a:rPr>
              <a:t>2. FastMap makes the diff with existing device configuration</a:t>
            </a:r>
          </a:p>
        </p:txBody>
      </p:sp>
      <p:sp>
        <p:nvSpPr>
          <p:cNvPr id="51" name="Rounded Rectangular Callout 50">
            <a:extLst>
              <a:ext uri="{FF2B5EF4-FFF2-40B4-BE49-F238E27FC236}">
                <a16:creationId xmlns:a16="http://schemas.microsoft.com/office/drawing/2014/main" id="{486D6502-32A4-E426-9698-6C7523DA6831}"/>
              </a:ext>
            </a:extLst>
          </p:cNvPr>
          <p:cNvSpPr/>
          <p:nvPr/>
        </p:nvSpPr>
        <p:spPr>
          <a:xfrm>
            <a:off x="7753685" y="1907724"/>
            <a:ext cx="1614679" cy="671118"/>
          </a:xfrm>
          <a:prstGeom prst="wedgeRoundRectCallout">
            <a:avLst/>
          </a:prstGeom>
          <a:noFill/>
          <a:ln w="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</a:rPr>
              <a:t>3. The result of the diff is applied</a:t>
            </a:r>
          </a:p>
        </p:txBody>
      </p:sp>
      <p:sp>
        <p:nvSpPr>
          <p:cNvPr id="52" name="Left-Right Arrow 51">
            <a:extLst>
              <a:ext uri="{FF2B5EF4-FFF2-40B4-BE49-F238E27FC236}">
                <a16:creationId xmlns:a16="http://schemas.microsoft.com/office/drawing/2014/main" id="{74FEC0D4-4CEF-66A4-8B1E-D220C0A93FAA}"/>
              </a:ext>
            </a:extLst>
          </p:cNvPr>
          <p:cNvSpPr/>
          <p:nvPr/>
        </p:nvSpPr>
        <p:spPr>
          <a:xfrm>
            <a:off x="6455889" y="3591126"/>
            <a:ext cx="512606" cy="77491"/>
          </a:xfrm>
          <a:prstGeom prst="leftRightArrow">
            <a:avLst/>
          </a:prstGeom>
          <a:solidFill>
            <a:srgbClr val="FF7E79">
              <a:alpha val="80000"/>
            </a:srgbClr>
          </a:solidFill>
          <a:ln>
            <a:solidFill>
              <a:srgbClr val="FF7E7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9C11E50D-FB4F-464B-171D-D73910B40541}"/>
              </a:ext>
            </a:extLst>
          </p:cNvPr>
          <p:cNvSpPr/>
          <p:nvPr/>
        </p:nvSpPr>
        <p:spPr>
          <a:xfrm>
            <a:off x="8102674" y="3861801"/>
            <a:ext cx="493296" cy="71153"/>
          </a:xfrm>
          <a:prstGeom prst="rightArrow">
            <a:avLst/>
          </a:prstGeom>
          <a:solidFill>
            <a:srgbClr val="FF7E79">
              <a:alpha val="80000"/>
            </a:srgbClr>
          </a:solidFill>
          <a:ln>
            <a:solidFill>
              <a:srgbClr val="FF7E7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5941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16703C-3403-F105-F27D-BAB098367751}"/>
              </a:ext>
            </a:extLst>
          </p:cNvPr>
          <p:cNvSpPr/>
          <p:nvPr/>
        </p:nvSpPr>
        <p:spPr>
          <a:xfrm>
            <a:off x="3865207" y="876100"/>
            <a:ext cx="4220769" cy="1689759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519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01273F7-056B-2FEE-7DCA-BA436E00D6C2}"/>
              </a:ext>
            </a:extLst>
          </p:cNvPr>
          <p:cNvSpPr/>
          <p:nvPr/>
        </p:nvSpPr>
        <p:spPr>
          <a:xfrm>
            <a:off x="4251351" y="1016816"/>
            <a:ext cx="2381764" cy="1238250"/>
          </a:xfrm>
          <a:prstGeom prst="round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A197F8-DC8D-8EA8-3F79-147EEAE28D83}"/>
              </a:ext>
            </a:extLst>
          </p:cNvPr>
          <p:cNvSpPr/>
          <p:nvPr/>
        </p:nvSpPr>
        <p:spPr>
          <a:xfrm>
            <a:off x="5913617" y="1110139"/>
            <a:ext cx="509498" cy="876432"/>
          </a:xfrm>
          <a:prstGeom prst="rect">
            <a:avLst/>
          </a:prstGeom>
          <a:solidFill>
            <a:srgbClr val="009193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36EAA6B-C0CC-B4BE-7D92-E4CBF91626AA}"/>
              </a:ext>
            </a:extLst>
          </p:cNvPr>
          <p:cNvSpPr/>
          <p:nvPr/>
        </p:nvSpPr>
        <p:spPr>
          <a:xfrm>
            <a:off x="5989528" y="1197997"/>
            <a:ext cx="147837" cy="143904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A6E0BF-9C88-D06B-427D-23727D3DAA72}"/>
              </a:ext>
            </a:extLst>
          </p:cNvPr>
          <p:cNvSpPr/>
          <p:nvPr/>
        </p:nvSpPr>
        <p:spPr>
          <a:xfrm>
            <a:off x="6222268" y="1360832"/>
            <a:ext cx="147837" cy="143904"/>
          </a:xfrm>
          <a:prstGeom prst="ellipse">
            <a:avLst/>
          </a:prstGeom>
          <a:solidFill>
            <a:srgbClr val="FFD579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887D763-7EEB-2C02-2A44-70A0F44AA66C}"/>
              </a:ext>
            </a:extLst>
          </p:cNvPr>
          <p:cNvSpPr/>
          <p:nvPr/>
        </p:nvSpPr>
        <p:spPr>
          <a:xfrm>
            <a:off x="6219030" y="1564297"/>
            <a:ext cx="147837" cy="143904"/>
          </a:xfrm>
          <a:prstGeom prst="ellipse">
            <a:avLst/>
          </a:prstGeom>
          <a:solidFill>
            <a:srgbClr val="FFFC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506E43-4DA5-4EF0-C207-AD7F6568FD6B}"/>
              </a:ext>
            </a:extLst>
          </p:cNvPr>
          <p:cNvSpPr/>
          <p:nvPr/>
        </p:nvSpPr>
        <p:spPr>
          <a:xfrm>
            <a:off x="6219030" y="1764779"/>
            <a:ext cx="147837" cy="143904"/>
          </a:xfrm>
          <a:prstGeom prst="ellipse">
            <a:avLst/>
          </a:prstGeom>
          <a:solidFill>
            <a:schemeClr val="bg1">
              <a:lumMod val="65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7B9DB78-5CC7-3628-60CF-0B23421AC2E2}"/>
              </a:ext>
            </a:extLst>
          </p:cNvPr>
          <p:cNvSpPr/>
          <p:nvPr/>
        </p:nvSpPr>
        <p:spPr>
          <a:xfrm>
            <a:off x="4513885" y="1341901"/>
            <a:ext cx="147837" cy="153312"/>
          </a:xfrm>
          <a:prstGeom prst="ellipse">
            <a:avLst/>
          </a:prstGeom>
          <a:solidFill>
            <a:schemeClr val="accent6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3C4B37-B65E-0AE8-FC11-BFAA7A545C2D}"/>
              </a:ext>
            </a:extLst>
          </p:cNvPr>
          <p:cNvSpPr/>
          <p:nvPr/>
        </p:nvSpPr>
        <p:spPr>
          <a:xfrm>
            <a:off x="5000407" y="1548355"/>
            <a:ext cx="372234" cy="159846"/>
          </a:xfrm>
          <a:prstGeom prst="rect">
            <a:avLst/>
          </a:prstGeom>
          <a:solidFill>
            <a:srgbClr val="009193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A7097D-C0F9-FBB0-AB35-2F31AC94A114}"/>
              </a:ext>
            </a:extLst>
          </p:cNvPr>
          <p:cNvSpPr/>
          <p:nvPr/>
        </p:nvSpPr>
        <p:spPr>
          <a:xfrm>
            <a:off x="5000407" y="1752103"/>
            <a:ext cx="372234" cy="159846"/>
          </a:xfrm>
          <a:prstGeom prst="rect">
            <a:avLst/>
          </a:prstGeom>
          <a:solidFill>
            <a:schemeClr val="tx2">
              <a:lumMod val="50000"/>
              <a:lumOff val="5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AAC24F-8D11-78D8-2909-856AEA335689}"/>
              </a:ext>
            </a:extLst>
          </p:cNvPr>
          <p:cNvSpPr/>
          <p:nvPr/>
        </p:nvSpPr>
        <p:spPr>
          <a:xfrm>
            <a:off x="5000407" y="1955851"/>
            <a:ext cx="372234" cy="159846"/>
          </a:xfrm>
          <a:prstGeom prst="rect">
            <a:avLst/>
          </a:prstGeom>
          <a:solidFill>
            <a:srgbClr val="FF7E79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A3CDF61-5FE4-6A31-FBF2-2B247EA2D603}"/>
              </a:ext>
            </a:extLst>
          </p:cNvPr>
          <p:cNvSpPr/>
          <p:nvPr/>
        </p:nvSpPr>
        <p:spPr>
          <a:xfrm>
            <a:off x="7569698" y="1887663"/>
            <a:ext cx="147837" cy="146053"/>
          </a:xfrm>
          <a:prstGeom prst="ellipse">
            <a:avLst/>
          </a:prstGeom>
          <a:solidFill>
            <a:srgbClr val="FFD579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C72B162-7151-3360-5A72-ADB2EAFB667C}"/>
              </a:ext>
            </a:extLst>
          </p:cNvPr>
          <p:cNvSpPr/>
          <p:nvPr/>
        </p:nvSpPr>
        <p:spPr>
          <a:xfrm>
            <a:off x="7566460" y="2091103"/>
            <a:ext cx="147837" cy="146078"/>
          </a:xfrm>
          <a:prstGeom prst="ellipse">
            <a:avLst/>
          </a:prstGeom>
          <a:solidFill>
            <a:srgbClr val="FFFC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A2732D1-E5D2-D1C5-BEA5-1ABE6E7F4A5A}"/>
              </a:ext>
            </a:extLst>
          </p:cNvPr>
          <p:cNvSpPr/>
          <p:nvPr/>
        </p:nvSpPr>
        <p:spPr>
          <a:xfrm>
            <a:off x="7566460" y="2294568"/>
            <a:ext cx="147837" cy="143095"/>
          </a:xfrm>
          <a:prstGeom prst="ellipse">
            <a:avLst/>
          </a:prstGeom>
          <a:solidFill>
            <a:schemeClr val="bg1">
              <a:lumMod val="65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108DD3-24C2-0945-8C45-86294F7C8B20}"/>
              </a:ext>
            </a:extLst>
          </p:cNvPr>
          <p:cNvCxnSpPr>
            <a:cxnSpLocks/>
          </p:cNvCxnSpPr>
          <p:nvPr/>
        </p:nvCxnSpPr>
        <p:spPr>
          <a:xfrm flipV="1">
            <a:off x="4661722" y="1259705"/>
            <a:ext cx="1251895" cy="143904"/>
          </a:xfrm>
          <a:prstGeom prst="straightConnector1">
            <a:avLst/>
          </a:prstGeom>
          <a:ln w="12700">
            <a:solidFill>
              <a:schemeClr val="accent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9A92F35-0D43-9084-DA46-E50911D8095E}"/>
              </a:ext>
            </a:extLst>
          </p:cNvPr>
          <p:cNvSpPr/>
          <p:nvPr/>
        </p:nvSpPr>
        <p:spPr>
          <a:xfrm>
            <a:off x="7571373" y="1397992"/>
            <a:ext cx="147837" cy="153313"/>
          </a:xfrm>
          <a:prstGeom prst="ellipse">
            <a:avLst/>
          </a:prstGeom>
          <a:solidFill>
            <a:srgbClr val="009193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0D4CF1D-906F-B263-B41C-1A51A8B233A3}"/>
              </a:ext>
            </a:extLst>
          </p:cNvPr>
          <p:cNvSpPr/>
          <p:nvPr/>
        </p:nvSpPr>
        <p:spPr>
          <a:xfrm>
            <a:off x="7418623" y="1589495"/>
            <a:ext cx="147837" cy="153313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008B232-447C-1977-8950-FA5AD7E96035}"/>
              </a:ext>
            </a:extLst>
          </p:cNvPr>
          <p:cNvSpPr/>
          <p:nvPr/>
        </p:nvSpPr>
        <p:spPr>
          <a:xfrm>
            <a:off x="7719210" y="1595033"/>
            <a:ext cx="147837" cy="153313"/>
          </a:xfrm>
          <a:prstGeom prst="ellipse">
            <a:avLst/>
          </a:prstGeom>
          <a:solidFill>
            <a:srgbClr val="009193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F4D63F-2E3C-E792-1FC9-EB5565E8EEC0}"/>
              </a:ext>
            </a:extLst>
          </p:cNvPr>
          <p:cNvCxnSpPr>
            <a:cxnSpLocks/>
            <a:stCxn id="21" idx="7"/>
            <a:endCxn id="20" idx="4"/>
          </p:cNvCxnSpPr>
          <p:nvPr/>
        </p:nvCxnSpPr>
        <p:spPr>
          <a:xfrm flipV="1">
            <a:off x="7544810" y="1551305"/>
            <a:ext cx="100482" cy="6064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6C029A-67C2-B0E0-0F92-845257905DE8}"/>
              </a:ext>
            </a:extLst>
          </p:cNvPr>
          <p:cNvCxnSpPr>
            <a:cxnSpLocks/>
            <a:stCxn id="20" idx="4"/>
            <a:endCxn id="22" idx="1"/>
          </p:cNvCxnSpPr>
          <p:nvPr/>
        </p:nvCxnSpPr>
        <p:spPr>
          <a:xfrm>
            <a:off x="7645292" y="1551305"/>
            <a:ext cx="95568" cy="6618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52A76EB-331F-808D-B4A6-3EF2C0C01B70}"/>
              </a:ext>
            </a:extLst>
          </p:cNvPr>
          <p:cNvSpPr txBox="1"/>
          <p:nvPr/>
        </p:nvSpPr>
        <p:spPr>
          <a:xfrm rot="713018">
            <a:off x="6690666" y="1334379"/>
            <a:ext cx="56959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Delete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AE9DA3-FB6E-80D1-BE55-AEE8A2C9E893}"/>
              </a:ext>
            </a:extLst>
          </p:cNvPr>
          <p:cNvSpPr txBox="1"/>
          <p:nvPr/>
        </p:nvSpPr>
        <p:spPr>
          <a:xfrm>
            <a:off x="7675010" y="1834661"/>
            <a:ext cx="3746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A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3CCAE5-3178-67E1-8D5E-5FE9E0997179}"/>
              </a:ext>
            </a:extLst>
          </p:cNvPr>
          <p:cNvSpPr txBox="1"/>
          <p:nvPr/>
        </p:nvSpPr>
        <p:spPr>
          <a:xfrm>
            <a:off x="7675010" y="2033716"/>
            <a:ext cx="3746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B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A255D2-E024-C855-32FC-E09315779001}"/>
              </a:ext>
            </a:extLst>
          </p:cNvPr>
          <p:cNvSpPr txBox="1"/>
          <p:nvPr/>
        </p:nvSpPr>
        <p:spPr>
          <a:xfrm>
            <a:off x="7675010" y="2228723"/>
            <a:ext cx="3746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432309-00A3-2262-DBDB-7E7C4ADCEE24}"/>
              </a:ext>
            </a:extLst>
          </p:cNvPr>
          <p:cNvSpPr txBox="1"/>
          <p:nvPr/>
        </p:nvSpPr>
        <p:spPr>
          <a:xfrm>
            <a:off x="4450131" y="1083264"/>
            <a:ext cx="98256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 Model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0" name="Striped Right Arrow 29">
            <a:extLst>
              <a:ext uri="{FF2B5EF4-FFF2-40B4-BE49-F238E27FC236}">
                <a16:creationId xmlns:a16="http://schemas.microsoft.com/office/drawing/2014/main" id="{3DBD466E-5DDF-7278-5D5E-CBA644C38AB5}"/>
              </a:ext>
            </a:extLst>
          </p:cNvPr>
          <p:cNvSpPr/>
          <p:nvPr/>
        </p:nvSpPr>
        <p:spPr>
          <a:xfrm>
            <a:off x="3973750" y="1371582"/>
            <a:ext cx="512623" cy="93947"/>
          </a:xfrm>
          <a:prstGeom prst="stripedRightArrow">
            <a:avLst/>
          </a:prstGeom>
          <a:solidFill>
            <a:srgbClr val="009193">
              <a:alpha val="80000"/>
            </a:srgbClr>
          </a:solidFill>
          <a:ln w="12700">
            <a:solidFill>
              <a:srgbClr val="009193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CB3F42-1395-E610-98EE-5DE0B487603A}"/>
              </a:ext>
            </a:extLst>
          </p:cNvPr>
          <p:cNvSpPr txBox="1"/>
          <p:nvPr/>
        </p:nvSpPr>
        <p:spPr>
          <a:xfrm>
            <a:off x="7149096" y="1123048"/>
            <a:ext cx="9362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Model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DDCB55-456A-6894-09BB-8A73AABB9525}"/>
              </a:ext>
            </a:extLst>
          </p:cNvPr>
          <p:cNvSpPr txBox="1"/>
          <p:nvPr/>
        </p:nvSpPr>
        <p:spPr>
          <a:xfrm>
            <a:off x="4784932" y="1505925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X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3DA9BE-D3AB-C239-7BB4-8FB3278AE542}"/>
              </a:ext>
            </a:extLst>
          </p:cNvPr>
          <p:cNvSpPr txBox="1"/>
          <p:nvPr/>
        </p:nvSpPr>
        <p:spPr>
          <a:xfrm>
            <a:off x="4779685" y="1709630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Y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7BD9CF-D780-C995-EB89-88F45198014B}"/>
              </a:ext>
            </a:extLst>
          </p:cNvPr>
          <p:cNvSpPr txBox="1"/>
          <p:nvPr/>
        </p:nvSpPr>
        <p:spPr>
          <a:xfrm>
            <a:off x="4779685" y="1908683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Z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0BE0871-CFE0-53F1-F3C5-C3D931505958}"/>
              </a:ext>
            </a:extLst>
          </p:cNvPr>
          <p:cNvSpPr/>
          <p:nvPr/>
        </p:nvSpPr>
        <p:spPr>
          <a:xfrm>
            <a:off x="3212392" y="2920625"/>
            <a:ext cx="5402449" cy="1923075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19519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750A7A5-BADF-2FE1-18E7-1D4AEE1A1012}"/>
              </a:ext>
            </a:extLst>
          </p:cNvPr>
          <p:cNvSpPr/>
          <p:nvPr/>
        </p:nvSpPr>
        <p:spPr>
          <a:xfrm>
            <a:off x="3612167" y="3127597"/>
            <a:ext cx="2813174" cy="1564107"/>
          </a:xfrm>
          <a:prstGeom prst="round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458B3E3-7381-C6AE-3FF0-21B2B07E3FA8}"/>
              </a:ext>
            </a:extLst>
          </p:cNvPr>
          <p:cNvSpPr/>
          <p:nvPr/>
        </p:nvSpPr>
        <p:spPr>
          <a:xfrm>
            <a:off x="5953005" y="3966825"/>
            <a:ext cx="147837" cy="146889"/>
          </a:xfrm>
          <a:prstGeom prst="ellipse">
            <a:avLst/>
          </a:prstGeom>
          <a:solidFill>
            <a:srgbClr val="FFD579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49665E0-ED51-1003-44D8-C45661E9C8C3}"/>
              </a:ext>
            </a:extLst>
          </p:cNvPr>
          <p:cNvSpPr/>
          <p:nvPr/>
        </p:nvSpPr>
        <p:spPr>
          <a:xfrm>
            <a:off x="5949767" y="4170290"/>
            <a:ext cx="147837" cy="146889"/>
          </a:xfrm>
          <a:prstGeom prst="ellipse">
            <a:avLst/>
          </a:prstGeom>
          <a:solidFill>
            <a:srgbClr val="FFFC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F73CC46-DC02-0689-6669-0659213CF95C}"/>
              </a:ext>
            </a:extLst>
          </p:cNvPr>
          <p:cNvSpPr/>
          <p:nvPr/>
        </p:nvSpPr>
        <p:spPr>
          <a:xfrm>
            <a:off x="5949767" y="4370426"/>
            <a:ext cx="147837" cy="147235"/>
          </a:xfrm>
          <a:prstGeom prst="ellipse">
            <a:avLst/>
          </a:prstGeom>
          <a:solidFill>
            <a:schemeClr val="bg1">
              <a:lumMod val="65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7D22EE1-64DC-0AAB-CB9C-90818262EB99}"/>
              </a:ext>
            </a:extLst>
          </p:cNvPr>
          <p:cNvSpPr/>
          <p:nvPr/>
        </p:nvSpPr>
        <p:spPr>
          <a:xfrm>
            <a:off x="3882776" y="3521831"/>
            <a:ext cx="147837" cy="153313"/>
          </a:xfrm>
          <a:prstGeom prst="ellipse">
            <a:avLst/>
          </a:prstGeom>
          <a:solidFill>
            <a:schemeClr val="accent6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FEFA3FA-FDAA-BC17-0DDC-FD1769A1B3E4}"/>
              </a:ext>
            </a:extLst>
          </p:cNvPr>
          <p:cNvSpPr/>
          <p:nvPr/>
        </p:nvSpPr>
        <p:spPr>
          <a:xfrm>
            <a:off x="4329542" y="3823546"/>
            <a:ext cx="372234" cy="159846"/>
          </a:xfrm>
          <a:prstGeom prst="rect">
            <a:avLst/>
          </a:prstGeom>
          <a:solidFill>
            <a:srgbClr val="009193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0C10479-0E91-5BF2-25A4-25AAD7CF4A28}"/>
              </a:ext>
            </a:extLst>
          </p:cNvPr>
          <p:cNvSpPr/>
          <p:nvPr/>
        </p:nvSpPr>
        <p:spPr>
          <a:xfrm>
            <a:off x="4329542" y="4027294"/>
            <a:ext cx="372234" cy="159846"/>
          </a:xfrm>
          <a:prstGeom prst="rect">
            <a:avLst/>
          </a:prstGeom>
          <a:solidFill>
            <a:schemeClr val="tx2">
              <a:lumMod val="50000"/>
              <a:lumOff val="5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8A1FC7B-B257-DF28-7526-FF73475C053F}"/>
              </a:ext>
            </a:extLst>
          </p:cNvPr>
          <p:cNvSpPr/>
          <p:nvPr/>
        </p:nvSpPr>
        <p:spPr>
          <a:xfrm>
            <a:off x="4329542" y="4231042"/>
            <a:ext cx="372234" cy="159846"/>
          </a:xfrm>
          <a:prstGeom prst="rect">
            <a:avLst/>
          </a:prstGeom>
          <a:solidFill>
            <a:schemeClr val="tx2">
              <a:lumMod val="25000"/>
              <a:lumOff val="75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DFA9768-389A-C7D3-1085-2367B3C07CAC}"/>
              </a:ext>
            </a:extLst>
          </p:cNvPr>
          <p:cNvSpPr/>
          <p:nvPr/>
        </p:nvSpPr>
        <p:spPr>
          <a:xfrm>
            <a:off x="5949470" y="3389524"/>
            <a:ext cx="147837" cy="153313"/>
          </a:xfrm>
          <a:prstGeom prst="ellipse">
            <a:avLst/>
          </a:prstGeom>
          <a:solidFill>
            <a:srgbClr val="009193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AFD1161-7B7D-E668-3913-61FDEE34188B}"/>
              </a:ext>
            </a:extLst>
          </p:cNvPr>
          <p:cNvSpPr/>
          <p:nvPr/>
        </p:nvSpPr>
        <p:spPr>
          <a:xfrm>
            <a:off x="5796720" y="3581027"/>
            <a:ext cx="147837" cy="153313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951F686-72C0-128A-B59E-A3FBE677E4C6}"/>
              </a:ext>
            </a:extLst>
          </p:cNvPr>
          <p:cNvSpPr/>
          <p:nvPr/>
        </p:nvSpPr>
        <p:spPr>
          <a:xfrm>
            <a:off x="6097307" y="3586565"/>
            <a:ext cx="147837" cy="153313"/>
          </a:xfrm>
          <a:prstGeom prst="ellipse">
            <a:avLst/>
          </a:prstGeom>
          <a:solidFill>
            <a:srgbClr val="009193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1197382-3BB5-18E0-BAE5-E2D3A70D6367}"/>
              </a:ext>
            </a:extLst>
          </p:cNvPr>
          <p:cNvCxnSpPr>
            <a:cxnSpLocks/>
            <a:stCxn id="46" idx="7"/>
            <a:endCxn id="45" idx="4"/>
          </p:cNvCxnSpPr>
          <p:nvPr/>
        </p:nvCxnSpPr>
        <p:spPr>
          <a:xfrm flipV="1">
            <a:off x="5922907" y="3542837"/>
            <a:ext cx="100482" cy="6064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F72381E-4105-897E-470B-AD75812E25A0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6029267" y="3542837"/>
            <a:ext cx="89690" cy="6618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A746FFE-C8C3-1B0C-85D7-350DB2B95742}"/>
              </a:ext>
            </a:extLst>
          </p:cNvPr>
          <p:cNvSpPr txBox="1"/>
          <p:nvPr/>
        </p:nvSpPr>
        <p:spPr>
          <a:xfrm>
            <a:off x="5725727" y="3916954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A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14A13E-12B5-34BE-340B-C61A7F3767E2}"/>
              </a:ext>
            </a:extLst>
          </p:cNvPr>
          <p:cNvSpPr txBox="1"/>
          <p:nvPr/>
        </p:nvSpPr>
        <p:spPr>
          <a:xfrm>
            <a:off x="5720265" y="4117043"/>
            <a:ext cx="23222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B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0C599F-956F-3180-3330-034580CB569C}"/>
              </a:ext>
            </a:extLst>
          </p:cNvPr>
          <p:cNvSpPr txBox="1"/>
          <p:nvPr/>
        </p:nvSpPr>
        <p:spPr>
          <a:xfrm>
            <a:off x="5719073" y="4315957"/>
            <a:ext cx="23222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73A25A-5FCE-336E-C972-D2E9E4643E15}"/>
              </a:ext>
            </a:extLst>
          </p:cNvPr>
          <p:cNvSpPr txBox="1"/>
          <p:nvPr/>
        </p:nvSpPr>
        <p:spPr>
          <a:xfrm>
            <a:off x="3719421" y="3156529"/>
            <a:ext cx="98256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 Model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4" name="Striped Right Arrow 53">
            <a:extLst>
              <a:ext uri="{FF2B5EF4-FFF2-40B4-BE49-F238E27FC236}">
                <a16:creationId xmlns:a16="http://schemas.microsoft.com/office/drawing/2014/main" id="{EB1E0013-97F7-0B56-AAF9-B605E99C7C26}"/>
              </a:ext>
            </a:extLst>
          </p:cNvPr>
          <p:cNvSpPr/>
          <p:nvPr/>
        </p:nvSpPr>
        <p:spPr>
          <a:xfrm>
            <a:off x="3342641" y="3551513"/>
            <a:ext cx="512623" cy="93947"/>
          </a:xfrm>
          <a:prstGeom prst="stripedRightArrow">
            <a:avLst/>
          </a:prstGeom>
          <a:solidFill>
            <a:srgbClr val="009193">
              <a:alpha val="80000"/>
            </a:srgbClr>
          </a:solidFill>
          <a:ln w="12700">
            <a:solidFill>
              <a:srgbClr val="009193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D5FD52-CC53-78FB-97D5-F7506DC50E72}"/>
              </a:ext>
            </a:extLst>
          </p:cNvPr>
          <p:cNvSpPr txBox="1"/>
          <p:nvPr/>
        </p:nvSpPr>
        <p:spPr>
          <a:xfrm>
            <a:off x="7306632" y="3027592"/>
            <a:ext cx="976459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Device Modifications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F9510C-21AA-C694-02FB-8B6ECE95065E}"/>
              </a:ext>
            </a:extLst>
          </p:cNvPr>
          <p:cNvSpPr txBox="1"/>
          <p:nvPr/>
        </p:nvSpPr>
        <p:spPr>
          <a:xfrm>
            <a:off x="4114067" y="3781116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X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ECAE12-2BDC-7BA6-142E-0AE0546CA693}"/>
              </a:ext>
            </a:extLst>
          </p:cNvPr>
          <p:cNvSpPr txBox="1"/>
          <p:nvPr/>
        </p:nvSpPr>
        <p:spPr>
          <a:xfrm>
            <a:off x="4108820" y="3984821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Y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F6315D-3AC7-8098-F203-6B0E5C12AE60}"/>
              </a:ext>
            </a:extLst>
          </p:cNvPr>
          <p:cNvSpPr txBox="1"/>
          <p:nvPr/>
        </p:nvSpPr>
        <p:spPr>
          <a:xfrm>
            <a:off x="4108820" y="4183874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Z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8D8822-19BC-8F43-A8FD-315E252AA25C}"/>
              </a:ext>
            </a:extLst>
          </p:cNvPr>
          <p:cNvSpPr txBox="1"/>
          <p:nvPr/>
        </p:nvSpPr>
        <p:spPr>
          <a:xfrm>
            <a:off x="3971772" y="3475375"/>
            <a:ext cx="98256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New Service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8E1B83E-9EF1-23DC-03ED-4B52777B9990}"/>
              </a:ext>
            </a:extLst>
          </p:cNvPr>
          <p:cNvCxnSpPr>
            <a:cxnSpLocks/>
          </p:cNvCxnSpPr>
          <p:nvPr/>
        </p:nvCxnSpPr>
        <p:spPr>
          <a:xfrm>
            <a:off x="4785286" y="3611268"/>
            <a:ext cx="934171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6D926F0-768C-FDF0-1654-656EF62CCD4A}"/>
              </a:ext>
            </a:extLst>
          </p:cNvPr>
          <p:cNvCxnSpPr>
            <a:cxnSpLocks/>
          </p:cNvCxnSpPr>
          <p:nvPr/>
        </p:nvCxnSpPr>
        <p:spPr>
          <a:xfrm>
            <a:off x="4801587" y="4151360"/>
            <a:ext cx="917870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C0CF52F9-CD74-BC4E-79E7-338E8860B155}"/>
              </a:ext>
            </a:extLst>
          </p:cNvPr>
          <p:cNvSpPr/>
          <p:nvPr/>
        </p:nvSpPr>
        <p:spPr>
          <a:xfrm>
            <a:off x="7540113" y="3458536"/>
            <a:ext cx="509498" cy="876432"/>
          </a:xfrm>
          <a:prstGeom prst="rect">
            <a:avLst/>
          </a:prstGeom>
          <a:solidFill>
            <a:srgbClr val="009193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99BA83C-DDF5-C992-227B-DBF1426968E6}"/>
              </a:ext>
            </a:extLst>
          </p:cNvPr>
          <p:cNvSpPr/>
          <p:nvPr/>
        </p:nvSpPr>
        <p:spPr>
          <a:xfrm>
            <a:off x="7616024" y="3542837"/>
            <a:ext cx="147837" cy="147461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0A8279A-76C4-763C-A4D6-ACB5C16361E9}"/>
              </a:ext>
            </a:extLst>
          </p:cNvPr>
          <p:cNvSpPr/>
          <p:nvPr/>
        </p:nvSpPr>
        <p:spPr>
          <a:xfrm>
            <a:off x="7848764" y="3711285"/>
            <a:ext cx="147837" cy="141848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F4A7E5C-53A9-DE6B-2568-FFD728A64F83}"/>
              </a:ext>
            </a:extLst>
          </p:cNvPr>
          <p:cNvSpPr/>
          <p:nvPr/>
        </p:nvSpPr>
        <p:spPr>
          <a:xfrm>
            <a:off x="7845526" y="3914750"/>
            <a:ext cx="147837" cy="141848"/>
          </a:xfrm>
          <a:prstGeom prst="ellipse">
            <a:avLst/>
          </a:prstGeom>
          <a:solidFill>
            <a:srgbClr val="FFFF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A5A845D-4D54-792C-DF09-CA28F24B3EC6}"/>
              </a:ext>
            </a:extLst>
          </p:cNvPr>
          <p:cNvSpPr/>
          <p:nvPr/>
        </p:nvSpPr>
        <p:spPr>
          <a:xfrm>
            <a:off x="7845526" y="4113714"/>
            <a:ext cx="147837" cy="143366"/>
          </a:xfrm>
          <a:prstGeom prst="ellipse">
            <a:avLst/>
          </a:prstGeom>
          <a:solidFill>
            <a:schemeClr val="bg1">
              <a:lumMod val="65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78AF4FE-F8C0-9F5E-DBFA-993DCB4C40F5}"/>
              </a:ext>
            </a:extLst>
          </p:cNvPr>
          <p:cNvCxnSpPr>
            <a:cxnSpLocks/>
          </p:cNvCxnSpPr>
          <p:nvPr/>
        </p:nvCxnSpPr>
        <p:spPr>
          <a:xfrm flipV="1">
            <a:off x="6173691" y="3853133"/>
            <a:ext cx="1310559" cy="40394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7888A2A-07B8-CF12-21BD-4A7A2534E6E8}"/>
              </a:ext>
            </a:extLst>
          </p:cNvPr>
          <p:cNvCxnSpPr>
            <a:cxnSpLocks/>
          </p:cNvCxnSpPr>
          <p:nvPr/>
        </p:nvCxnSpPr>
        <p:spPr>
          <a:xfrm>
            <a:off x="7044330" y="3507415"/>
            <a:ext cx="571694" cy="10385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9387953-51B0-6515-65CC-CFA2AE2B64C3}"/>
              </a:ext>
            </a:extLst>
          </p:cNvPr>
          <p:cNvSpPr txBox="1"/>
          <p:nvPr/>
        </p:nvSpPr>
        <p:spPr>
          <a:xfrm>
            <a:off x="6432852" y="3020346"/>
            <a:ext cx="976459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Service Instance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63B1F76-C3F0-6302-2C23-B21E22F33533}"/>
              </a:ext>
            </a:extLst>
          </p:cNvPr>
          <p:cNvSpPr txBox="1"/>
          <p:nvPr/>
        </p:nvSpPr>
        <p:spPr>
          <a:xfrm>
            <a:off x="7062805" y="4361783"/>
            <a:ext cx="1552036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Stored as Operational Data in Service Instance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5987890-E4DD-837C-1729-2B41335C78AC}"/>
              </a:ext>
            </a:extLst>
          </p:cNvPr>
          <p:cNvSpPr txBox="1"/>
          <p:nvPr/>
        </p:nvSpPr>
        <p:spPr>
          <a:xfrm>
            <a:off x="4770059" y="3640668"/>
            <a:ext cx="98256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Create Config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6B2FD7C-FA4C-B18A-F9DB-4693F77302E9}"/>
              </a:ext>
            </a:extLst>
          </p:cNvPr>
          <p:cNvSpPr txBox="1"/>
          <p:nvPr/>
        </p:nvSpPr>
        <p:spPr>
          <a:xfrm>
            <a:off x="4712566" y="4171075"/>
            <a:ext cx="109304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Calculate &amp; Set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6288D9D-26CF-2E67-87BE-4899E1735048}"/>
              </a:ext>
            </a:extLst>
          </p:cNvPr>
          <p:cNvSpPr txBox="1"/>
          <p:nvPr/>
        </p:nvSpPr>
        <p:spPr>
          <a:xfrm>
            <a:off x="5379355" y="3156160"/>
            <a:ext cx="98256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Model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6" name="Right Arrow 75">
            <a:extLst>
              <a:ext uri="{FF2B5EF4-FFF2-40B4-BE49-F238E27FC236}">
                <a16:creationId xmlns:a16="http://schemas.microsoft.com/office/drawing/2014/main" id="{BBFC0B91-2C9E-8571-2762-849E9FF48AE3}"/>
              </a:ext>
            </a:extLst>
          </p:cNvPr>
          <p:cNvSpPr/>
          <p:nvPr/>
        </p:nvSpPr>
        <p:spPr>
          <a:xfrm rot="714651">
            <a:off x="6486555" y="1520634"/>
            <a:ext cx="851398" cy="45719"/>
          </a:xfrm>
          <a:prstGeom prst="rightArrow">
            <a:avLst/>
          </a:prstGeom>
          <a:solidFill>
            <a:srgbClr val="FF7E79">
              <a:alpha val="80000"/>
            </a:srgbClr>
          </a:solidFill>
          <a:ln>
            <a:solidFill>
              <a:srgbClr val="FF7E7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D0AD4BF-CE12-1CD6-A9FE-C52E971133C3}"/>
              </a:ext>
            </a:extLst>
          </p:cNvPr>
          <p:cNvSpPr/>
          <p:nvPr/>
        </p:nvSpPr>
        <p:spPr>
          <a:xfrm>
            <a:off x="6897168" y="3430758"/>
            <a:ext cx="147837" cy="153313"/>
          </a:xfrm>
          <a:prstGeom prst="ellipse">
            <a:avLst/>
          </a:prstGeom>
          <a:solidFill>
            <a:schemeClr val="accent6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7628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AC9FD9-26AC-12FC-9FD4-354D68CDA399}"/>
              </a:ext>
            </a:extLst>
          </p:cNvPr>
          <p:cNvSpPr/>
          <p:nvPr/>
        </p:nvSpPr>
        <p:spPr>
          <a:xfrm>
            <a:off x="1109272" y="213360"/>
            <a:ext cx="8967416" cy="6583324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  <a:alpha val="20172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D83202-E92C-CFF8-D737-45CD1F32331B}"/>
              </a:ext>
            </a:extLst>
          </p:cNvPr>
          <p:cNvSpPr/>
          <p:nvPr/>
        </p:nvSpPr>
        <p:spPr>
          <a:xfrm>
            <a:off x="4066343" y="416112"/>
            <a:ext cx="1303849" cy="971672"/>
          </a:xfrm>
          <a:prstGeom prst="rect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AB4327-73B1-781E-1D8F-2AF40DBFF211}"/>
              </a:ext>
            </a:extLst>
          </p:cNvPr>
          <p:cNvCxnSpPr>
            <a:cxnSpLocks/>
          </p:cNvCxnSpPr>
          <p:nvPr/>
        </p:nvCxnSpPr>
        <p:spPr>
          <a:xfrm>
            <a:off x="4066342" y="816222"/>
            <a:ext cx="1302181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1C2AD3-8B79-CC93-16AD-5D5A0C876826}"/>
              </a:ext>
            </a:extLst>
          </p:cNvPr>
          <p:cNvSpPr txBox="1"/>
          <p:nvPr/>
        </p:nvSpPr>
        <p:spPr>
          <a:xfrm>
            <a:off x="4066342" y="416112"/>
            <a:ext cx="130218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&lt;&lt;container&gt;&gt;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packages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78BAB7-A59A-DD94-1C18-EECC955AA332}"/>
              </a:ext>
            </a:extLst>
          </p:cNvPr>
          <p:cNvCxnSpPr>
            <a:cxnSpLocks/>
          </p:cNvCxnSpPr>
          <p:nvPr/>
        </p:nvCxnSpPr>
        <p:spPr>
          <a:xfrm>
            <a:off x="4064630" y="1103818"/>
            <a:ext cx="1307275" cy="1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AD48A2D-095A-A748-856A-1844770338B5}"/>
              </a:ext>
            </a:extLst>
          </p:cNvPr>
          <p:cNvSpPr/>
          <p:nvPr/>
        </p:nvSpPr>
        <p:spPr>
          <a:xfrm>
            <a:off x="3408594" y="1977361"/>
            <a:ext cx="2738484" cy="1627510"/>
          </a:xfrm>
          <a:prstGeom prst="rect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7D1681-E32C-C051-1C1A-507D3A4B890B}"/>
              </a:ext>
            </a:extLst>
          </p:cNvPr>
          <p:cNvSpPr txBox="1"/>
          <p:nvPr/>
        </p:nvSpPr>
        <p:spPr>
          <a:xfrm>
            <a:off x="3399788" y="2396162"/>
            <a:ext cx="2747290" cy="86177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name : string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package-version : version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description : string</a:t>
            </a:r>
          </a:p>
          <a:p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-min-version : version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directory : string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FBD009-17D5-AC01-4C34-3F8D96BA5E64}"/>
              </a:ext>
            </a:extLst>
          </p:cNvPr>
          <p:cNvCxnSpPr>
            <a:cxnSpLocks/>
          </p:cNvCxnSpPr>
          <p:nvPr/>
        </p:nvCxnSpPr>
        <p:spPr>
          <a:xfrm>
            <a:off x="3403678" y="2377471"/>
            <a:ext cx="2738484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5AEA7DC-8317-CC4C-1AB0-C9A15D12078D}"/>
              </a:ext>
            </a:extLst>
          </p:cNvPr>
          <p:cNvSpPr txBox="1"/>
          <p:nvPr/>
        </p:nvSpPr>
        <p:spPr>
          <a:xfrm>
            <a:off x="3408593" y="1977361"/>
            <a:ext cx="273356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&lt;&lt;list&gt;&gt;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package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43EB0F2-5D4B-121B-26D0-9B8F4DB62B4F}"/>
              </a:ext>
            </a:extLst>
          </p:cNvPr>
          <p:cNvCxnSpPr>
            <a:cxnSpLocks/>
          </p:cNvCxnSpPr>
          <p:nvPr/>
        </p:nvCxnSpPr>
        <p:spPr>
          <a:xfrm>
            <a:off x="3401818" y="3257936"/>
            <a:ext cx="2745260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DB383BB-9AD3-26CB-A9FB-503FDADE8B14}"/>
              </a:ext>
            </a:extLst>
          </p:cNvPr>
          <p:cNvSpPr txBox="1"/>
          <p:nvPr/>
        </p:nvSpPr>
        <p:spPr>
          <a:xfrm>
            <a:off x="3408594" y="3301118"/>
            <a:ext cx="273848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redeploy()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EEE117-1B93-72BE-0A6E-DB1BD671F5DF}"/>
              </a:ext>
            </a:extLst>
          </p:cNvPr>
          <p:cNvSpPr/>
          <p:nvPr/>
        </p:nvSpPr>
        <p:spPr>
          <a:xfrm>
            <a:off x="1432133" y="3873013"/>
            <a:ext cx="1702437" cy="1132468"/>
          </a:xfrm>
          <a:prstGeom prst="rect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2F52AF-2366-3E5A-6EA1-08F15A20E338}"/>
              </a:ext>
            </a:extLst>
          </p:cNvPr>
          <p:cNvSpPr txBox="1"/>
          <p:nvPr/>
        </p:nvSpPr>
        <p:spPr>
          <a:xfrm>
            <a:off x="1423340" y="4291206"/>
            <a:ext cx="1702439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name : string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min-version : version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1E9DA58-4CF3-7282-4427-FDED321039D9}"/>
              </a:ext>
            </a:extLst>
          </p:cNvPr>
          <p:cNvCxnSpPr>
            <a:cxnSpLocks/>
          </p:cNvCxnSpPr>
          <p:nvPr/>
        </p:nvCxnSpPr>
        <p:spPr>
          <a:xfrm>
            <a:off x="1432132" y="4273123"/>
            <a:ext cx="1702438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C1B7C08-DAA0-005F-15D5-EA0701A17C9F}"/>
              </a:ext>
            </a:extLst>
          </p:cNvPr>
          <p:cNvSpPr txBox="1"/>
          <p:nvPr/>
        </p:nvSpPr>
        <p:spPr>
          <a:xfrm>
            <a:off x="1432131" y="3873013"/>
            <a:ext cx="169364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&lt;&lt;list&gt;&gt;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required-package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A056F2-0800-1CAF-BD07-44BD77BD94FC}"/>
              </a:ext>
            </a:extLst>
          </p:cNvPr>
          <p:cNvCxnSpPr>
            <a:cxnSpLocks/>
          </p:cNvCxnSpPr>
          <p:nvPr/>
        </p:nvCxnSpPr>
        <p:spPr>
          <a:xfrm>
            <a:off x="1428748" y="4709398"/>
            <a:ext cx="1702437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8A0874D-9536-3E00-1389-90E54D446D78}"/>
              </a:ext>
            </a:extLst>
          </p:cNvPr>
          <p:cNvSpPr/>
          <p:nvPr/>
        </p:nvSpPr>
        <p:spPr>
          <a:xfrm>
            <a:off x="6538957" y="3873014"/>
            <a:ext cx="1681852" cy="1205720"/>
          </a:xfrm>
          <a:prstGeom prst="rect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82B264-AFEA-47FE-7390-D235E23826D2}"/>
              </a:ext>
            </a:extLst>
          </p:cNvPr>
          <p:cNvSpPr txBox="1"/>
          <p:nvPr/>
        </p:nvSpPr>
        <p:spPr>
          <a:xfrm>
            <a:off x="6535574" y="4291206"/>
            <a:ext cx="167306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name : string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description : string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1F0B4CA-CA55-8086-4B98-281D6615401E}"/>
              </a:ext>
            </a:extLst>
          </p:cNvPr>
          <p:cNvCxnSpPr>
            <a:cxnSpLocks/>
          </p:cNvCxnSpPr>
          <p:nvPr/>
        </p:nvCxnSpPr>
        <p:spPr>
          <a:xfrm>
            <a:off x="6530164" y="4273123"/>
            <a:ext cx="1681853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25C6FC1-AF45-E9AA-99B6-BE60D2F2F326}"/>
              </a:ext>
            </a:extLst>
          </p:cNvPr>
          <p:cNvSpPr txBox="1"/>
          <p:nvPr/>
        </p:nvSpPr>
        <p:spPr>
          <a:xfrm>
            <a:off x="6538956" y="3873013"/>
            <a:ext cx="167306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&lt;&lt;list&gt;&gt;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component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B35D3B0-34AA-5ECB-3D78-05AFBD798418}"/>
              </a:ext>
            </a:extLst>
          </p:cNvPr>
          <p:cNvCxnSpPr>
            <a:cxnSpLocks/>
          </p:cNvCxnSpPr>
          <p:nvPr/>
        </p:nvCxnSpPr>
        <p:spPr>
          <a:xfrm>
            <a:off x="6525061" y="4739137"/>
            <a:ext cx="1686956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155C1A0-7F90-92D3-4F9D-B7BE3783DC9C}"/>
              </a:ext>
            </a:extLst>
          </p:cNvPr>
          <p:cNvSpPr/>
          <p:nvPr/>
        </p:nvSpPr>
        <p:spPr>
          <a:xfrm>
            <a:off x="8608287" y="5519689"/>
            <a:ext cx="1303849" cy="1038504"/>
          </a:xfrm>
          <a:prstGeom prst="rect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A226095-022A-517F-609E-576B7062B37B}"/>
              </a:ext>
            </a:extLst>
          </p:cNvPr>
          <p:cNvCxnSpPr>
            <a:cxnSpLocks/>
          </p:cNvCxnSpPr>
          <p:nvPr/>
        </p:nvCxnSpPr>
        <p:spPr>
          <a:xfrm>
            <a:off x="8608286" y="5919799"/>
            <a:ext cx="1302181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17D704D-CE5B-947E-F3C0-F6383DA38A2A}"/>
              </a:ext>
            </a:extLst>
          </p:cNvPr>
          <p:cNvSpPr txBox="1"/>
          <p:nvPr/>
        </p:nvSpPr>
        <p:spPr>
          <a:xfrm>
            <a:off x="8608286" y="5519689"/>
            <a:ext cx="130218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&lt;&lt;choice&gt;&gt;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type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D5E88FF-5412-DA65-B07B-6F447B68A74C}"/>
              </a:ext>
            </a:extLst>
          </p:cNvPr>
          <p:cNvCxnSpPr>
            <a:cxnSpLocks/>
          </p:cNvCxnSpPr>
          <p:nvPr/>
        </p:nvCxnSpPr>
        <p:spPr>
          <a:xfrm>
            <a:off x="8606574" y="6207395"/>
            <a:ext cx="1307275" cy="1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C46E4C-A9EE-9211-CCE5-D0BBBD28DB90}"/>
              </a:ext>
            </a:extLst>
          </p:cNvPr>
          <p:cNvCxnSpPr>
            <a:cxnSpLocks/>
          </p:cNvCxnSpPr>
          <p:nvPr/>
        </p:nvCxnSpPr>
        <p:spPr>
          <a:xfrm flipV="1">
            <a:off x="3125778" y="3633784"/>
            <a:ext cx="274010" cy="239229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8F0DC00-66C1-5A09-45F9-D874DBD93642}"/>
              </a:ext>
            </a:extLst>
          </p:cNvPr>
          <p:cNvCxnSpPr>
            <a:cxnSpLocks/>
          </p:cNvCxnSpPr>
          <p:nvPr/>
        </p:nvCxnSpPr>
        <p:spPr>
          <a:xfrm flipH="1" flipV="1">
            <a:off x="6191624" y="3622953"/>
            <a:ext cx="342228" cy="262752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1040CAF-2EEE-474F-D594-D3F0A35836A2}"/>
              </a:ext>
            </a:extLst>
          </p:cNvPr>
          <p:cNvCxnSpPr>
            <a:cxnSpLocks/>
          </p:cNvCxnSpPr>
          <p:nvPr/>
        </p:nvCxnSpPr>
        <p:spPr>
          <a:xfrm flipV="1">
            <a:off x="4718268" y="1453396"/>
            <a:ext cx="0" cy="520871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F28FA4C-E2D2-E35E-19A6-9D7881DC00FA}"/>
              </a:ext>
            </a:extLst>
          </p:cNvPr>
          <p:cNvCxnSpPr>
            <a:cxnSpLocks/>
          </p:cNvCxnSpPr>
          <p:nvPr/>
        </p:nvCxnSpPr>
        <p:spPr>
          <a:xfrm flipH="1" flipV="1">
            <a:off x="8229602" y="5078734"/>
            <a:ext cx="368466" cy="440955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029883A-2B79-B09B-6904-9C369564056E}"/>
              </a:ext>
            </a:extLst>
          </p:cNvPr>
          <p:cNvSpPr txBox="1"/>
          <p:nvPr/>
        </p:nvSpPr>
        <p:spPr>
          <a:xfrm>
            <a:off x="4717432" y="1630427"/>
            <a:ext cx="3687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0…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3C95AD-BA77-7394-3895-84EF7F502A1A}"/>
              </a:ext>
            </a:extLst>
          </p:cNvPr>
          <p:cNvSpPr txBox="1"/>
          <p:nvPr/>
        </p:nvSpPr>
        <p:spPr>
          <a:xfrm>
            <a:off x="3215389" y="3716196"/>
            <a:ext cx="3687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0…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3D349C9-A5C1-7FBE-C4BA-2469CAE14B2B}"/>
              </a:ext>
            </a:extLst>
          </p:cNvPr>
          <p:cNvSpPr txBox="1"/>
          <p:nvPr/>
        </p:nvSpPr>
        <p:spPr>
          <a:xfrm>
            <a:off x="6334577" y="3575825"/>
            <a:ext cx="3687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0…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84C672-7C00-CBA0-CB7F-F6F8DF8E5161}"/>
              </a:ext>
            </a:extLst>
          </p:cNvPr>
          <p:cNvSpPr txBox="1"/>
          <p:nvPr/>
        </p:nvSpPr>
        <p:spPr>
          <a:xfrm>
            <a:off x="8413669" y="5168892"/>
            <a:ext cx="3687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25597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164099</TotalTime>
  <Words>4310</Words>
  <Application>Microsoft Macintosh PowerPoint</Application>
  <PresentationFormat>Widescreen</PresentationFormat>
  <Paragraphs>1635</Paragraphs>
  <Slides>115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25" baseType="lpstr">
      <vt:lpstr>Aptos</vt:lpstr>
      <vt:lpstr>Aptos Display</vt:lpstr>
      <vt:lpstr>Arial</vt:lpstr>
      <vt:lpstr>Chakra Petch</vt:lpstr>
      <vt:lpstr>Courier New</vt:lpstr>
      <vt:lpstr>Helvetica Neue</vt:lpstr>
      <vt:lpstr>Sabon Next LT</vt:lpstr>
      <vt:lpstr>Sabon Next LT Display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Shahid</dc:creator>
  <cp:lastModifiedBy>Ahmed Shahid</cp:lastModifiedBy>
  <cp:revision>1378</cp:revision>
  <dcterms:created xsi:type="dcterms:W3CDTF">2025-06-27T13:47:18Z</dcterms:created>
  <dcterms:modified xsi:type="dcterms:W3CDTF">2025-11-10T07:46:31Z</dcterms:modified>
</cp:coreProperties>
</file>